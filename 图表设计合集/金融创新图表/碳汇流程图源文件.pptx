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6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5.xml"/><Relationship Id="rId8" Type="http://schemas.openxmlformats.org/officeDocument/2006/relationships/customXml" Target="../customXml/item1.xml"/><Relationship Id="rId7" Type="http://schemas.openxmlformats.org/officeDocument/2006/relationships/customXmlProps" Target="../customXml/itemProps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CB019B1-382A-4266-B25C-5B523AA43C14-1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2390" y="0"/>
            <a:ext cx="4426585" cy="6858000"/>
          </a:xfrm>
          <a:prstGeom prst="rect">
            <a:avLst/>
          </a:prstGeom>
        </p:spPr>
      </p:pic>
      <p:pic>
        <p:nvPicPr>
          <p:cNvPr id="5" name="ECB019B1-382A-4266-B25C-5B523AA43C14-2" descr="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220" y="0"/>
            <a:ext cx="5368925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commondata" val="eyJoZGlkIjoiM2FiZDIzMjBhYjY3YjcwYmIxYWI1NjM4YzVmYjEyMD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zM2MTk2NTE3MTY2IiwKCSJHcm91cElkIiA6ICIxNTYwNjg2OTMzIiwKCSJJbWFnZSIgOiAiaVZCT1J3MEtHZ29BQUFBTlNVaEVVZ0FBQkVnQUFBYWlDQVlBQUFBeE84MGJBQUFBQVhOU1IwSUFyczRjNlFBQUlBQkpSRUZVZUp6czNYZDBWTlg2eHZGbmtna2tFQ0RTcTZLWEtrMHAwcEdtS0ZYZ0NsSkZCVUdwVjBDbFNGY01SVUFFcVlJb1hVQWdSaWtpaWtnVHd4VXhTQ2dCb3JRQUFSS1N3Q1R6K3lOcnppOURacEtaVkM3ei9hemx1c21jZmM3Wms4UnJ6cE85Mzlka3RWcXRBZ0FBQUFBQThHQmVPVDBCQUFBQUFBQ0FuRVpBQWdBQUFBQUFQQjRCQ1FBQUFBQUE4SGdFSkFBQUFBQUF3T01Sa0FBQUFBQUFBSTlIUUFJQUFBQUFBRHdlQVFrQUFBQUFBUEI0QkNRQUFBQUFBTURqRVpBQUFBQUFBQUNQUjBBQ0FBQUFBQUE4SGdFSkFBQUFBQUR3ZUFRa0FBQUFBQURBNHhHUUFBQUFBQUFBajBkQUFnQUFBQUFBUEI0QkNRQUFBQUFBOEhnRUpBQUFBQUFBd09NUmtBQUFBQUFBQUk5SFFBSUFBQUFBQUR3ZUFRa0FBQUFBQVBCNEJDUUFBQUFBQU1EakVaQUFBQUFBQUFDUFIwQUNBQUFBQUFBOEhnRUpBQUFBQUFEd2VBUWtBQUFBQUFEQTR4R1FBQUFBQUFBQWowZEFBZ0FBQUFBQVBCNEJDUUFBQUFBQThIZ0VKQUFBQUFBQXdPTVJrQUFBQUFBQUFJOUhRQUlBQUFBQUFEd2VBUWtBQUFBQUFQQjRCQ1FBQUFBQUFNRGpFWkFBQUFBQUFBQ1BSMEFDQUFBQUFBQThIZ0VKQUFBQUFBRHdlT2FjbmdBQVBDaXVYcnVtSDM3NldYLy9mU0ducHdJQWVBQVZMMVpVTFpzL3JVSUZDK2IwVkFEZ2dVUkFBZ0NaWlBlZXZmb2c4Q05GM2JpUjAxTUJBRHlBL1AzOVpmWXhxM09IZGprOUZRQjRJTEhGQmdBeVNVVEVQNFFqQUlBc0V4MGRyWWlJZjNKNkdnRHd3R0lGQ1FCa2dicDFhcW5lVTdWemVob0FnQWZBL29PLzZzQ2h3ems5RFFCNDRCR1FBRUFXcVBkVWJRMGRPQ0NucHdFQWVDQXNJQ0FCZ0d6QUZoc0FBQUFBQU9EeENFZ0FBQUFBQUlESEl5QUJBQUFBQUFBZWo0QUVBQUFBQUFCNFBBSVNBQUFBQUFEZzhRaElBQUFBQUFDQXh5TWdBUUFBQUFBQUhvK0FCQUFBQUFBQWVEd0NFZ0FBQUFBQTRQRUlTQUFBQUFBQWdNY2pJQUVBQUFBQUFCNlBnQVFBQUFBQUFIZzhBaElBQUFBQUFPRHhDRWdBQUFBQUFJREhJeUFCQUFBQUFBQWVqNEFFQUFBQUFBQjRQQUlTQUFBQUFBRGc4UWhJQUFBQUFBQ0F4eU1nQVFBQUFBQUFIbytBQkFBQUFBQUFlRHdDRWdBQUFBQUE0UEVJU0FBQUFBQUFnTWNqSUFFQUFBQUFBQjZQZ0FRQUFBQUFBSGc4QWhJQUFBQUFBT0R4Q0VnQUFBQUFBSURISXlBQkFBQUFBQUFlajRBRUFJQWNZckZZWkxGWWNub2F5Q1lKQ1FrNWNsK0x4YUs0dUxoc3ZhZlZhczNXK3dFQWtCa0lTQUFBMlNvc0xFeTNidDF5Kzd3Ly92aEQ5ZXJWVTcxNjlSUWRIWjBGTTh0ZThmSHhxbHUzcnVyV3Jhdnc4SEM3WTJmUG5sWERoZzNWc0dGRHhjYkc1dEFNa1ZsdTM3NnRoUXNYcWtPSERvcUtpc3JXZTMvMTFWZHEwNmFORmkxYWxDMzN1M3YzcnI3NjZpdTk4TUlMT25IaVJMYmNFd0NBekdMTzZRa0FBRHpIcWxXck5HZk9ITld2WDErelpzMlN5V1J5T0c3S2xDa3ltVXhxMWFxVmF0ZXVMU25wTDlKMzc5NDFQbmJIb1VPSGRQYnMyVFRIRlM1Y1dFMmJObFZZV0poeEwzY1VLRkJBcFVxVmN2dThlMW10VnVNdi9xbTlWNnZWcXN1WEw2dFlzV0lPajMvNTVaZjY3cnZ2TWp3ZlI5ZTlYOFRHeHJyMDgrRGw1U1VmSHgrZFAzOCszZmNxVktpUTh1WEw1L1o1MTY1ZDA3Smx5M1QzN2wxOS9QSEhHamR1WExybjRDNC9QejlGUmtacTdkcTE2dEdqaHdvVktwU2w5NHVOamRYY3VYTVZIUjJ0ano3NlNBc1dMTWpTK3dFQWtKa0lTQUFBMmNiZjMxOFdpMFY3OXV6UkYxOThvZDY5ZTZjWUV4Y1hwNjFidDhwaXNlaUpKNTdJbFB0dTNyeFozMzc3YlpyamF0U29vYVpObTJydzRNRzZjdVdLMi9kNS92bm5OV1hLbFBSTTBXVnhjWEU2Y09DQWZ2cnBKKzNaczBjSkNRbjY3cnZ2NU9QamsyTHN4WXNYRlJvYUtyUFpMTE01NC8vSlQyMmJSbFJVbE5xMGFaUGhlOXhyMEtCQjZ0YXRtOVBqYmRxMDBZMGJOOUs4VHRXcVZUVm56aHgxN3R3NTNYTjUrKzIzMWJWclY3ZlBLMTI2dExwMTY2WVZLMVpvOCtiTjZ0eTVzNnBVcVpMdWVTUWtKQ2crUHQ2bHNVOC8vYlRLbGkycjhQQndMVjI2VklNR0RYTHBQRzl2YitYT25kdmhzYWlvS0FVSEIrdmd3WU9hUFh1MjNiSDgrZk9yZCsvZW1qOS92ZzRkT3FTZmZ2cEpUWm8wY1hpZC8vNzN2NW8rZmJvcVZLaWdQbjM2Nk9HSEgzWnBiZ0FBWkJVQ0VnQkF0bW5mdnIzMjd0MnJuVHQzYXQ2OGVhcFZxMWFLQjhYRGh3L0xZckhJMjl0YmpSczN6dFQ3OSt6WlU0OC8vbmlLMXk5Y3VLQzVjK2NhbjlldFd6ZkZWb2lZbUJpRmhJVEl5OHRMRFJvMGNIajlpaFVyR2gvUG1ERkRxMWV2enZDY0V4TVRGUm9hcWdNSER1akFnUU02Y3VTSTd0eTVZeHozOS9mWHNXUEhVZzJUWG5ycEpmM25QLy9KMER3dVhicWsxcTFicHpvbUsrcGNwR2NsVDNhSWk0dlQ2ZE9uWFI1ZnQyNWRyVnExU2c4OTlKQk9uanpwZFBXVUk0ODg4b2p5NXMxcmZQN3JyNy9xelRmZmRHdStrclIyN1ZxdFhidldwYkdOR2pYU25EbHpIQjdiczJlUFpzNmNLVW42KysrL1U2eWE2dDY5dTlhc1dhTnIxNjVwOXV6WmF0aXdvYnk5dlZOYzU4U0pFd29ORFZWb2FLajY5T25qNXJzQkFDRHpFWkFBQUxMVjZOR2pkZVRJRVVWR1JtcjA2TkZhczJhTi9QejhqT003ZCs2VUpOV3FWVXY1OCtmUDFIcy84Y1FUYXRhc1dZclgvL3JyTDd1QVpPTEVpU25HN05telJ5RWhJWHI0NFllZFBqZ21WN2h3WVQzMjJHTk9qMXV0VnAwNWN5Yk42N1JwMDhhdTVrcnUzTG4xMUZOUEdmOVVybHhaWGw2cGx4UzdjK2RPdXVxK0pCY1RFNVBxY1g5L2Z5MVpzaVRGNjFldVhOR29VYU1rU1VPR0RGSDE2dFhUdk5mdTNidU5iVHhseXBSSmRleU9IVHZzdHRqMDdkdFhSNDhlMVR2dnZLTk9uVG9acjV0TUpubDdlK3ZBZ1FPU3BMZmVla3Q3OSs1Vmp4NDlOR1RJa0JUWDdkT25qMEpEUXpWdzRFQmpwVlB5aC95elo4K3FWNjllYWI2WGUxMjVja1dUSmsxeTY1ejU4K2VyYnQyNnh1Y0JBUUdxWDcrKzNaaUlpQWhGUkVTb2R1M2FMcThXc2xxdCt2WFhYK1hyNjZ0cTFhclpIYXRjdWJMVDg1TFA1ZURCZytyWXNhUGRjVDgvUDczeXlpdWFPWE9tenA0OXErRGdZTFZyMXk3RmRVNmVQQ2twNldjbnJlOHpBQURaZ1lBRUFKQ3RDaFFvb0RGanh1Zy8vL21QSWlJaU5HUEdETDMzM251U2tsWUw3TnExUzVMMDIyKy9xV0hEaHNaNXlSK0NuM3Z1T2FmWGI5aXdvYVpObStidzJKVXJWMUlVUkpXa2YvNzVKODE1bnp0M1RwSlV2bno1Tk1kS1NRL1lxZjFWUEQ0KzN1bEtsT1NzVnF2cTE2K3ZtalZycW1iTm1xcFNwWXJkZHBxSkV5ZnE4Y2NmVjZ0V3Jad0dTdXZXcmRPNmRldGNtbmQ2bWMxbVBmbmtreWxldHowRVMxS0ZDaFVjamtrdU1URlI3Ny8vdmlTcGJObXlldnJwcDFNZG56eTBpSXVMVTJob3FLU2tnTTFSVUhEdmExNWVYcWtHQ2lhVEtjM0F3ZGZYTjlYajZlVnNSVTdGaWhYMXlTZWZHSi9mdVhOSFhidDJsZFZxVld4c3JONS8vMzJWTGwwNjFXdkh4OGRyL1BqeHNsZ3Npb21KMGNzdnY2dzZkZXE0TksraVJZc2EyM1orK3VtbkZBR0pKSFhxMUVsTGx5NVZWRlNVbGl4Wm90YXRXNmRZUlhMa3lCRkpVclZxMWR4YVVRTUFRRlloSUFFQVpMc21UWnJvdWVlZTArN2R1MVd6WmszajlSMDdkaGlySlZKcmdadmFWbzdVYWpNRUJnYTZQTWU0dURnbEppWWFuOXRXZXp6ODhNTzZmZnQyaXZGNTh1UngrZHFTWEY3UkVSd2NMSDkvZjRmSHJGYXJ2di8rZTIzWnNrVWxTcFJRbzBhTkhJNTc3TEhISEc0dGNrZGNYSnl4dXNjZHliOGZ6bXBhSkxkejUwN2phOTIzYjk4MFY4Y2s5OGNmZjhoaXNhaEFnUUtwcnQ3SmJDdFhybFRac21VejlacFJVVkZxMGFLRlMyTno1Y3FsUllzV2FlVElrVHA2OUtpNmQrK3V0V3ZYcWtTSkVnN0hSMFpHYXRpd1lRb05EWlcvdjcrbVRwM3FjamhpOC9UVFR5czhQRndIRGh4UVhGeGNpcERJMTlkWDNicDEwNmVmZnFxSWlBaHQyN2JOYm92V3paczNqZkFzK1lvVUFBQnlFZ0VKQUNCSGpCdzVVdjM2OWJON3NMU3RjbmoyMldjMWV2Um91L0YvL3ZtblVYY2hLQ2pJYVdpUTJsLzdtelZyNXJBUTVQWHIxN1ZseXhhNzE3cDI3YXFJaUlnVVk1Y3VYYXFsUzVlbWVQMzc3NzlYUUVCQWl0Y1RFaElVRVJHaDA2ZFA2OFNKRS9ycnI3LzAxMTkvNmVMRmkwN25tWHlGU0h4OHZOUDNldWJNR1dQclM5V3FWWjFlcjBHREJwbFNneVE5QVVueXJUbU9ncVhrckZhcnNVM240WWNmMXJQUFB1dld2UTRlUENncGFmVklUcTlJT0h6NHNHYk5tcVgzMzM5Zmp6enlTSXJqLy96emo4YU5HNmMrZmZvNERiYnVGUk1Ub3drVEpqZzlIaEFRSUpQSkpEOC9QMzMwMFVkT3g5MjllMWZIangrWGxMU0ZhZE9tVGRxMGFaUERzUzFidGxTclZxMVN2TjZpUlF0OS92bm5pbytQMTQ4Ly91aHdUTmV1WGZYVlYxK3BVNmRPS2JhMi9menp6OGJIOWVyVmN6cFhBQUN5RXdFSkFDQkhCQVFFMkFVS2h3OGYxdEdqUnlWSjNicDFTOUZPTmZrS0RYOS8vM1MxVzIzVHBvM1RHaVQzQmlRMnBVdVhkbGhnMHVidnYvOU9zZElsTEN4TVM1Y3UxWmt6WjNUMjdGbUhoVWE5dkx6c1ZxZ2tWNnhZTVpuTlpsa3NGaTFldkZoOSsvWk5zVUxsK3ZYcldyaHdvYVNrZWhHT3dobWI0T0JnSFQ1ODJPbHhWemhielpPVzVBSEpOOTk4azJvWXNHdlhMcDA2ZFVxUzlOcHJyNlg2ZFhkaysvYnRrcVRtelp1blk2YVpJekV4VVN0V3JOQzhlZk9VbUppb2Q5OTlWMTkrK1dXSzl6SjY5R2dkUFhwVUlTRWhhdENnZ1lZUEg1N21LcFRrVzlCU0V4a1o2ZEk0U1VhUlZHZktsaTNyTVB5b1VxV0tTcFlzcVgvKytVZGJ0MjUxT0NaZnZud0tDZ3B5R0ZyYTVsZXFWQ21YdDYwQkFKRFZDRWdBQVBlRitmUG5TMHBhQ2VGS0ljLzBzRnF0RGgvMG5RVVZrdlQ1NTU4YjRVTkNRb0tzVnF2ZEExK25UcDEwOXV4WnUzUDgvUHkwWThjTzQzT1R5YVN5WmN1cWN1WEtxbEtsaWg1Ly9IR1ZMVnZXWVZnakphMkM2ZFNwazlhdFc2ZjE2OWRyL2ZyMXFiNnYxTnJnU2tuYkdkSmF2WkZWa25jRDJyVnJsNktpb2h5R09WYXJWWXNYTDVhVUZFbzkvL3p6YnQwbk5EUlU1OCtmbDQrUFQ2WjNQM0lrSUNEQUtBSnJDK3ZPbmoyckNSTW02UGZmZjVlVXRHSnB6Smd4RG9PZW1UTm5hdmJzMlFvT0R0WXZ2L3lpZ3djUHFrdVhMdXJmdjcvOC9mMlZPM2R1NC9yRmloV1RsRlMvWjl1MmJWbiszcEpMYmV0WXUzYnR0SERoUXUzZnYxOFhMMTVVOGVMRlU0eHhGSTdjdUhGRGUvZnVsU1MzVndrQkFKQ1ZDRWdBQUZudTRNR0QrdWFiYjFLODNyVnJWNk0yUnMrZVBSVVRFNlBYWG5zdHkrWXhjdVRJREozZnFWTW5SVVJFT04xT1kxTzZkR2wxN3R4WlpjcVUwZU9QUDY3S2xTdW5lTkJNclZhS2xOUmxwV1RKa3ZyeHh4OTE0Y0lGSlNRazJCMzM4ZkZSOGVMRjFiRmp4elRiNzZiVzVqY3NMRXdyVnF6UVF3ODlwTGZlZXN2cE5WeHA4K3RJOG9ERVlyRW9LQ2hJUFh2MlRERXVORFJVWVdGaGtwTGFMamRwMGlURm1COSsrRUc1Y3VWeWVCL2J6MWVaTW1WMDZOQWh1Mk9sUzVkMnVrb2h2VnR4aWhVcnBqRmp4a2hLcXMreVlNRUNmZjc1NTdwejU0NzgvZjAxWXNRSWg1MWJiQW9WS3FUSmt5ZXJZOGVPK3ZEREQzWHExQ210V3JWSzMzMzNuWVlORzZZMmJkb1kxMDgrMThLRkN4dWZKeVFrcFBsejVDNGZIeCs3TFY2cGFkKyt2Ull0V2lTcjFhcVZLMWRxK1BEaExwMjNlZk5tbzFWMWVuNm1BQURJS2dRa0FJQXNkK2JNR1FVRkJhVjR2WEhqeGtaQTBxeFpNelZwMHNUdGJSWHVlT3l4eHh3R0c3R3hzYWx1TTBpUGUydW8zQ3QzN3R6YXZYdTNKQ2x2M3J3cGp2djQrS2hYcjE3cGFpVnJNM1RvVUwzNTVwdXBQdkJHUmtZcU9EaFkzdDdlNnR5NXM4TjZHVkpTNTVJOWUvYTRQWWNyVjY3WWZmN1ZWMStwVzdkdUtiN1B5Ui8wRXhJU1VnUkNrbjBubytSdTNicWx6WnMzUzVKT256NnRFU05HMkIzdjBxV0wzbm5uSFpldTVZNkVoQVFGQndmcjAwOC8xYVZMbHlSSmRlclUwWVFKRTFTOGVIRWRPM2JNQ1B5Q2dvTHN3ZzJibWpWcmF0V3FWVnE5ZXJVV0xGaWdhOWV1YWR5NGNkcTBhWlBlZWVlZFZMZWYvUExMTHhvMmJGaUczMGR5M2JwMVMvSDFjNlo0OGVKcTFxeVpkdTNhcGErLy9scjkrdlZMc3pXM3hXSXhhZzNWcVZNblc0dnBBZ0NRRmdJU0FFQ1dLMSsrdkxwMDZXSjgvdlhYWHh0L1FaYVNhb01rWDJuZ2lLdHRmcFBmbzBpUklwS2s2dFdyS3lFaFFiMTY5WExZemVYQ2hRdjYrT09QTTcwVGlVMThmSHlxWFd2U3N3ckEzOS9mWVh2WjQ4ZVBwMnNWVGtKQ2dycDA2WkptUzl2a1VtdXBiR01MRGlwVXFLRG82R2lkUDM5ZTMzenpqZHEzYjI4M3JuejU4a2FCMXVRbVRKaWdpSWdJbFNsVHh1bnFrWFhyMWhsYmlPclVxV084aDcvLy90dG96eHdkSFcxMHg1SCt2NHRRWkdTa1Vmc211ZGpZV0dQK3lZOFhMMTVjUllvVTBiNTkrelJ0MmpUaitzV0xGOWZRb1VQdHRvemN2SG5UcUQvaktBU3pNWnZONnRXcmw1bzJiYXFKRXljcUpDUkVJU0VoNnRHamg3cDE2NVptZ1YxZlgxK0hLMjdjY2V6WU1mMzk5OTl1bi9meXl5OXIxNjVkdW4zN3RwWXZYNjRoUTRha092N3JyNy9XaFFzWEpDV3RiQUlBNEg1Q1FBSUF5SEkxYTlhMGErZTdiZHMydTRBa05qWTIxZGE5OTNKbGJQSzZJbDI2ZExFTGFPNVZva1FKVFowNk5jMXIya0lhZDdkbDdONjlPODBWSmU0YU8zYXNPbmJzbU9KMXM5bnNjS1ZDVmtocnRZQWtuVDkvWGxMUzFwZnExYXRyMXF4WldyUm9rWjUvL25tN2xTMysvdjU2OHNrbjdjNE5EUTAxT2duMTZOSEQ0ZGY5OXUzYldyMTZ0Zkg1OU9uVGpab2d5NVl0MHllZmZDSkordjMzM3pWNDhPQVU1d2NIQnlzNE9OanAvTyt0QVRObzBDQzk4c29yS2xxMHFDNWN1Q0JmWDErOS9QTEw2dDI3ZDRyQXl0YXkyc3ZMUzM1K2ZrN3ZZVk9tVEJrdFhyeFlxMWV2MXJ4NTh4UVhGK2RTYStTQWdBQ1hmbjVUTTJuU3BIUUZKRldyVmxXOWV2VzBmLzkrclZtelJsMjdkalZxcHR6cjl1M2JSZ2hXcVZJbFBmMzAweG1hTXdBQW1ZMkFCQUNRNDdaczJaSml5OFBSbzBjMWVQQmdtVXdtL2ZEREQ4YnIwZEhSYXR1MnJTUnA0Y0tGcWxpeG9zTnIrdnY3YTkyNmRmcnNzOC9jbm85dEM4QzliS3NLWEhuWWRhWjA2ZExwUGxkS1doV1IydmFRY3VYS0dkdE5jcHJGWWpFSzJKWXRXMVl2dlBDQ0ZpNWNxQXNYTG1qanhvM3EyclZycXVjdlg3NWNVbEp4VW1mMVBCWXRXcVRyMTYrbk9SZHZiMis3QUNNK1B0NG91T3RvMVl5ejQ3WlE1MS8vK3BjKy9QQkRWYTVjMldrZ2NPUEdEVW11QlVrMkpwTkozYnQzVjVNbVRmVFZWMTlwd0lBQkxwMlgwU0s4anJZMHVXcklrQ0hhdjMrLzR1UGpGUmdZNkxURjhMeDU4NHd0VjIrKytXYU90MklHQU9CZUJDUUFnQnpuNysrZjRqWGJ3MU91WExtY3R2VE5reWRQcXUxK1kySmlVdFRBY0lXenJqYTNiOStXMld4MnV0VWpMVDQrUGhrT0w1bzNiMjQ4ZUtmRllySG9ndzgreU5EOTdsV3VYRGwxNzk3ZHBiR25UcDB5dWdhVksxZE8vdjcrZXZubGwvWHBwNTlxL3Z6NWF0YXNtWW9XTGVydzNKQ1FFTzNjdVZPUzlNb3JyempjVG5UbXpCbTcxU09wcVZ1M3J0RTVSZnIvN2tORGh3NTErSDU2OXV5cDBOQlFEUmd3UUsrODhvckRhK2JPblZ0dnZQR0cwM3ZldkhsVFV0SjJIbHRIR21mNjlPbGp0KzJvZE9uU0x0Y1h1WGp4WXJaMDduR21Zc1dLNnRDaGd6WnYzcXdmZi94UjI3ZHZUOUdkSmlRa3hBZ2VHemR1cklZTkcrYkVWQUVBU0JVQkNRRGd2bVNyRVpGYW05RzA5T25UeDJtUjB5NWR1dWpzMmJQNjl0dHZWYkJnUWJ0ampsWVVSRVpHS2k0dXp1bHFnZnRSUWtKQ3BxOG1xVisvdnNzQlNVaElpUEZ4OG01Rkd6WnMwT1hMbHpWcDBpUmpDMHh5Rm92RnFHMVN1blJwcDdVcTl1M2JKNHZGb2txVkt1bkVpUk9wdG11K1YweE1qS1NNclFhS2lZbEowZUxaa1lTRWhEVEhwVldESnpWK2ZuNXV0MFcrMTIrLy9hYnc4UEIwbno5czJERHQyYk5IMTY1ZDAvdnZ2Ni9ISDMvY1dDMFZGUldsMGFOSEt6RXhVWDUrZm5yMzNYY3pORmNBQUxJS0FRa0E0TDVrZTFpekZWcDF4VysvL2FhdnZ2cEs3ZHUzVjcxNjlXUXltV1EybXhVU0VxS3RXN2VxV3JWcUtlcDJlSGw1dVZTWTlNU0pFNUxrZEV1UEsrN2V2WnZodjV5N1U2c2x1ZVhMbDZlNjJpWXRPM2Z1MUtlZmZ1cldPVC8rK0tPa3BPK2g3V0haMTlkWHc0WU4wK2pSbzdWdjN6NXQyTEJCblR0M3RqdnY0NDgvTnI3ZWI3MzFsdE11UE4yNmRkT1JJMGZVcjE4L2wwTWJLZW43Y08zYU5VblNRdzg5NU5aN1NxNW16WnFhUDMrKzArTXpaODdVcVZPbjFLUkpFNmNoejhpUkk0MndKcjBLRkNpUW9pV3d1eVpObXBTaGdDUi8vdndhTjI2Y2hnMGJwdWpvYUkwWU1VSkxsaXhSN3R5NTllNjc3K3J5NWN1U2tybzdGUzllUEVOekJRQWdxeENRQUFEdU8xYXJWZDkvLzcwa3FVcVZLaTZmRnhrWnFXM2J0dW5BZ1FQRytWSlNQWlBObXplN1ZQRFNHZHZEZm1yZFNGeVJrVGxJNlE5SXlwUXA0N0RGc2FzS0ZTcmsxdmpMbHkvcjBLRkRrcFFpRkdyVnFwVjI3OTZ0N2R1M2EvcjA2WHJra1VkVXUzWnRTZElQUC95Z2xTdFhTcExhdDIrZmFpRlBrOG1rRHovOFVGNWVYbTdON2R5NWM4WnFrNHpVaENsWXNLRHExcTNyOEpqVmF0WEZpeGNsSmEyNmNUYk9uYTVCemtSRlJXblVxRkVadXNheFk4Y3lQSS9HalJ1cmQrL2VXckZpaGNMQ3dqUml4QWdWS2xUSStEbm8yTEdqV3JkdW5lSDdBQUNRVlFoSUFBRDNuYzJiTit2a3laT1NwR2VlZWNibDgyeXJBa3FXTEduM3VxMFd4TDFiYVNTcFY2OWVkZy9ZSlV1VzFPTEZpelYwNkZCRlIwY3JUNTQ4aW9xSzByZmZmaXRKK3ZiYmJ4VVhGNmZ4NDhjclg3NThHang0c0c3ZHV1WFNWaUFmSHgvdDJyWEw1ZmZqaURzMVNKSzdlUEZpaGdwNXVudlBvS0FnbzVoc216WnRVaHdmTldxVWpodzVvc3VYTCt1dHQ5N1M0c1dMRlJNVFk2eUVLRjI2dEVhT0hKbm1mZHdOUjZULzMvcGpOcHRWcGt3WnQ4OTN4YSsvL21xc0RLbGV2WHFXM01NbUxpNU8yN2R2ejlKN3VHclFvRUU2ZCs2Y2R1L2ViUVFqVWxJTkdMYldBQUR1ZHdRa0FJRDd5dDY5ZXhVWUdDaEpldUtKSjFMODVUMzVBN0d0QUtpTnJVMXAyYkpsN1Y2M0JTZU9WbERZbHY3YjJQNmkzN3g1YzBsSkt3RUNBd01WRXhPalJ4OTlWTmV1WGRNUFAveWc0OGVQS3pBd1VNMmFOWFA3UGVhRUhqMTZaTnU5WW1KaWpGVWdwVXFWU3RHK1YwcmFrakY3OW16MTdkdFhNVEV4R2pSb2tPN2N1YVA0K0hqbHk1ZFBjK2JNeVZEOW1kVDg4c3N2a3BMcW9tUjBSWTh6dG9La1pjcVVVYVZLbGRKOW5VOC8vVlMxYTlkVzdkcTFuWFo5S1Y2OHVGMHI0dVRPbkRtam1UTm5LakF3TU5YVlQ0R0JnUW9LQ2tyM1BHMjh2YjMxM252djZkQ2hRMFpBWkRLWk5IRGd3RXhaTFFNQVFGYml2MVFBZ1B0Q2ZIeThsaTFicHFWTGx5b3hNVkVGQ2hUUWhBa1RVb3pMbXpldi9QejhGQnNicSsrKyswNWx5NWFWMld6VytmUG5qYitpMndxQzJwdytmVnFTOVBYWFg2dGp4NDUyRDJwQlFVRjJLMHVTQnpCMzc5N1ZoeDkrcU8zYnQ4dlgxMWRUcDA1VnZuejU5TTQ3NytpUFAvN1FxNisrcXVIRGg2dExseTR1dmNlN2QrL3F4UmRmZFAyTDRvQ3RlSzI3bm4zMldhZmRkNDRjT2FLSWlBajk2MS8vVXVYS2xSMk9PWGZ1bkg3Ly9YZVg3clZpeFFxajZHaXZYcjJjUHRoWHJGaFIwNlpOMDlDaFE0MFF5MncyYTlhc1dTbENyc3dTRlJWbGRMT3BYNzkrbHR6anQ5OStNMVlLcGRXOUppM0J3Y0Zhc21TSjNucnJyUlFoVjkyNmRiVnQyelo1ZTNzclQ1NDhpbytQbDVUVStjbGtNaWt4TVZGang0N1Z1WFBuOU41NzcrbVRUejV4R2xLTUhEbFNnd2NQemxEUldrbjY4ODgvOWQ1Nzc5blZWYkZhcmVyYnQ2OEdEaHlvN3QyN3AydlZEd0FBMllHQUJBQ1FyU0lqSTQwSE9adWZmdnBKZ1lHQlJzMkdRb1VLYWM2Y09VNjNQelJ0MmxUZmZ2dXQxcTVkcTdWcjE5b2Q4L2YzdDl1V1k3VmFkZXJVS1VuUzhlUEhOV2ZPSEEwZlB0dzQ3dVBqNDNBVndhRkRoelJ6NWt5RmhZWEpiRFpyNHNTSktsKyt2Q1JwOGVMRit2REREN1Y1ODJZRkJnYnEyTEZqR2pObWpFdnRmMjFoVFhiSWxTdVh0bTdkS2lscGxZSHR3VFFxS3NwdU5jMzQ4ZU1WRVJHaFJvMGFhY2lRSWNhWXNMQXcxYWxUUjFKU2krT29xS2cwVjF5RWg0ZnJpeSsra0pTMFRlYmVvcmpKV1N3Vy9mcnJyM2JkWnl3V2l6WnUzS2hISDMwMFhUVlRrbStaY3JRdGFNMmFOY2JLSTNlMmI3a3FNakxTMkNaVXBFZ1JsOE16WjJ6dm9VQ0JBc1pyaVltSkdqNTh1T3JYcjY4MmJkb29iOTY4dW4zN3R0SHFkOVdxVmFwWXNhSzh2THowOXR0dmE4aVFJVHAwNkpBKytPQURqUnMzenU3NnRwOEZmMzkvK2Z2NzYvUFBQOWVsUzVmMDl0dHZ1ejNQUllzV2FkMjZkY2IzczMzNzl2THo4OVBhdFd0MTU4NGR6Wm8xUzk5OTk1MzY5KytmbzIySkFRQndob0FFQUpCdElpSWk5TVliYnhpRlJqZHMyS0NtVFp1cVFvVUt4bXRObWpUUjZOR2pVKzFlTTNMa1NQbjQrT2pnd1lQR1NvVThlZktvUW9VS2V2UE5OMVc0Y0dGajdQSGp4M1g3OW0zanRWV3JWc2xpc1RodENidDkrM2F0V3JWS1I0OGVsWlRVNWVUOTk5KzMyK3FUSzFjdWpSczNUbzg5OXBobXo1NnRvS0FnWGJ4NFVRc1dMSEM2V2tMS25Cb2tiZHUyZGJrZWlNbGtzcXZIOHR0dnYybisvUG42KysrL3RYNzlldm43K3pzOWQrWEtsZnJzczg5VXFWSWw5ZXpaVTg4ODgweUsyaTczc2xnc0dqTm1qQkdBRFJreXhPbUtoYi8rK2t0VHBrelJuMy8rS1VrcVhMaXdyRmFycmw2OXF1RGdZUDN5eXkvcTE2K2ZPbmJzNk5ZMm1QUG56enM5ZHUzYU5hMWV2VnBTVWdlYVJ4OTkxT1hydXVMaXhZc2FNbVNJc1cxcjdOaXg4dlgxVGZXYzFINWVidCsrYmF6RVNONzU1Y2NmZjlSUFAvMmt2WHYzcW1uVHBxbHVuYWxmdjc1R2pCaWhhZE9tYWZQbXphcGN1Ykt4aXNsaXNhaDE2OVo2NG9rbk5IcjBhRjIrZkZrZmYveXhwS1JBcG4vLy9tbSs1eHMzYm1qTm1qVmF0V3FWb3FPakpTVnRuM3IzM1hmVnFsVXJZdzRUSmt4UVZGU1VRa05ETld6WU1GV3FWRWt2di95eW1qWnQ2bEt3Q0FCQWRpQWdBUUJraXpObnptakFnQUdLakl4VS92ejVaVGFiZGZEZ1FZMFlNVUpqeDQ0MXVwSFVxbFVyeldzVktGQkE0OGVQZCttK3RtNDJUejMxbEY1NjZTVzkrZWFiUm4wSVIzTG56cTAvL3ZoRFpyTlo3ZHUzMTZCQmcreitlcDljejU0OVZiSmtTVTJhTkVtdnZQSktxZys3TmhtdHE1R1FrT0QyT1NFaElWcTRjS0ZSTk5QYjIxcy8vZlJUcWgxRlFrTkRKU1VGVEdQSGp0VW5uM3lpYnQyNnFXUEhqazRmeU9mTW1hUGp4NDlMU3RyUzA2SkZpeFJqSWlNanRYRGhRbTNhdE1rbzRscS9mbjFObmp4WkpwTkpVNlpNMFE4Ly9LQ29xQ2hObno1ZG4zMzJtYnAzNzY0MmJkcTQxUEo1eVpJbEtiN0d0bGErMDZkUE54N2krL1RwaythMTNMRm56eDVObmp4WlY2OWVsU1M5OGNZYmF0U29VWnJuK2Z2N0t5b3FTbGV1WEVseDdNeVpNOGJIeWJ2dDJFS2U1czJicTJqUm9tbmVvMnZYcmpwNjlLaCsvUEZIdTZEbDlPblRpbytQMTRHYWQycm5BQUFnQUVsRVFWUURCK1R0N2EyYU5XdXFYNzkrV3J4NHNSWXRXcVRDaFF1bmFNRnM4OWRmZjJuRGhnMzY1cHR2akhEVFpES3BYYnQyR2pKa2lGMzc1TWFORzJ2VHBrMWF2SGl4MXExYko0dkZvdVBIajJ2VXFGSEtseStmbm5ubUdiVnQyMWJWcWxWait3MEFJRWNSa0FBQXN0eUpFeWYweGh0dktDb3FTbm56NXRYOCtmTjE1ODRkdmY3NjY5cXpaNDg2ZGVxa0ZpMWFxRkdqUmdvTkRWV2hRb1hrNCtNakx5OHZlWHQ3eTJReUdmK2JtSmdvaThWaTkwOUNRb0lzRm92dTNyMXJ2RmFtVEJuNStma3BPRGhZVWxKQVVxVktGUzFhdEVodnYvMjJJaUlpSkVtREJ3OVdvMGFOVktOR0RSVXRXbFRWcWxYVHRHblRWTFZxMVZRZlBoTVRFM1huemgzVnFsVkx5NWN2bDVlWGwwNmNPR0hjTnl0RVJFUVlEL2l1QkMwSER4N1VraVZMZFBqd1lVbEp3VWliTm0zVXQyOWZsU3BWeWhoblcvR1JQT0Q1NUpOUGRQVG9VYTFldlZyZmYvKzlMbDY4cUZtelptbng0c1hxMkxHanVuWHJwbUxGaWhuajE2MWJwMVdyVmtsSzJscHliOXZaOCtmUGE4V0tGZHE2ZGF2dTNyMHJTY3FYTDU4R0RScWt6cDA3Ry9lZU1XT0dmdnp4UjMzODhjY0tEdy9YMWF0WE5YZnVYSDN5eVNlcVhidTJtalJwb2xxMWFxbDgrZklPSDZiTGxTdW5mUG55cFhoOTQ4YU5SbzJhZXZYcXBXZzluRjRuVHB6UW9rV0w5TU1QUHhpdkRSdzRVSysrK3FwTDU1Y3BVMFlSRVJIYXNtV0x5cGN2YjZ6U2lZMk4xZEtsU3lVbEZSZTJmYTJQSGoxcWZEOWZldWtsNHpyZTN0N0d4L2R1WVpPU1ZyUDA3ZHZYcnJiTGdRTUhKRW5GaWhWVGlSSWxKRW45Ky9mWHFWT250R3ZYTGdVR0JxcEVpUkpxMEtDQkpPblNwVXZhc1dPSHZ2MzJXeU1JczJuVXFKRUdEUnBrYkVPN1YvNzgrVFY4K0hCMTdkcFZDeFlzMFBidDI1V1FrS0JidDI1cDQ4YU4ycmh4b3dvVUtLQzZkZXVxYnQyNmF0Q2dnVXZoRHdBQW1ZbUFCQUNRNVE0Y09LQ29xQ2laeldaOTlORkhSaUhRUllzV2FjS0VDVHAzN3B5MmJObWlMVnUyWk5vOWc0S0N0R1hMRmwyNmRFbmUzdDVHellPS0ZTdHE5ZXJWK3Z6eno3Vm16UnFkT0hGQ0owNmNTSEcreVdSU3JseTVqR0JHU2xxOVlRdG9IRzNSTVpsTSt2Nzc3ek1Va0t4WXNVTEhqeCtYcjYrdmZIMTk1ZWZuSjE5Zlg4WEZ4ZW03Nzc0enhqbmJIbUsxV3JWNzkyNHRXN1pNeDQ0ZGsvVC93Y2hycjcybUFnVUs2TWlSSTdwKy9icjgvUHgwNGNJRjdkdTNUMUxLTnNqVnFsVlR0V3JWZFBueVphMWJ0MDdyMTY5WGRIUzB2dmppQzYxZXZWcTlldlhTb0VHRGRQejRjVTJmUGwxU1VwSFZxVk9uS24vKy9JcUxpOU9PSFR1MGRldFc0NkZlU2lxRTI2NWRPdzBlUE5odXBZSE4wMDgvcllZTkd5b29LRWhmZlBHRndzUERaYlZhZGVqUUlXTVZ6UGp4NDlXK2ZYdmpuSklsUzhwaXNUaGN4Wk84TTFLZVBIa3kzRzdXMWxZM09EallycFZ0d1lJRk5XN2NPTGZxYTd6NDRvdmF0Mitmb3FPak5YSGlSSWRqMnJadGE3eXYrZlBuUzByYUl2VEVFMDhZWTNMbnpxM0NoUXNyTWpKU3ExYXRVdW5TcGUyK243Nit2a1k0RWhjWHA4T0hEMnY1OHVXU2tyN2VOaWFUU1JNblR0VHAwNmNWSGg2dUV5ZE9xRUNCQXZyd3d3K043VkEyM3Q3ZWF0Njh1VjUrK1dXbnhYM3ZWYnAwYVUyWk1rV0RCdy9XbWpWcnRISGpSaVAwdTNIamhyWnYzNjdkdTNkcnlaSWxCQ1FBZ0d4SFFBSUF5SEwvL3ZlL3RYejVjbzBZTVVLMWE5YzJYcTlSbzRiV3JGbWpYYnQyYWNlT0hUcDI3Sml1WHIxcWJMMUlyeWVmZkZJbFNwUXdydE93WVVPN2dwOTU4dVRSRzIrOG9WZGVlVVUvLy95ekRoNDhxQk1uVHVqaXhZdTZjZU9HN3R5NUk2dlY2dkF2OGFtcFdMR2kwKzA0cnJwejU0NjJiZHVXNnBnbVRacW9Rb1VLVHMrZk8zZXV6cDQ5SzI5dmI3VnUzVnA5Ky9ZMXRtaEVSMGRyMkxCaEtjNHptVXhHUWRaN0ZTMWFWSU1HRFZLZlBuMjBldlZxclZxMVNqZHYzalFldUN0V3JLaVdMVnRxKy9idEdqOSt2RjFiMytYTGx5czhQRnhTMGdQMWM4ODlwMzc5K2prdHdHdGpOcHYxd2dzdnFFT0hEdHEzYjUrKyt1b3I3ZDI3VnhhTFJUVnIxclFMUnlScDgrYk5EcStUa0pDZ2p6NzZ5Q2pNT21iTW1EVHZuUlp2YjIrdFdyVktZV0Zoa3BMQ2h5NWR1cWhQbno1dWYvK2ZmdnBwVFp3NFVXdldyTkg1OCtlTmVacE1KaFVxVkVqTm16ZlhnQUVESkNVRkczbno1cFhKWkZLL2Z2MVNYS3RkdTNaYXRteVpkdXpZb1IwN2RyaDBmMzkvZjNYdjN0M3V0VHg1OG1qbXpKazZkKzZjbWpScElvdkZZcmRhcDFDaFF1clFvWU02ZCs1c3QyWEhIY1dLRmRQUW9VUDErdXV2NjRjZmZsQndjTEFPSERpZ3hNUkV2ZmZlZTZwU3BVcTZyZ3NBUUVZUWtBQUFzcHlmbjUrV0xsM3FzSFZyN3R5NTlmenp6K3Y1NTUrWGxGUTQ4dHExYThZcURkdi9KaVFreUdxMUd0dHR2THk4akgrU2I4UHg4dkl5dHA5MDZ0UkppeFl0Y3RwSnhOZlhWeTFidGxUTGxpMk4xNnhXcTg2Y09hTVRKMDdvM0xsenVuanhvcTVkdTZhb3FDakZ4TVFvTmpiVzJNcGpDMkJzYzJqV3JGbUd2MWExYTlmV1UwODlwVHQzN3VqT25UdkdxaFdUeWFSaXhZcXBYcjE2VHV0QzJMNmVvMGFOVWxCUWtQcjE2MmRYdTBKS2VpQXVVNmFNVWN6VXk4dExKVXVXVk4rK2ZaMkdMc25QN2Rldm43cDM3NjV2dnZuRytKNlpUQ2FOSHo5ZURSbzBzS3RyNHV2cnE4bVRKMnY0OE9GcTM3NjlPbmZ1N1BhcUFKUEpwQVlOR3FoQmd3YTZlZk9tZHU3YzZkYkRzN2UzdCtiTm02YzMzbmhEYmRxMDBYUFBQZWZXL1IzeDhmSFJtREZqTkhYcVZMVnAwMGF0VzdkMnVCTEdWVzNidGxYYnRtM1RIT2ZyNjZzWk0yYm80c1dMRG9PSi92MzdLM2Z1M0FvT0R0WS8vL3hqaEMyT0JBUUVxRWFOR2hvd1lJRER3S2hzMmJMR3Y2OW1zMWtUSmt6UWdnVUwxTHAxYXpWczJOQnA4VjEzK2ZuNXFYWHIxbXJkdXJXdVhyMnFZOGVPcVVtVEpwbHliUUFBM0dXeVp2VFBkQUFBU2RLY2VRczFaOTRDU2RMUWdmMDFkT0NBSEo0UkpHbnIxcTFxMTY1ZFRrL2p2bU8xV28zZ0phc0xZOXFDclp3VUV4T1RhcmNYNEg0Mlo5NEN6Wm0zVUpJMGRPQUFEUjJZZG9jaEFJRDdXRUVDQUhpZ0VZNDRabHR4azEzM3ltbUVJd0FBSUMzMFVnTUFBQUFBQUI2UGdBUUFBQUFBQUhnOEFoSUFBQUFBQU9EeENFZ0FBQUFBQUlESEl5QUJBQUFBQUFBZWo0QUVBQUFBQUFCNFBBSVNBQUFBQUFEZzhRaElBQUFBQUFDQXh5TWdBUUFBQUFBQUhvK0FCQUFBQUFBQWVEd0NFZ0FBQUFBQTRQRUlTQUFBQUFBQWdNY2pJQUVBQUFBQUFCNlBnQVFBQUFBQUFIZzhBaElBQUFBQUFPRHhDRWdBQUFBQUFJREhJeUFCQUFBQUFBQWVqNEFFQUFBQUFBQjRQQUlTQUFBQUFBRGc4UWhJQUFBQUFBQ0F4eU1nQVFBQUFBQUFIbytBQkFBQUFBQUFlRHdDRWdBQUFBQUE0UEVJU0FBQUFBQUFnTWNqSUFFQUFBQUFBQjZQZ0FRQUFBQUFBSGc4YzA1UEFBQWVSUHNQL2lwcFFVNVBBd0R3QUVqNmJ3b0FJS3NSa0FCQUZqaHc2TEFPSERxYzA5TUFBQUFBNENLMjJBQkFKaWxSdkpqOC9mMXplaG9BZ0FkVW5qeCtLbEc4V0U1UEF3QWVXS3dnQVlCTTBxSlpFM2w1ZWVudmZ5N2s5RlNBKzE3WVg4ZDErZkpGU1ZLNThoVlZySGlKSEo0UmNQOHJYcXlvV2pScmt0UFRBSUFIbHNscXRWcHplaElBQU1CekpDWW1hdno0OFFvT0RwYVhsNWNtVEppZ05tM2E1UFMwQUFDQWgyT0xEUUFBeUZZSkNRbEtURXlVSkhsNWVjbmIyenVIWndRQUFFQkFBZ0FBY29BdElQSDI5aVlnQVFBQTl3VUNFZ0FBa0swc0Zvc1NFaEtNejAwbVV3N09CZ0FBSUFrQkNRQUF5RmFKaVlsR1FNSUtFZ0FBY0w4Z0lBRUFBTmtxTVRIUjJHSmpNcG5rNWNXdkl3QUFJT2Z4R3drQUFNaFdWcXZWcmdZSkFRa0FBTGdmOEJzSkFBRElWZ2tKQ2NZV0cxYVFBQUNBK3dXL2tRQUFnR3hudFZvbDBlWVhBQURjUHdoSUFBQkF0ckpZTExKWUxKSUlTQUFBd1AyRGdBUUFBT1FZczlrc3M5bWMwOU1BQUFBZ0lBRUFBTmtySVNIQldFRmlNcGx5ZURZQUFBQkpDRWdBQUVDMlNreE1OSXEwc3NVR0FBRGNMd2hJQUFCQXRrcElTRERhL0hwNWVkSEZCZ0FBM0JmNGpRUUFBR1E3VzBCQ20xOEFBSEMvb0NvYUFBRElNbmZ2M2pWYSt0ckV4Y1hKWXJISWFyWEt5OHRMaVltSnVuUG5qdDBZSHg4ZjZwTUFBSUJzUlVBQ0FBQ3l4TjI3ZDdWcDB5YWRPWFBHN3ZWYnQyN3B5cFVya3FScjE2NXA1Y3FWQ2dnSXNCc3plUEJnNWNtVEo5dm1DZ0FBUUVBQ0FBQ3loTmxzMXBVclY3UnUzVHFIeDAwbWsyN2R1cVh0MjdmYnZWNnRXalg1K3ZwbXh4UUJBQUFNYlBvRkFBQlp3bVF5cVdIRGhuYXZXYTFXcC8vWVBQLzg4OVFsQVFBQTJZN2ZQZ0FBUUphcFdyV3FIbjc0WVpmSEZ5eFlVSTBhTmNyQ0dRRUFBRGhHUUFJQUFMS00yV3hXdTNidDdGNHptVXgyL3lSWHZYcjFGUFZJQUFBQXNnTUJDUUFBeUZKdDI3WlZybHk1SkNXRkk4bTMwOWcrTnBsTTh2YjJWczJhTlNuT0NnQUFjZ1FCQ1FBQXlGTDU4K2RYOWVyVjB4eFhxRkFoVmFwVWlmYStBQUFnUnhDUUFBQ0FMSlVyVnk3VnJWdlg3clhrcTBoc2loUXBvbkxseW1YWHRBQUFBT3dRa0FBQWdDemw1ZVdsU3BVcU9hMHRZbHN4VXFOR0RSVW9VQ0E3cHdZQUFHQWdJQUVBQUZtdWZQbnlldVNSUit4ZXUzY1ZTZXZXcmJOelNnQUFBSFlJU0FBQVFKWXJYTGl3S2xTb0lFbDJOVVpzSHovODhNUEdjUUFBZ0p4QVFBSUFBTEtjeVdUU004ODg0L1I0cjE2OTVPM3RuWTB6QWdBQXNFZEFBZ0FBc2tXVktsVlVwRWdSU1VtQmlXMzFTTDU4K2RTb1VhT2NuQm9BQUFBQkNRQUF5QjYrdnI1cTI3WnRpdGVmZU9JSmlyTUNBSUFjUjBBQ0FBQ3lUZnYyN1dVMm00M1B2Ynk4Vkt0V0xmbjQrT1RnckFBQUFBaElBQUJBTm5yNDRZZFZxVklsNC9PQ0JRdXFVcVZLOHZMaVZ4SUFBSkN6K0cwRUFBQmtxeFl0V2hnZlAvend3eXBYcmx3T3pnWUFBQ0FKQVFrQUFNaFdWYXBVVVVCQWdDU3BXclZxZXVpaGgzSjRSZ0FBQUFRa0FBQWdteVZmTmRLMGFkTWNuZzBBQUVBU0FoSUFBSkN0aWhRcG9vb1ZLNnA0OGVLcVhyMTZUazhIQUFCQWttU3lXcTNXbko0RUFQeXZpNHE2b1oyN2Y5VGZmMS9JNmFrQS94UE9uVHVuYTlldTZZa25uc2pwcVFEL0U0b1hLNnFXelo5V29ZSUZjM29xQVBEQU1xYzlCQUNRbHYySGZ0VUhnUjhwNnNhTm5KNEs4RC9seDczN2Mzb0t3UDhFZjM5L21YM002dHloWFU1UEJRQWVXR3l4QVlCTWNPSENKY0lSQUVDV2lZNk9Wa1RFUHprOURRQjRvTEdDQkFBeVdkMDZ0VlR2cWRvNVBRMEF3QU5nLzhGZmRlRFE0WnllQmdCNEJBSVNBTWhrOVo2cXJhRURCK1QwTkFBQUQ0UUZCQ1FBa0UzWVlnTUFBQUFBQUR3ZUFRa0FBQUFBQVBCNEJDUUFBQUFBQU1EakVaQUFBQUFBQUFDUFIwQUNBQUFBQUFBOEhnRUpBQUFBQUFEd2VBUWtBQUFBQUFEQTR4R1FBQUFBQUFBQWowZEFBZ0FBQUFBQVBCNEJDUUFBQUFBQThIZ0VKQUFBQUFBQXdPTVJrQUFBQUFBQUFJOUhRQUlBQUFBQUFEd2VBUWtBQUFBQUFQQjRCQ1FBQUFBQUFNRGpFWkFBQUFBQUFBQ1BSMEFDQUFBQUFBQThIZ0VKQUFBQUFBRHdlQVFrQUFBQUFBREE0eEdRQUFBQUFBQUFqMGRBQWdBQUFBQUFQQjRCQ1FBQUFBQUE4SGdFSkFBQUFBQUF3T01Sa0FBQUFBQUFBSTlIUUFJQUFBQUFBRHdlQVFrQUFBQUFBUEI0QkNRQUFBQUFBTURqRVpBQUFPNXJpWW1KT1QyRi8zbmg0ZUV1ajQyTWpOVDU4K2NWR1JtWmhUUEtHYkd4c1FvUEQxZDRlTGp1M3IyYjA5UEpOcDcwWGdFQXlBZ0NFZ0RBZmV2T25UdHEzNzY5T25YcXBKQ1FrQ3kvWDJ4c3JCWXRXcVRwMDZkbnl2VkNRa0prdFZvejVWcnBkZno0Y1hYdTNGblBQZmVjTm0vZW5PYjRDUk1tNklVWFh0QUhIM3lRRGJOTFhXaG9xUGJzMmFQUTBOQk11VjVJU0lnNmQrNnN6cDA3Nit6WnM1bHlUWnQ5Ky9hcGVmUG1hdDY4dWY3KysrOU12WFo2V0sxV2JkKytYUys5OUZLbS9UeW54MTkvL2FVNmRlcW9UcDA2T25EZ2dQSDY5dTNidFhmdjNoeWJGd0FBanBoemVnSUFBRGl6ZHUxYVhiaHdRYVZMbDFhMWF0V3kvSDZqUm8zU25qMTdKRWxGaXhiVnl5Ky9uTzVyZmZiWlo1bzNiNTVlZlBGRnZmdnV1eW1PMzc1OU85M1hUczdQejA4bWs4bnA4VjI3ZGttU3JseTVvaElsU21US1BiUExaNTk5cGwyN2RxbDU4K1k1K3BEdmlnc1hMdWpHalJ1U3BJSUZDK2J3YkNTVHlhVDE2OWNyTEN4TUowK2VWUHYyN1ZXMWF0VnNuNGVQajQreENpd2hJVUdTZE9USUVZMGRPMVlKQ1FucTI3ZXYrdmZ2THk4di9tWUhBTWg1QkNRQWdDd1hIeDl2UEJ5bHhzdkxTNzYrdnBLazY5ZXY2N1BQUHBNazllclZTOUhSMFU3UE01dk44dmYzei9BOFI0d1lvWkNRRUVWSFIydnUzTGw2OU5GSDFhUkpFN2V2azVDUVlLeDRXYjkrdlh4OWZUVnMyRERqK08zYnQ5VzRjZU1NejFlU3Z2NzZhNVVwVThicGNWdEFVcng0Y2RXdVhUdFQ3bmt2aThXaWlJZ0lsOGFXS2xWS1BqNCtXVEtQbkdUYmtwUTNiMTc1K2ZubDhHeVN2UDMyMityV3JadXNWcXMrL1BCRHJWaXhJdHVEaUZ5NWNoa2YyLzQvb0dyVnFtclZxcFdDZzRPMVpNa1NuVHg1VXUrLy83N3g3ejRBQURtRmdBUUFrT1hHamgxclBLaW41ckhISHRQNjllc2xTWUdCZ2JwNTg2WWthZXJVcVpvNmRhclQ4K3JVcWFNRkN4WTRQQlllSHU1V1BZMjJiZHRxelpvMUtsQ2dnQ0lpSXZUcnI3KzZkRjY1Y3VVVUVCQWdTZkwyOXRiMDZkUDF4aHR2NlBmZmY5Y1hYM3loUEhueTZQWFhYM2Q1SHBraFBEeGNaODZja1pUMHZyTHE0ZmpDaFF2cTNMbXpTMlBYcmwycmN1WEtaY2s4M1BIYmI3L3B3b1VMYnAxVHJWbzE0M3Q4cnl0WHJraVNpaFFwa3VHNVpaYnk1Y3VyWGJ0MjJySmxpMEpEUTdWbHl4YTk4TUlMMlRvSFJ3R0oyV3pXNU1tVFZheFlNUzFidGt5N2QrL1dnQUVEdEhUcFVubDdlMmZyL0FBQVNJNkFCQUNRNVh4OWZlMytPaHdmSHkrcjFhcGN1WExaUGJUYnh1emF0VXM3ZHV5UXQ3ZTNLbFNvNFBDYWQrL2UxY21USnlVcDFSVUp5NVl0VTFCUWtOdHpqb3FLMHN5Wk0xMGVQM3YyYkx0VkliNit2dnI0NDQvMTJtdXY2ZFNwVTFxNGNLSHk1OCt2bDE1NlNYNStmdHF3WVlQVGExMjRjRUdEQmcyU0pFMlpNa1dWSzFkMk9qYTFiVE8ybWlOZVhsN3EyTEdqeSsvRkV3UUdCcnA5enZ6NTgxVzNibDJIeDJ3QmlZK1BqMTJ0amN4UXFsUXBsUzVkT2wzbkRoZ3dRTHQzNzFhSERoM1V0R25UVEoyWEs1TC9lMy92S3JKQmd3Ykp6ODlQbjM3NnFWNTg4VVhDRVFCQWppTWdBUUJrdWNtVEoydnk1TW5HNTYxYXRWSmtaS1JXckZpaDh1WEwyNDJOaUlqUXhJa1RKVW45K3ZWVHYzNzlIRjR6TURCUUowK2VsSyt2cndZUEhwem1ITHk4dk96K21wMVo0dUxpbkI3TGx5K2ZaczJhcGQ2OWV5c3FLa3BmZnZtbDJyZHZyeng1OHFoczJiSk96MHYrb0ZpOGVQRlV4enB6OSs1ZGJkbXlSWkxVdEdsVEZTOWUzTzFycEllakZTTG56NS9QOXBVTGFYbmtrVWZjL25uSWt5ZVAwMk8yVlVwaFlXRjY4ODAzTXpTM2U3MzY2cXNhT0hDZ2V2VG80VlpISXB1RWhBU3RYNy9lV0ozbHFwRWpSNnArL2ZvNmYvNjgyL2UwU2Q1QjUrVEpreXBRb0lEZDhSbzFhbWpFaUJFcVZxeVlzVnJyWC8vNmx4NTY2S0YwM3hNQWdQUWlJQUVBWkt2VHAwOHJNakpTQVFFQktSNms0K0xpTkdMRUNFVkhSNnQ2OWVwNjlkVlhIVjVqNTg2ZFdyZHVuU1JwMHFSSlRsZVpKTmU0Y1dOOTlORkhHWDhEeVZnc0ZxY3JDbXhLbFNxbGFkT21hZTdjdVpveFk0YnhrSDMwNkZFdFdiSkU3Ny8vdnR2MVU2NWZ2NjZKRXlkcTBLQkJUcmVyN05xMVMxRlJVWkprYkg5cDJMQmhtdGUrYytlT0pHblBuajB1amQrNmRhdXIwelljUFhwVThmSHhhWTY3ZnYyNjhiL0p0enI1K2ZtcFNwVXFidDgzdVduVHBtWHFWaC9iQ2hLejJTeXpPWE4vdmJJRk9iR3hzYWtHY3FsSlQ2dGZpOFdpNzcvLzNxMlZWS2xadEdpUlMrTUNBd1BWc21YTFRMa25BQUR1SUNBQkFHUXIyL2FEcDU1NnlxNzdpc1ZpMGNpUkl4VVdGcWJjdVhOcjlPalJEaCtpTDE2OHFFbVRKa21TZXZmdXJmcjE2OXQxaE1tVksxZW1QNkJtVksxYXRiUnMyVExqL2NiSHgrcy8vL21QcmwrL3J1blRweHNyWmx3MWYvNTg3ZG16Ui92MjdkUEdqUnRWcWxTcEZHT1NyeFlvWExpd3BOUlh1OXdyTVRIUnBmRzJEaVh1ZVBmZGQzWHg0a1dYeDRlRWhLaC8vLzdHNThscjFkd1BFaElTZE8zYU5VblNtMisrbWFIdVI2bVpNR0dDWW1Oam5SNGZOMjZjSWlNajFhQkJBL1hzMlRQRDkzdjAwVWUxZS9mdURCZFB0ZjBjdVJvZXNkVUdBSkJUN3EvZklBRUFEN3k5ZS9kS1Vvb3VMcE1tVGRJdnYvd2lTYkphclhycHBaZlN2TmFLRlN1MFlzVUt1OWVHRGgycTNyMTdaOUpzTTAveU1DaDM3dHdhUEhpd0prMmFwS0NnSUxWczJkTGxyalluVHB6UXBrMmJKRW10VzdkMkdJNkVoSVFZWFhTU1c3NThlWnJYbnpsenBvNGVQYW9ubjN4U1E0Y09UWE44UUVCQXFnL3RqaFFvVU1DbGMySmlZbVN4V0dRMm01VTNiMTdqOWZ6NTg3dDF2NngyL2ZwMUl5Z3FWS2hRbHQybmV2WHFMbzByWGJwMG1pdWJYTldsU3hkMTZkSWxROWZvMEtHRElpSWk5UHJycit1MTExN0xsSGtCQUpBVkNFZ0FBTm5tK3ZYck9uandvSHg4ZkZLMHo2MWZ2NzYyYmR1bWdRTUhhdXZXclRwOStuU0tJcTRXaThWNFlMNzNMOUYzNzk1MTJFcTRSNDhlYXRteVpaWTh1SHA3ZXh2RlBsTXJwT3BJKy9idDlmWFhYK3YzMzMvWGxDbFR0SEhqUnJzUXdCR3IxYXJBd0VCWnJWWUZCQVE0RFRDY2RmU3BWcTFhbXZPeWJmZkpueisvUytQVFk5V3FWUzZOR3pseXBIYnQycVVtVFpwbyt2VHBxWTU5NzczMzB1eVVsSHkxUysvZXZlMUNLMmZHangrdlo1OTlOdFV4dHUwMTB2K3Yxc2tKdHBVYTkwdWJZUnZiejFScXJib0JBTGdmRUpBQUFMTE45dTNibFpDUW9BWU5Hc2pYMTFjV2k4VTQxcXBWSzFXdVhGbGx5NVkxNmxyTW5UdFh0V3ZYTnNiTW1qVkxYMzc1cFhyMDZLRWhRNGJZWFh2OCtQRXB1dFZNbno1ZEJ3OGV6TUozWkcvdTNMa0tEUTNWMkxGalV4enIyTEdqUm93WVlYeHVNcG4wemp2dnFHZlBub3FNak5TQ0JRczBmUGp3VksrL2V2VnFIVGx5UkpJMGZQaHdoeTFuUTBKQ1hHNU4vQ0NKaTR0emF3dVJLelZRSk5uOWpEcVRQQ0RKeWhVa2FiR3R5a2tyYU10dStmTGxrMFJBQWdDNC94R1FBQUN5alMzQTJMTm5UNG90QU4yNmRiTUxFRExEaFFzWGRQcjA2VXk5Wm1wc3ExZ2NQYWc3ZWlDdlZLbVNXcmR1clcrKytVWnIxcXhSMjdadFZiRmlSWWZYUG5mdW5PYk5teWNwYVh0UzY5YXRVNHl4V3EyYVBYdTJwS1MvMnQvdkQ2VDc5Ky9YelpzMzAxeWg0WTVxMWFwcHdvUUpHYnBHYkd5c1d6VThiQjFzSk9uVXFWTjJnVWxHbEM5ZlhrV0tGSEZwYkd4c3JMR0NLakV4VVpjdVhYTDdmbm56NW5XN1lMQXJiQUhKclZ1M012M2FBQUJrSmdJU0FFQzJDQWtKMFo5Ly9pbEo4dkh4TWJxNTNMbHp4KzBhRnE3cTFxMmJtalp0NnRZNVlXRmh4aGFRSVVPR3VOVnV0R0RCZ3FwZnY3NDJiTmhndkRaOStuVHQzNy9mNlRrREJ3N1V6cDA3VmFoUW9WUUxuaDQ4ZUZCeGNYSEtseStmd3hVcWtyUng0MGI5OGNjZmtxVFhYMzg5MDd2MnVHTFVxRkhLblR1MzNXdTJ6ampKTFYyNlZQUG56MWRBUUlBYU5teVlhYXNlZkgxOTA5VVdPYm5rUlg5ZGtieER6Smd4WXpKMDcrU21UWnVtRmkxYXVEVDI1czJieHNjTEZpeHd1czBxTlgzNjlISFlNdHRxdFRyOEhxYkYyOXRiWnJQWjJIYVVQRWdDQU9CK1JFQUNBTWdXWDN6eGhmRnh5NVl0TldYS0ZFblNsaTFibkhaeGlZK1B0M3RZdFcxM3NGZ3NLUjVpSGRVZnFWT25qdHZ6M0xObmp4R1FORy9lWEdYS2xISDdHc2tmOW0xQmtEUEZpaFhUMUtsVFZhdFdyVlQvZXYvdmYvOWJ4WXNYVjN4OHZNTTZGOWV2WDlmY3VYTWxTWFhyMWxXVEprMXlKQ0J4ZGNWT2l4WXQ5T21ubnlvcUtrb3JWNjdVNjYrL25zVXp5em8rUGo0Wjd2UmlZN1ZhamRWR3RwVVhyckIxMGNrSVp5SFZIMy84b1Q1OStyaDl2V2VmZlZaVHAwNDFWc0ZrMXNvYUFBQ3lDZ0VKQUNETG5UeDVVai85OUpQYjU5MWJaOFJtNWNxVldybHlaYnJtTW0vZVBDVW1KcXBXclZwcTBLQkJ1cTZSMlo1KyttbVh4alZxMU1qcHNmLys5Nys2ZGV1V2ZIeDhOSExreUZTdjA3VnJWNmNQcXpFeE1aS1N1ZzAxYjk3YzRaZ2lSWXBvN2RxMURvK05HREZDeFlzWHQzdnQ2dFdybWpwMXF0MXJaY3VXMVRQUFBLUHQyN2ZyeXkrL1ZOZXVYVldnUUlGVTUzMi82dFNwa3pwMTZwUXAxd29KQ1ZIZnZuMGx5YTN0THNtMzFNeWZQMS8vK3RlL1hEcnY2dFdyNnQ2OXU5djNjMGZ5Z01ScXRicFVIQmNBZ0p4QVFBSUF5SEt6WjgrVzFXcFYvdno1N2JZQ3BLVmt5WkoyZjVtL2V2V3FidHk0b1lDQUFCVXNXTkJ1N09YTGwxMnF1YkYxNjFaZHVYSkYwZEhST1JLUS9QWFhYN3A2OVdxcVk1SnZSZmpqanovUzNJS1VQMzkrTldyVVNJVUxGMWFQSGozMDZLT1A2dno1ODA3SDM3aHhRemR1M0VqMW1oYUx4ZW1ZWExseU9UMnZUcDA2S2xldW5OMXJ6dWJTcDA4ZmJkKytYVEV4TWZyeXl5ODFjT0RBVk9ma0NaS3ZqSEpuQmNuRml4ZU5qeXRYcnV4eUsrVGsvODQ0QzBqS2x5L3ZNQkRidkhtelZxMWFwZHk1YzZkb3R5MzkvL3h0cTdEaTQrTjE2ZEtsRkFFYUFBRDNDd0lTQUVDVzJydDNyL2J0MnllejJheFhYMzNWS0NLYUdsc3RqaWxUcHFoR2pSckc2N1l1TmgwNmRIQ3BpODI5WW1OampmREIxYit3WjdZbFM1YWsyWTQyT1ZlK1hqVnIxdFRpeFlzMWF0U29GTzJUVTlPbVRSdDE3TmpSNWZGYnRtelJsaTFiWEI2Zmxvb1ZLNnBldlhyYXYzKy8xcXhabzU0OWUvN1ByaUxKTExZVlBKSjdBY214WThlTWMxd05SMXk5bjYrdmI0clFTNUlSVXBwTUpvZkhiUjU1NUJIajQvRHdjQUlTQU1COWk0QUVBSkNsOHVUSkkxOWZYM1hzMk5IbDRwbTJ2NkxmVyt3em80NGZQeTZyMVNvcHFZTk1XdnIxNnlkdmIrODB4NDBlUFZvTkd6WjBhUTUrZm41cGJtVklURXcwdmdaK2ZuNXB6c0ZXNThUZGdyVEZpaFhUazA4KzZmTDRyR2laM0tOSEQrM2Z2MSszYjkvV21qVnIxTDkvL3d4ZDc5Q2hRK21xUFhPL1NON3B4WjB0TDcvLy9ydWtwQzQrMlhFL2R6ejAwRU1LQ0FoUVZGU1VUcDA2cFhyMTZtWEpmUUFBeUNnQ0VnQkFsbnJ5eVNjMVk4WU1WYWxTUmYvOTczOWRPc2UyN0QrdEFxZnVDZ2tKa1pRVU9qeisrT05wam5lMXFLUTdYWGdtVFpxVTVwano1OC9yaFJkZWtDVE5uVHZYclJEamYwMzkrdlZWcGt3WldhMVdsUzlmUGxPdW1WbzNvSXc2ZCs2Y0RoOCtuT25YclZ1M3JrcVdMR244N1B2NStjbHNkdTNYdExDd01FVkVSRWlTMno4cnJteXh5UXlWSzFmV3ZuMzc5UHZ2djZ0SGp4NVpkaDhBQURLQ2dBUUFrT1hxMTYvdjh0amtxeWYyN05sanQrei8xS2xUa3BLS3Z0NjcxU08xbWhzMlAvLzhzeVNwYXRXcUxqMThqaDgvM21ISG1IdFZyRmd4elRGd3pHUXlhZmJzMlNwZHVyVExnVUJxYXRTb1lYUklTcSs0dURpOStPS0xEbzhkT1hJa3c5ZDNKREF3VUNWTGxqUnE5RTh6cis4QUFDQUFTVVJCVkxpejFlamJiNzgxUG03Y3VMRmI5MDFlRXlncnR6ZFZxMVpOKy9idDA1RWpSN0xzSGdBQVpCUUJDUURndnBJODZIRFdwbmJ2M3IzYXUzZXZXOWY5NTU5L2pCVXNSNDhlVldSa1pKcmh4NU5QUHBtdU5yOXdqNnRicjFJemNPQkFkZS9lWGZueTVWUEpraVZkUHUvbXpac3BhbllrSmlacXlaSWxTa3hNMUdPUFBXWjNMRisrZkhZMU5US0xyY1d1clRCdVFFQ0FTK2RGUjBkcjQ4YU5rcExxNnJpN0NpZDVJVjUzYXBlNHEzYnQybHEwYUpFaUl5TjEvUGh4aDF2Y3dzTEM5TWdqajZSYUJCZ0FnS3hFUUFJQXVLK0Vob1pLa2txWExxMCtmZnJZSGR1NWM2ZjI3OSt2QmcwYXBHaEJ1MlhMRnFNT2d5TWJObXd3UG82TGk5UE1tVE5UdEo3TkxwR1JrZnI1NTUrTmJUVEl1R1hMbHFsRml4WjJXMHorL1BOUHJWNjlXamR2M3RTY09YUHN4b2VFaEdqR2pCbUtpWW5ScGsyYjdGclAzcng1VXovLy9MTzJiZHVtTDc3NHd1NjhaczJhcVZtelpsbjJQcUtpb2lTNUhsYXNYcjNhcUNQeTczLy8yKzM3MlFLUzNMbHoyM1dNeW13MWF0U1F2Nysvb3FPajlmMzMzenNNU0NaUG5xenc4SEQxN2R0WHZYdjN6cks1QUFEZ0RBRUpBQ0RiN2QrL1gvMzY5Wk9rRkMxdmJRRkpuVHAxVW5SWUNROFAxLzc5KzFXK2ZQa1V4NDRjT2VJMElJbUtpdEs2ZGVza1NSVXFWRkJZV0ppMmI5K3VtalZyT3QxS2tWWDI3dDJyY2VQR3FYcjE2ZzlrUU5LN2QyKzdzQ0U3Yk4yNlZVRkJRUW9LQ3RLTUdUT01BQ01pSWtMQndjR1NrbFluSkY5ZGtUZHZYaDAvZmx4UzBsYXU1TjEvSWlNanRXTEZDaVVtSm1yNjlPbjY0SU1Qc3UyOVhMOStYWkpySzBqT25qMnJ6ejc3VEpKVXVIQmhkZWpRSVV2dmx4cXIxYXBMbHk3cC9QbnpPbnYyck02ZE8yZjhzMkhEQnBuTlpqVnQybFJCUVVIYXZIbXordlhybDJLbFNFUkVoR0ppWWhRWEY1ZWh1UUFBa0Y0RUpBQ0FiSGY5K25YandTdzVxOVdxM2J0M1M1SkxSVlJkTlhmdVhLT3V5Ymh4NC9UTk45OW85ZXJWQ2d3TVZFSkNnbDU2NmFWTXU5ZTliRjF6TEJhTFB2cm9JNjFjdWRMNC9FRVVIeCtmcmZlTGpvN1d4Ly9IM3AzSFZWbm4vLzkvc3UrSTRJSmlpZ3Nha3BpYW1rdWE1WmFtcGxNNjQ0dzJacTdVV0M0NVRwcm12cVZwYXRyVWFHU00rcTJtTVRPMVVzdEtrMXdxMDh3bG0xUzBVQkZSdGdQbjl3ZS9jMzA0c2gwUU9jRDF1Tjl1M29McnVzNTF2UTZjMjd2cmV2SmVsaStYSkRWcTFNZ3U2T2pjdWJQOC9QeDAvZnAxYmRpd1FkT21UVFAyTlc3Y1dIZmRkWmVPSERtaXVMZzR1OWMxYXRSSS9mdjMxN3Z2dnF2dDI3ZXJWNjllNnRpeFk1bThuOTkrKzAxUzBZRkZabWFtcGsrZnJveU1ERW5TNk5HalM3VHEwNFVMRnlUbHJEUlRsSlNVRkNVa0pPajgrZk02Zi82ODl1N2RLeW1uUjFhSERoM3kvZDI3dTdzYmdWbi8vdjIxWmNzV1hicDBTZSsvLzc0R0RoeG9ISGZwMGlXak53dHorZ0FBbklXQUJBQlE1anAwNktDWW1CaTdiVldyVmxWOGZMeXhHa2ZidG0xTDVWcDc5dXpSKysrL0x5bG5HZHpJeUVoRlJFVG81TW1UaW8rUDE2SkZpL1RsbDE4cUppYkdvYVYvaXlzaElVRlNUaThIVzFqU3QyOWZUWm8wcWRTdlZWd1hMbHpRTjk5ODQvRHg1OCtmTC9LWTJiTm5xMDZkT25iYkxsNjhxTW1USnhlN1BrZFdvMW0rZkxrdVg3NHNTWm80Y2FMZGtzaGVYbDU2OE1FSHRYbnpabTNidGsyVEprMnlHMGJ5NktPUDZzaVJJOGJuTG5mZFk4ZU8xZmJ0MjVXU2txSjU4K2JwdmZmZUsvVmxwMjkyOGVKRjQyZGN2Mzc5UW8rZE0yZU92di8rZTBrNTgzdVVwRGVTeFdJeGV0SFVyRmt6MzJQT25EbWo1NTkvWHVmUG43ZWIwUFZtdWNNUlgxOWYzWEhISGJyampqdnM1bkM1Kys2N0ZSMGRyZSsrKzA2dnZQS0tPbmJzYU13WGMvVG9VZU80eU1qSVlyOFhBQUJLQXdFSkFLRE1CUVlHNXZ0WFl0dFFob2lJQ0lXRmhSWHJuTGEvcE9jZTNuSHk1RWs5Ly96emtuSWVsaWRNbUNBcDU2L2FMNy84c3FaT25hcGR1M2JwcTYrKzBsZGZmYVdHRFJzcUpDVEVlUDJ1WGJ0VW8wWU51YnU3eTlYVjFlNTZGb3RGV1ZsWnlzcktVa1pHaGpJeU1sU3RXalYxN2RyVk9PYkVpUk02ZWZLa3BKeWVKQUVCQVpvMmJab2VmUERCWXIyMzIyWHIxcTNHRUpUU0VoRVJvVWFOR3RsdEs4bndEYXZWcWpObnprZ3FlRDZPcjc3NnlwaGJwbWZQbm1yZHVuV2VZN3AyN2FyTm16Y3JMUzFObjMzMm1YcjA2R0czYi83OCtVcExTOVBtelpzMWR1eFl1NXFIRHgrdVpjdVc2Y0tGQzNyNzdiZjF4Qk5QRlB0OUZNZktsU3VOcisrKysrNENqMXV5WklrKytPQURTVkp3Y0xCZWZQSEZFZzFyMnJScGs3SE1iMEdoUkdob3FFNmVQSm1ueDVPSGg0ZnExS21qOFBCdzNYSEhIYXBidDY3cTFhdW51blhyRmpyNThmang0elZzMkREZHVIRkRZOGFNMGFwVnF4UVdGcWFQUC83WXVGNk5HaldLL1Y0QUFDZ05CQ1FBZ0RJVEVoS2l6cDA3NXp0OFp0dTJiZHF6WjQ4a3FYZnYza1dlNityVnE3cDI3WnFDZ29LVW1KaW9Bd2NPU01wNVlKU2tjK2ZPYWRTb1VicCsvYm9rNlpsbm5yRmIzY1RiMjF1TEZ5L1dsaTFidEhyMWFpVWtKT2pVcVZQR1VzS1M4a3pzV1pTYmU4WHMyN2ZQZUxCczFxeVo1cytmcjlEUTBHS2Q4M1lLQ0FnbzF0S3V0cDk1Y2ZuNCtCaExQZHRXYTdINThjY2Y5ZW1ubnlva0pFUkJRVUh5OC9PVHhXTFJybDI3aklDa2J0MjZlYzZabEpTa0YxOThVVkpPZ0dJTHYyN1dwazBiWTVqTlJ4OTlaQmVRK1BqNHFGT25UdHF4WTRlMmJkdG1GNUJJMHNDQkEvWDIyMjhyTVRGUmE5ZXUxU09QUEdKOHZvcmo3YmZmMXNXTEZ4VVVGS1RBd0VBRkJBVEl6ODlQWGw1ZXlzek0xS1ZMbDdSNTgyWWRQSGhRVWs3STFMaHg0enpuc1Znc21qZHZudEVqeXNQRFE0c1hMeTd3TTdWaXhRcWRPWE5HdFdyVlV2WHExUlVVRkNSZlgxOWxaR1RvMEtGRCtzOS8vaU1wSjFUczJiTm52dWZ3OXZaVzM3NTlKZVdzTmhRZUhxNTY5ZXFwZHUzYWVVSkRSelJyMWt5alJvM1M2dFdyZGZic1dRMGFORWhSVVZGR1Q2YjhRaTRBQU1vS0FRa0FvTXcwYmRxMHdLVjcxNjVkS3ltbmUvN05FN0RtNTl5NWN4b3laSWpkTmxkWFZ6VnYzbHlTVkwxNmRRVUhCeXNwS1VrOWUvYTBtKzhndDRjZmZsZzllL1pVZkh5ODl1N2RxeE1uVGlneE1WRTNidHhRWm1hbU1qSXlaTEZZbEoyZHJheXNMRm10Vm1Pb2pJdUxpL0hQemMzTjd1RmJrZ1lQSHF4UFAvMVVUWnMyMWZqeDQrWHVYcjcrdC92WVk0L2xDWFVLczJiTkdyMzIybXQ1dG9lRmhSbHp4OXdjZ0VnNUU0aXVXTEVpMzNPNnVia1pFNDNteDhmSFJ3OC8vSENlN1dscGFRb05EVlZpWXFLZWUrNjVBb01MRHc4UGRlN2NXVmV1WEZHM2J0M3k3Qjh3WUlBaUlpS01FQ0EzYjI5dkRSOCtYQXNXTEZCNGVMZ3VYYnBVb29EazRzV0x4dHd6UmZIMDlOU1VLVlB5YlAvdHQ5ODBlZkprWXlKaUx5OHZ2ZlRTUzhiblBUOXVibTdhdFd0WGtkZDg4c2tuQzEzTzJ0WUxxN1NNR0RGQ3FhbXBldlBOTjVXYW1tbzN6S3NrRTgwQ0FGQmF5dGVkR2dEQXRDWk5tcVF4WThabzJMQmg4dmYzei9lWVFZTUc2Zjc3NzFkb2FLaXFWNjh1SHg4ZnBhYW1TcEpxMUtpaFVhTkdHZk5JZUhwNjZzVVhYOVNhTldzMFk4YU1RcS90N3U2dWR1M2FHYjBjU291Ym01dFdyMTU5VzVkUExROWNYVjBWRUJCUW90ZUdoNGZMMjlzN3o4b2wzdDdlYXRLa2ljYVBIMjgzN01rbU5EUlViN3p4aG5idTNLbnUzYnNYZW8xWnMyWVZ1SzkxNjlhRjlsb1lNR0NBd3NMQzFLRkRoeUxlU2NHaW9xTGs3ZTB0aThWUzRPUzhvYUdoYXQyNnRSNS8vUEY4NXgvSnpzNDI1aWNKQ2dyU29rV0wxTEpseTBLdjI2UkpFMVdwVWtYWHIxL1A5N3IxNjlmWDBLRkQ4dzJIYnJlLy9lMXZhdE9tamRhdFc2ZnZ2LzllL3Y3K2V2TEpKKzJXYVFZQW9LeTVXRzEvQmdNQWxOamEyRGpObXI5SWtqUXVacFRHeFl4MmNrVVYwNGNmZnFnZVBYb1VxNmVGclVkSFFkMzlyVlpybVM4N1d4NWtaMmNidzR2OC9QeEtOQnlpck5rQ0JLdlZLbTl2NzByN2U3Tzl6NnlzTEVrNVlWRHV5V1VMY3VMRUNTMWR1bFF2dlBCQ3NZZHFaV1JrS0MwdFRSa1pHYkphcmZMMzk1ZVBqMCtKNmtmWldyWnl0WmF0WENOSkdoY3pXdU5pUmptNUlnQ292T2hCQWdBb054eVplK1JtdGlFdWhlMDNvMXZwMWVFczd1N3U1VzRZMHUxUTB2Y1pFUkdoVmF0V2xlaWFucDZlOHZUMExORnJBUUF3aS9MLzV5UUFBQUFBQUlEYmpJQUVBQUFBQUFDWUhnRUpBQUFBQUFBd1BRSVNBQUFBQUFCZ2VnUWtBQUFBQUFEQTlBaElBQUFBQUFDQTZSR1FBQUFBQUFBQTB5TWdBUUFBQUFBQXBrZEFBZ0FBQUFBQVRJK0FCQUFBQUFBQW1CNEJDUUFBQUFBQU1EMENFZ0FBQUFBQVlIb0VKQUFBQUFBQXdQUUlTQUFBQUFBQWdPa1JrQUFBQUFBQUFOTWpJQUVBQUFBQUFLWkhRQUlBQUFBQUFFeVBnQVFBQUFBQUFKZ2VBUWtBQUFBQUFEQTlBaElBQUFBQUFHQjZCQ1FBQUFBQUFNRDBDRWdBQUFBQUFJRHBFWkFBQUFBQUFBRFRJeUFCQUFBQUFBQ21SMEFDQUFBQUFBQk1qNEFFQUFBQUFBQ1lucnV6Q3dDQXltYmYvbThrclhaMkdRQ0FTaURuL3lrQWdMSkFRQUlBcGV6citBUDZPdjZBczhzQUFBQUFVQXdNc1FHQVVsQzllalg1Ky9zN3V3d0FRQ1hsNit1aldxRTFuVjBHQUZScUxsYXIxZXJzSWdDZ29rdEt1cXBQZG4ybWMrY1RuRjBLVU80bEoxOVYwcFVya3FTQWdBQlZEUTV4Y2tWQStSZGFzNGE2UHRCWkljSEJ6aTRGQUNvdEFoSUFBRkNtNHVMaTlOSkxMMG1TQmc4ZXJBa1RKamk1SWdBQUFJYllBQUFBQUFBQUVKQUFBQUFBQUFBUWtBQUFBQUFBQU5NaklBRUFBQUFBQUtaSFFBSUFBQUFBQUV5UGdBUUFBQUFBQUpnZUFRa0FBQUFBQURBOUFoSUFBQUFBQUdCNkJDUUFBQUFBQU1EMENFZ0FBQUFBQUlEcEVaQUFBQUFBQUFEVEl5QUJBQUFBQUFDbVIwQUNBQUFBQUFCTWo0QUVBQUFBQUFDWUhnRUpBQUFBQUFBd1BRSVNBQUFBQUFCZ2VnUWtBQUFBQUFEQTlBaElBQUFBQUFDQTZSR1FBQUFBQUFBQTB5TWdBUUFBQUFBQXBrZEFBZ0FBQUFBQVRJK0FCQUFBQUFBQW1CNEJDUUFBQUFBQU1EMENFZ0FBQUFBQVlIcnV6aTRBQUFCVVRoYUxSV2ZPbkZGR1JvYmQ5b3NYTDhwcXRVcVNMbDI2cEtOSGo5cnRkM2QzVjNoNHVEdzlQY3VzVmdBQUFCZXI3UTRGQUFDZ0ZHVm1abXI0OE9INjRZY2Zpdlc2ZXZYcWFjT0dEUVFrQUFDZ1RESEVCZ0FBM0JZZUhoN3ExcTFic1YvWHExY3Z3aEVBQUZEbUNFZ0FBTUJ0YzNOQVlyVmE4LzJYVzY5ZXZjcXlSQUFBQUVrRUpBQUE0RFlLRFExVmh3NGQ3TGE1dUxqWS9jdXRiZHUycWwyN2RsbVdDQUFBSUltQUJBQUEzR1o5K3ZTeCt6NTNqNUdiZTQvMDZOR2pUR29DQUFDNEdRRUpBQUM0clpvMWE2YnExYXNYZVZ5MWF0WFV2SG56TXFnSUFBQWdMd0lTQUFCd1d3VUVCQ2c2T3RwdVczNXpqNFNIaDZ0S2xTcGxXUm9BQUlDQmdBUUFBTnhXUGo0K2F0YXNtZHpjM1BMTU9TTGx6RW5pNnVxcXhvMGJLekF3MEFrVkFnQUFFSkFBQUlEYnpOWFZWVkZSVVlXR0g3Nit2bXJWcXBYYzNOektzRElBQUlEL1EwQUNBQUJ1dXlaTm1pZ2tKRVNTN0hxUjJMNzI5L2RYcTFhdG5GSWJBQUNBUkVBQ0FBREtnSitmbjlxMWExZmcvbzRkT3lvZ0lLQU1Ld0lBQUxCSFFBSUFBTXBFcjE2OUN0elh2My8vTXF3RUFBQWdMd0lTQUFCUUpobzNicXo2OWV0THlobGFZeHRlVTdkdVhkMTU1NTNPTEEwQUFJQ0FCQUFBbEoySEhub296N1p1M2JvNW9SSUFBQUI3QkNRQUFLRE1kT25TUlQ0K1BzYjNYbDVlNnRpeG94TXJBZ0FBeUVGQUFnQUF5a3hJU0lnaUl5T043OFBEd3hVYUd1ckVpZ0FBQUhJUWtBQUFnRExqNStlbk5tM2FHSE9RUkVWRnFXclZxczR1Q3dBQVFPN09MZ0FBQUppSHU3dTdtalJwSWo4L1Axa3NGdDExMTEzeThQQndkbGtBQUFBRUpBQUFvR3hGUlVVcE9EaFlxYW1wYXRPbWpiUExBUUFBa0VSQUFnQUF5bGhJU0lpYU5XdW02OWV2cTFhdFdzNHVCd0FBUUpMa1lyVmFyYzR1QWdBcXVxU2txL3BrOTJjNmR5N0IyYVVBRmNJdnYveWlyS3dzTldqUXdObWxBQlZDYU0wYTZ2cEFaNFVFQnp1N0ZBQ290T2hCQWdDbFlGLzhONXE3WUltU3JsNTFkaWtBZ0VySTM5OWY3aDd1K2tPL1BzNHVCUUFxTFZheEFZQlNrSkJ3a1hBRUFIRGJwS1NrNk96Wjg4NHVBd0FxTlhxUUFFQXBhOXU2bGU1dGM0K3p5d0FBVkFMNzluK2pyK01QT0xzTUFEQUZBaElBS0dYM3RybEg0MkpHTzdzTUFFQ2xzSnFBQkFES0NFTnNBQUFBQUFDQTZSR1FBQUFBQUFBQTB5TWdBUUFBQUFBQXBrZEFBZ0FBQUFBQVRJK0FCQUFBQUFBQW1CNEJDUUFBQUFBQU1EMENFZ0FBQUFBQVlIb0VKQUFBQUFBQXdQUUlTQUFBQUFBQWdPa1JrQUFBQUFBQUFOTWpJQUVBQUFBQUFLWkhRQUlBQUFBQUFFeVBnQVFBQUFBQUFKZ2VBUWtBQUFBQUFEQTlBaElBQUFBQUFHQjZCQ1FBQUFBQUFNRDBDRWdBQUFBQUFJRHBFWkFBQUFBQUFBRFRJeUFCQUFBQUFBQ21SMEFDQUFBQUFBQk1qNEFFQUFBQUFBQ1lIZ0VKQUFBQUFBQXdQUUlTQUFBQUFBQmdlZ1FrQUFBQUFBREE5QWhJQUFBQUFBQ0E2UkdRQUFBQUFBQUEweU1nQVFBQUFBQUFwa2RBQWdCQUtjdk96aTdUNjFrc0Z0MjRjVU0zYnR3bzgydWJYVXBLaXJOTEFBQUFwWVNBQkFDQVVwU1JrYUcrZmZ0cXdJQUJPblRvVUpsYzg5TlBQOVY5OTkybisrNjdUNmRQbnk2VGEwclNva1dMMUsxYk42MVlzYUxNcm5tN1dDd1dqUmt6Um5GeGNVcE9UaTd5K1AvOTczOGFQWHEwbm56eVNhV2xwZDNTdGJPeXNncmR2M2p4WW5YbzBFRXpaODY4cGZQY1RudjM3dFhHalJ0MTlPaFJwOVVBQU1DdGNuZDJBUUFBM0E1UFAvMjBNak16SFQ2K1pjdVdHamx5NUMxZmQrUEdqVXBJU0ZDZE9uWFVyRm16V3o2ZnpYdnZ2YWVxVmF1cVZhdFdDZ3dNTExYejNvcmZmLzlkbHk5Zkx0YlB1YlJrWkdRb09UbFpTVWxKU2s1TzF0V3JWNDEvbHk5ZjFxVkxsM1RwMGlYajYrWExsNnRwMDZZRm51K2pqejdTL3YzN3RYLy9ma1ZHUnFwRml4YUZYajhoSVVIeDhmR1NwSG56NXVuRkYxOHMwZnQ0NjYyM3RIMzdkczJkTzFkMTY5Yk45NWowOUhTbHBhVXBJeU9qd1BQODl0dHZldmJaWjlXelowOE5HVElrei82c3JDeDkrT0dISmFwUmt0cTNiNjlxMWFvVnVIL3o1czNhc1dPSHhvd1pVK2pQR1FDQThveUFCQUJRN2kxYnRzeDRHQzNJWTQ4OXBuNzkraG5meDhmSEYrdkJQU0Fnd083NzlQUjBoLzRpNytycUttOXZiMG5TbFN0WDlLOS8vVXVTTkdUSWtFS0hYN2k3dTh2ZjM5K2gyaTVkdXFRRkN4YklZckhvMFVjZjFaUXBVeHg2M2UyV2xKUWtTYmNjMkJ3NGNFQ25UNTlXYW1xcTB0TFNsSnFhcXRUVVZHUFlVRXBLaXQyLzY5ZXZGeG9XNU9mSWtTT0ZQcml2WDc5ZWt0U3hZOGNpd3hGSmF0dTJyWVlPSGFyWTJGaHQyYkpGOTl4emovcjA2Vk9zbWhJVEUvWDY2NjhySlNWRmYvN3puelYxNmxUMTZOR2pXT2VRcEdQSGp1blpaNS9WNzcvL3J1UEhqNnRseTVhS2lvcXlPOFppc1pRNHhKR2tOV3ZXcUZxMWFscXlaSW5lZmZkZERSa3lSS05Iank3eCtRQUFLSThJU0FBQTVkN1pzMmQxN05peFFvLzUvZmZmODkzZW8wY1BSVVJFRlBpNkhUdDI2S2VmZnNxemZlclVxZHE1YzJlUnRUVm8wRUQvNy8vOVAwblNnZ1VMak9FWjgrYk4wN3g1OHdwOFhldldyYlY2OWVvaXp5OUo3Ny8vdml3V2l5UnAwS0JCRHIybUxKdzVjMGFTVkx0MjdWczZ6K0hEaDdWcTFhcGl2Y2JGeFVVQkFRR3FVcVdLZ29LQ1ZLVktGZU5mVUZDUUFnTUQ3ZmJWcWxXcndIUHQyYk5ISjArZWxJdUxpMkppWW96dGFXbHBoYzdwOHZqamoydm56cDJ5V0N3S0NRblJqUnMzQ2p6V3k4dExibTV1ZHR1cVZhdW05ZXZYYStMRWlUcDU4cVQrOFk5LzZNaVJJeG8zYnB6YzNSMjdSZHU2ZGF2bXpKbWp0TFEwK2Z2N2EvYnMyWG5DRVVseWMzUFRFMDg4WVh5L2VmTm1KU1ltcW5QbnptcllzS0d4UFQwOVhXKy8vYmFrbkpEUHc4TkRrb3lmWDJabVpwRzlXUUFBcUtnSVNBQUFGVWFYTGwzVXJWczN1MjF2dnZtbWpoOC9YdUJyT25mdVhPaGY1VStkT3BWdlFPTHQ3VzMwREpGeUhoeXRWcXM4UFQzbDZ1cHFkNXdrN2R5NVV4OS8vTEhjM056VXVISGpmSytWbVptcGt5ZFBTcEx4NEZrVWk4V2k5OTU3VDFKT3FOS2dRUU9IWGxjU0hUcDBLTmJ4dHJrM1pzNmNxZG16Wnp2OE9sOWZYMzM4OGNmRzk1MDZkZExKa3lmbDcrOHZYMTlmK2ZuNXlkL2ZYMzUrZnZMMTlaVy92Nys4dkx3VUZ4ZW5YYnQyeWNmSFI5T25UOC96V1NncFcxRFZ1M2R2dTk5ZG56NTlkUG55WllmTzhmVFRUeGU2Zi9IaXhlclNwVXVlN1hmY2NZZldyVnVuRjE1NFFUdDM3bFJjWEp4T256NnRSWXNXeWRmWHQ4RHpaV1JrYU5HaVJjWm5vMG1USmxxNGNLSHExS21UNy9IdTd1NTI0Yy9YWDMrdHhNUkVkZTNhVmIxNjlUSzJKeVVsR1FISjhPSEQ4L1NzQWdDZ01pTWdBUUJVR1BYcjE4OFRkbXpkdXJYUWdLU2taczJhcFZtelpobmY5K2pSUTRtSmlZcU5qYzNUSStYczJiUEc4SVVSSTBab3hJZ1IrWjV6d1lJRk9ubnlwTHk5dll0OG9MYjV6My8rb3dzWExraVMvdmpIUDVia3JUaXNwSk9OM21wdmdvaUlpRUo3Mi96ODg4K2FObTJhMFl1b1ZhdFd1dXV1dXdvOTU4R0RCOVc4ZWZNOHZUWnV0bXZYTHYzNDQ0L3k4dkxTMkxGamkxOThLZkR4OGRIQ2hRdTFmUGx5eGNiR3lzM05UWjZlbm9XK0ppRWh3ZWpoTkdEQUFFMmNPRkZlWGw3RnZyYUxpMHVKYWdZQW9ESWlJQUVBb0FpblQ1OVdZbUtpZ29LQzFLaFJJN3Q5YVdscG1qaHhvbEpTVWhRZEhXMDNqQ0czVHo3NVJKczJiWktVMCtPaW9GNG11YVducCt2MTExODN2bi8rK2VmelBTNzNYQ2xEaHc1MStLRjMrdlRwNnQ2OXUvSDlCeDk4NE5EcnNyT3pOV2JNR0owL2Y5N1lObW5TSkhYcTFNbWgxK2Z1Z1ZQVWRUWnMyS0FWSzFZb1BUMWQxYXBWMDhTSkV3dnRPWktTa3FJRkN4Wm82OWF0YXR1MnJlYk5tNmNxVmFya2U2ekZZakZXNEJreVpJaHExcXdwU2JwNjlhb0NBd1AxNFljZnltcTEycjBtTXpOVHc0WU5VMkppb2g1OTlGRTkrZVNURHIyWG9ub011Ymk0YU55NGNXclVxSkVlZlBEQklvZlkxS3RYVDZ0WHI5YlBQLzlzOXp0MGxPMTlFWkFBQVBCL0NFZ0FBQ2pDMTE5L0xVbHEwNmFOM1FPbHhXTFJwRW1UZE9MRUNYbDVlZWtmLy9pSDB0UFQ4N3ord29VTHhoS3RRNGNPVmJ0Mjdlem1xL0QwOU16M2dUZ3VMazZKaVluRzk0NzA4TWp2K2dXeHpXdGk0K2hjSXUrOTk1N09uejh2VjFkWERSZ3dRTys4ODQ3V3JGbWpqaDA3RmpqRW83aSsrKzQ3elo4L1g4ZVBINWVycTZzR0RoeW9tSmlZUWllMi9lYWJielJqeGd3bEpDUkl5Z2t6VWxKU0NneEk0dUxpZE9iTUdkV29VVVBEaGcyVGxCTWMvTzF2ZjlQVnExYzFZc1FJOWU3ZDIrNDFxMWV2TnBaU3JsV3JWcDVlRzFhclZabVptUVgyQU1uT3ppNXlzdFQ5Ky9mYmZmL2RkOThaLzUwK2ZYcWU0Ny84OHN0OHorUHQ3VjNnaEw2MmdNVFJzQW9BQURNZ0lBRUFWR3JaMmRsNWdvRGNidTRoa0IvYkEraDk5OTFudDMzbXpKbjY2cXV2alBNNE1nUW1OalpXc2JHeGR0dkdqUnVub1VPSDJtMzc5ZGRmOWM5Ly9sT1NGQmtacWVIRGh4ZDR6c09IRHh1cnNFeWNPRkdob2FGRjFpR3BSTXV4SGo5K1hJc1hMNVlrUGZMSUkvcjczLyt1WDM3NVJmSHg4WXFKaWRFYmI3eFI2SEt3UmJsMDZaSldyRmloelpzM1M1TGF0V3VuOGVQSEZ6cjNTa3BLaXBZdlg2NTMzMzFYVXM0Y0owOC8vYlFlZSt5eEFudElYTGh3d2VpZDgreXp6eHB6eVd6YnRrMUhqaHlSbFBlemNlalFJYjMxMWx2R2V4OHdZSURkL2pObnptajI3Tm1xVTZlT1pzeVlrZTkxczdPenRXWExsa0ovQmdVNWQrNmN6cDA3NS9EeC92NyttakpsaXM2Y09XUE1LMkpqNi8zei92dnYyNjBRbFh1NDFKSWxTK3lDdTcvKzlhOGxxaHNBZ0lxQ2dBUUFVS2xOblRwVlU2ZE9MZkhycjF5NW92Mzc5OHZEd3lQUEVKSjI3ZHBwKy9idGlvbUowUWNmZktEVHAwL25tY1RWWXJISVlySEkzZDA5VHkrUnpNek1mSmNTdGxxdG1qbHpwdExUMCtYbTVxWnAwNmFwU1pNbUJkYVkrNkcyZGV2V2VZWUJsWllUSjA1bzdOaXhTazlQVjYxYXRSUVRFeU1YRnhmTm16ZFBmL25MWDNUMjdGazkrZVNUV3JGaVJiRjdrdXpidDA4ZmYveXhQdnJvSTZXbnA2dG16Wm9hUG55NG9xT2pkZlhxVlgzKytlZEtTVW5SdFd2WGxKeWNiUHczS1NsSng0NGRNM3JhZE9qUVFWT21UQ2wwMVJxcjFhb1pNMmJvK3ZYcmF0ZXVuVEZFSlQwOTNSaHlFeFVWWmRkN0pERXhVVk9tVEpIVmFsVlVWSlFtVDU2YzU3emZmZmVkRGgwNnBFT0hEcWxUcDA1NjRJRUg4aHpqNXVhbUJRc1dGUG56U0VoSTBPclZxNVdXbGlaZlgxL2R1SEZETFZxMDBLQkJneHdlRm1NYjFuUHg0a1ZqTXRlYjJYcEg1Y2NXVXRuMDdkdlhvZXNDQUZCUkVaQUFBRkNJSFR0MktDc3JTKzNidDVlM3Q3ZGRiNVFlUFhvb01qSlM0ZUhoeHZ3ZHI3enlpdTY1NXg3am1LVkxsMnI5K3ZYNjg1Ly9yTC85N1c5MjU1NCtmWHErdlFsaVkyTjE4T0JCU2RMZ3dZTUxEVWZLeXFlZmZxb1pNMmJveG8wYjh2UHowN0pseXhRVUZDUkpxbHExcWw1NTVSV05HREZDdi83NnF4NS8vSEhObmoxYjdkcTFjL2o4cjcvK3VnNGRPbVI4Zi9IaVJjMmRPOWZoMTRlRmhXbkNoQW5xM0xsemtjZWVQSG5TNkRWeDdOZ3g5ZXJWUzVtWm1VcE5UVlZxYXFxa25EbFZiRUdFeFdMUmM4ODlwOTkvLzEwMWE5YlVraVZMOGgxQzA3ZHZYMzMyMldmYXZYdTM1c3labytqbzZEeTlhVnhjWE5TMWE5ZEM2L3ZvbzQvMCt1dXZLeTB0VFdQSGp0V0ZDeGYwM252dnlkZlhWeXRYcmxSVVZKVDY5Kzl2OXprclRLTkdqZXgrbGhrWkdVWVBsd2tUSmlna0pNVFlkLzM2ZGMyWk0wZVM5TUlMTDlpdDVIVEhIWGM0ZEQwQUFDb3FBaElBUUlVUkd4dXJ1TGc0dTIxRnJhRHk5Ny8vdmRESlF4Y3RXcVJkdTNZVnVOOFdZT3paczBkdDI3YTEyL2VuUC8xSkV5ZE9MS3JzWXRtN2Q2OWVlZVVWU1ZLZE9uVTBldlRvVWoxL2NTVWxKZW1sbDE3UzFxMWJqVzFlWGw2NmN1V0szWEVOR2pUUW1qVnJGQk1UbzhURVJEMzExRk1PelJ0aTg4Z2pqeGdCaVkrUGowSkNRbFMxYWxYalg1VXFWVlMxYWxWSk9YT2cvUHJycjVKeTV0a1lObXlZaGc0ZFd1VEtMellOR3paVVVGQ1FrcEtTbEpTVUpDbG5HVnhiK05Xdlh6ODFhOVpNVXM2UW1EbHo1dWpiYjcrVmo0K1BYbjc1NVVLSEVFMlpNa1VIRGh4UVVsS1NaczJhcFdYTGxqbFVrNVN6NVBUTEw3K3NyNzc2U3A2ZW5wbzdkNjU2OU9oaEJCWS8vL3l6TWpJeXRHM2JObTNidGsxMzNIR0hCZ3dZb0w1OSt4cGhWWDVDUWtMc1ZuLzYvdnZ2SmVYOEhnY05HbVMzMGs5U1VwSnh2UWNlZUlCbGZnRUFwa0pBQWdDb01HekRWUnc5VnBLQ2c0T04xVW55ay9zdjVEYzdkT2lRamg0OUtpbG51SUt2cjYra25GREcxdE9nTkdWa1pHanExS215V3EzeTl2Ylc0c1dMQzYzdmRycHg0NFkyYk5pZzJOaFlYYnQyVFpMVXBFa1QrZnY3NjhDQkF4bzllclJHamh5cFFnaGVtd0FBSUFCSlJFRlVKNTk4MGhoUzFLaFJJNzMxMWxzYVAzNjhqaDA3cGsyYk51bmpqei9Xc0dIRDlJYy8vS0hROTlLdFd6ZEZSRVNvVHAwNjh2UHp5N00vTFMxTi8vNzN2N1Z1M1RxbHBLVEl6YzFOZmZyMDBhaFJvMVNqUmcxSk9hdndmUGpoaDVvL2YzNmhnWUdycTZ2ZWVPTU51Ymk0S0RBd1VBRUJBWm95WllwMjd0eXB3TUJBbzZmUG1UTm50SGp4WXUzZHUxZVMxTHg1YyszZXZWdmJ0bTFUZW5xNjB0UFRsWmFXcHJTME5LV21waHIvdGMxZDhzVVhYMmo3OXUxNWxxYSsyUysvL0tMWTJGaHQzcnhaMmRuWmlvaUl5SGVsbytiTm0ydkdqQm5hczJlUDNuMzNYZTNkdTFmTGxpM1R5cFVyOWVDREQrclJSeDlWeTVZdEM3MldKUDMzdi8rVkpFVkhSeGU1RFBMTmhnMGJwa2NlZWNTdTF3a0FBSlVGQVFrQW9NSVlPSENnaGd3WllyZHQ1c3laZHBOTVNqbC85YmM5cEJiM0FUQTMyNFNja3RTMWExZk5uajFiVXM3Y0RBV3RSSktlbm02M1FvMHRxTEZZTEhiYkplV1pmOFRUMDFOang0N1YzTGx6TlczYU5FVkVSSlM0OXBLNmNPR0NObTdjcVBmZmYxL0p5Y21TY242R1E0WU0wWmd4WXlUbERCdmFzR0dEMXF4Wm93TUhEbWpPbkRsR3I0b2FOV3BvN2RxMVdyVnFsZDU2NnkxZHVYSkZTNVlzMGIvKzlTODkvUERENnR1M3J4bzJiSmpudWw1ZVh2a09KY3JNek5UbXpadjF6My8rVTcvLy9ydWtuSjROTVRFeENnOFB0NnQ3N3R5NXlzakkwTkNoUTdWMDZkSjhyMk9UKzdVSERoelF6cDA3SmVWTW1Hc0xWL2JzMldPRUkxTE9QQ243OXUxejdBZjUvMXUwYUpIYXRXdW53TUJBdSswV2kwWDc5dTNUaGcwYmpHdTR1cnBxMkxCaEdqVnFWSUhMQXJ1N3U2dExseTdxMHFXTGZ2MzFWMjNZc0VFZmZQQ0J0bS9mcnUzYnQ2dGh3NFo2N0xISDFMdDNieVBReSszRWlSUEdjTERISG51c1dPOUZ5dm45MmdLcDNHNUhZQWdBUUZraklBRUFWQmorL3Y1NWxxSzllWmxWS2VlaHVyRDlqamg1OHFRKy8venpZci91NW5sR2JONSsrKzA4SzRuazV3OS8rSU5DUWtKMC8vMzNGL3ZhdDJMTGxpM2FzbVdMdnZubUc3dlZXOXExYTZlSkV5ZmFCUXFUSmsxU2t5Wk5OR2ZPSEgzenpUZDY1cGxuakZWMHBKemVOdVBHalZQMzd0MjFlUEZpSFQ1OFdFbEpTVnEvZnIzV3IxK3Z1blhyNnBsbm5pbDB2cERNekV6OTk3Ly8xZHExYTNYaHdnVkpVc2VPSFRWcTFLaDhWOThKRFEzVmloVXJOR0hDQkowN2QwNS8vZXRmTlhmdTNEd3JEOTNNWXJFWWs2YmVjODg5ZXVTUlI0eDlmZnIwMFlvVks0eVFLL2N3bko0OWU2cG16Wm9LQ0FqUWtTTkh0SHYzYm9XRmhXbkdqQmtLQ0FoUVVsS1NSbzhlclN0WHJtanAwcVhHOHJ6NzkrL1hSeDk5cE4yN2R4c0JsQ1IxNmRKRlk4ZU96WGUxbmhZdFdpZ3JLMHZSMGRGMjIrKzQ0dzVObWpSSlk4ZU8xWC8vKzErOS9mYmJPblhxbE9iUG42OVhYbmxGL2ZyMTB4Ly8rRWVGaFlWSmtwS1RrelZwMGlSWkxCWTFidHk0eEoreGE5ZXV5Y2ZIeDVoMCtPVEprOGFjT1RjSFFRQUFWQ1FFSkFDQVNzYzJKRVJTaWVkUWVQbmxsMlcxV2hVWUdHajNJRnVVMnJWcjJ3MGx1WFRwa3E1ZXZhcWdvQ0FGQndmYkhmdmJiNzhwSlNVbHp6bHNENjRUSmt4d3FNZEM3cDRvUTRjT2RXaVZreUZEaHRqTmIzTGl4QW03bmpqdDI3ZlhpQkVqOGp5VTIvVHQyMWUxYXRYU3RHblRDbHdsS0RJeVVtKzg4WWErK09JTC9ldGYvOUszMzM0ckthZUhUMEVUakNZbkoydnIxcTJLalkzVnhZc1g1ZUxpb2djZmZGRERodzh2Y3JMYVZxMWFhZDI2ZFhycXFhZVVrSkNnWjU5OVZoTW1UTkNmL3ZTbkFsK3pidDA2blRwMVN0N2UzcG8yYlpyZHZxQ2dJQzFjdUZCK2ZuNXExS2lSVWxKUzFLOWZQMGs1UVpodDZGWnNiS3gyNzk0dFgxOWZ1eUV1M2J0MzE0NGRPL1RkZDk4cE5UVlZQajQrU2toSU1GYUhjWE56MDMzMzNhZmh3NGNYdXVSeTdkcTExYjU5K3dLWGIvYno4OVBnd1lNMWNPQkFiZCsrWGV2V3JkUHAwNmNWRnhlbk8rKzhVMkZoWWZyOTk5OFZFeE9qWDMvOVZkN2UzcG8zYjE2SmUxZjE3ZHRYeWNuSmNuZDNsNXVibTlMVDA0MTlkOTExVjRuT0NRQkFlVUJBQWdDb2RISlBJSnFhbXFyejU4OFhlR3grUXdPKy9QSkw3ZDI3Vis3dTducmlpU2YwOHNzdkYzbk43T3hzU2RMczJiUFZ2SGx6WTd0dEZadCsvZm81dklxTmpXMk9pK0xJL2JCYW1Kc250eDB4WW9SMjd0eXBqaDA3NnJISEhzdTNKME51MTY5ZlY3VnExYlI1OCtZaUowZnQyTEdqT25ic3FHUEhqdW45OTk5WGp4NDk3T1laU1V0TDA2Wk5tM1R3NEVIdDI3ZlA2QUhrNysrdkFRTUdxRmF0V3ZyNjY2LzEyV2VmR1N2TnBLYW02c2FORzhaL2MvK3pCV1JXcTFXTEZ5L1doUXNYOU13enorUUpqbjc4OFVmOTg1Ly9sSlFUZU9TM05ISHVYaTRYTDE0MHZzNXZucFNialJvMVNtRmhZUm94WW9UUms2bGZ2MzQ2ZmZxMFFrSkMxTHQzYjRmbThsaThlTEdPSFR1bW9VT0hGaHBBdUx1N3EzZnYzbnJvb1lmMHlTZWZhTWVPSFhyb29ZY2tTZWZPbmRQNTgrZmw2ZW1wK2ZQbjIvVUl5czNOemMwWTJtVzFXbzBscW5Pclc3ZXVqaHc1WWpjbmtKdWJtMGFNR0ZGbzBBTUFRSGxIUUFJQXFIUVNFeE9OcjB1eUNveXZyNis4dmIzVnYzLy9BaDhrYjJhYlg2U2tRM3J5TTNyMGFBMGFOS2pJNHc0ZVBLalkyRmhKMHVUSmsxV3JWcTBpWDNQemtxMysvdjdhdkhsenZyMVBFaE1UZGVuU0pYbDdlNnRldlhwS1RrN1cwMDgvcmRPblR6czBqQ1U3TzF2cDZlbUtqSXhVWkdSa252MWVYbDdhdEdtVEVoSVM3TGFucEtRWTc2dTRYRnhjNU83dXJzek1USzFmdjE2Ly9mYWJYbnp4UlNQTXVYYnRtcVpNbVNLTHhhS21UWnVxYWRPbTJycDFxLzczdi8vcGwxOSswUysvL0tLLy9PVXY2dFdybDEwOVVrNFE0Y2pLUE9IaDRYcnFxYWZ5YkgvMjJXY2RmaDlXcTFWbnpweVJsRE1KcmlOY1hWM1Z2WHQzZGUvZTNkaDI5OTEzYThXS0Zjck16RlRyMXEwTGZHMUFRSUEyYk5pZ28wZVBxa3VYTHBKeWxuak9QZW50aXkrK3FDdFhyaWc3TzF1dXJxN3k4ZkZSdlhyMTVPUGo0L0Q3QWdDZ1BDSWdBUUJVT2ovLy9MUHh0VzJGbFlMWWVuN2sxcUpGQ3kxZXZGaFJVVkhHc0pDaTJCNmU4NXNZczZRY0hhNlFlL0xYbGkxYk92d2dmVE5iT0xKcTFTbzFidHhZSFRwMGtJK1BqOTU5OTEyOTl0cHJpb3lNTk9ZYWNYVjExWTBiTi9Uc3M4OXEvUGp4R2p4NGNMN252SExsaXA1Ly9ubGxaMmRyeFlvVmVYb2oySzdidTNkdnZmNzY2NUtrS2xXcXFIcjE2dkx6ODVPZm41LzgvZjNsNys5dmZQM0pKNS9veElrVHV1ZWVlelIwNkZENSt2cm0rZWZqNDZQcjE2OXI3Tml4T25Ma2lIYnMyQ0YvZjM4OS8venp4bnY4My8vK0owazZldlNvL3ZyWHYrYXA2K2JsZkcxem9SUzJ6RzlSRGgwNmxHOW9VaGhiTDZMWnMyZHI3dHk1eFhydCt2WHJWYjkrZlVrNUlVbHBDQThQZHpnNEJBQ2dJaUVnQVFCVU9pZFBucFNVTStubW1qVnJDajEyNnRTcCt1aWpqL0pzYjlldW5jUFh5ODdPTmtLS1BYdjIyTTE3Y3VyVUthTW0yOXdUTnIvKytxdkQxeWdyQ1FrSmV1T05OeVRsREEvcTFLbFRubU1DQXdQMTZxdXZhdUxFaWRxN2Q2OWVldWtsWGI1OE9kOEgvNTkrK2tueDhmSEt6czdXbkRsempNbEtielo0OEdBOThNQURDZ3NMSzdKM3h2SGp4M1hpeEFtRmhvYXFRNGNPQlI3bjUrZW5GU3RXYU5Tb1VVcE9UdGJJa1NPTmZmbXR4QklTRXFKNjllcXBmdjM2cWxldlhwN2VMcmFoV283MDBDbElWbFpXc1lkTjJkdzhMTXJSNitYMjAwOC8yZld3S29ndFBKSnlKcFoxcE1lTW41K2YzZkF5QUFBcUdnSVNBRUNGRVJzYnE3aTRPTHR0K1QwMGZ2MzExNUtrcUtpb01xa3JkOUN4Wk1tU2ZJLzU4c3N2OWVXWFg1WkpQYmRpeDQ0ZGtuSkNrUGJ0MnhkNG5MZTN0NVl1WGFwSmt5WnB6NTQ5V3J0MnJkcTBhYU0yYmRySVlyRm8yYkpsNnR1M3I5cTJiYXVubjM1YXk1WXQwK2JObTFXblRoME5IejQ4ei9tcVZLbWlLbFdxR045LzlkVlh1bmJ0bW5yMDZPRnc3UnMzYmxSaVlxSkdqeDV0VEVBYUVCQ2dWYXRXNmRxMWE2cGV2YnB4N0wzMzNxdkV4RVExYk5oUURSczJWSU1HRFlxYzBQZUhIMzZRSktOSFJrazBiOTVjMjdkdmQraFlpOFdpeHg5L1hJbUppWEp4Y1pIVmFsVmtaS1NXTEZsU1pNOG9tOXhEWXlScDdkcTF4dS9ZVVZPbVRISG91SWlJQ0czWXNLRlk1d1lBb0R3aElBRUFWQmk1SjRVc3lQZmZmMjhNaFNpc2QwRnBPbmJzbUNTcFRwMDZlWVpxZlBMSko5cTNiNS9hdDIrdkJ4NTR3RzdmNXMyYjlkMTMzNVZKalk2eVBUeDM3ZG8xMytFd3VYbDRlR2pSb2tXYU5HbVMycmR2cnpadDJraVNMbCsrckxpNE9NWEZ4ZW50dDkvVzBLRkRkZno0Y1czYnRrMnJWcTFTbzBhTkNsM2k5OU5QUDlVLy92RVBXU3dXblQ1OVdtUEdqQ215N20rKytVYUxGeTlXZG5hMkRoOCtyUG56NXhzVG9BWUZCZVVKQ2dxYUQ2VWdGb3RGaHc4ZmxxUmlUVVQ2K2VlZnk4UERRMjNidHBXcnE2czhQRHdjSHFMejVwdHZHdUhJa2lWTDlQZS8vMTNIamgzVG0yKytxVW1USmpsY1EyNzE2OWUzVzJtbklEZHUzTkNQUC80b1NZcU9qaTd5c3lEbG5kY0dBSUNLaG9BRUFGQmhQUExJSXhvNGNHQysrMndQbmJaSlBVTkRROVdpUll0U3UvYStmZnMwWXNRSVNUbEw5K1ptQzBoYXQyNnQvdjM3MiswN2MrYU05dTNicDRpSWlEejdEaDgrWEs0Q2t1UEhqeHNQeGJrbkp5Mk1oNGVIbGk1ZGFqZTVxeTJna21Tc0RETnQyalQ5OU5OUE9uMzZ0S1pPbmFvMzMzd3ozNVZ5UHZqZ0E4MmNPVlBaMmRrS0RnN1dndzgrNkZBZDBkSFI2dG16cDdadTNhcURCdzlxOE9EQldyaHdZYkdIZkZnc0ZoMC9mbHlIRHgrV2g0ZUg4WG5idVhPbnNUcU9MUWh5Ukh4OHZPTGk0dFNxVlN1OTl0cHJEcjl1Ly83OVdybHlwYVNjejMyblRwMDBZY0lFelowNzEraWxNV0hDQklkN2t0aU1IRG5TYnFoUlFZNGVQYW9oUTRaSXlobHFkWFBBQkFCQVpVUkFBZ0NvTUlLRGc5V2tTWk1DOThmSHgydm56cDJTcEVHREJoWDc0YkV3VjY1Y3NWcysyTVpxdFdyMzd0MlNpdGV6b0R4YXQyNmRKS2xCZ3diRkNwZHVYdm5HdHVwS3RXclZqTGtydkwyOXRXREJBZzBaTWtRM2J0elF6Smt6amV2WmJOcTBTUXNXTEpDVU04L0hxNisrNm5DdkJFOVBUODJhTlV2MTY5Zlh5cFVybFppWXFKRWpSMnJ5NU1rYU1HQkFnYTlMVEV6VUR6LzhvQ05IanVqYmI3L1ZEei84WU13UllndTBNak16amJsc29xT2pGUllXNWxCTjB2OU4zbHZVVXNpNTdkaXhROU9uVDFkV1ZwYkN3OE0xWWNJRVNkSWYvdkFIblQxN1ZyR3hzZHF3WVlOT25UcWxXYk5tMlEwZEFnQUFKVWRBQWdBbzkwYU9IS2xISDMyMDBBZlRhOWV1YWRhc1daSnlKdHQ4N0xISFNyV0dEaDA2S0NZbXhtNWIxYXBWRlI4ZnI3Tm56MHFTMnJadGU4dlh1WHo1Y3I0cjZ4VEc5aEF1U1ZldlhuVm9FazRiVjFkWEJRY0g2L3o1OC9ya2swOGtLYy9Td3Q3ZTNwSms5S0FveXFGRGh5UkpqUnMzdHR2ZW9FRURUWjQ4V2YvNXozODBmLzU4WTN0V1ZwYVdMbDJxZi8vNzM4WnhxMWF0S3RHRC94TlBQS0VHRFJwbzZ0U3BTazFOMVp3NWMzVGl4QWxObUREQkdDYnk4ODgvNjlWWFg5VVBQL3hnMTl2Rnh0M2RYWkdSa2JyMzNuc2xTY3VYTHpkQ243Rmp4eGFySHR2dm9tYk5ta1VlZS9IaVJTMWZ2bHpidG0yVGxOUDdadFdxVlhiTDU0NGJOMDQrUGo1YXMyYU40dVBqMWI5L2Z6M3h4Qk1hT0hDZ1F4T3BBZ0NBZ2hHUUFBREt2WWlJaUVMM1oyVmxhZkxreVRwMzdwd2thZno0OFhZUGxZV3hQY0FXTmNkQ1lHQmd2cjFYYk11dVJrUkVGS3RuZ2ZSL0U4em03b0hSdjM5L3U4Q2p1QndaUHBHYnY3Ky9QdnZzTXgwNmRFaWVucDV5ZDNkWDc5Njk3WTZ4OWVJNGUvYXMxcTlmcjA2ZE91WDc4MHBMUzlQZXZYdTFkZXRXU2NwM2t0ZStmZnVxZCsvZXhpU3F5Y25KbWp4NXN2YnYzeThwWjRubGwxNTZ5VzdDMXBzVjFTdmovdnZ2MSt1dnY2NXg0OFlwTVRGUm16WnQwcGt6WjdSdzRVSUZCQVFvSUNCQW4zNzZxWEc4dTd1NzdycnJMclZxMVVxdFc3ZFdzMmJONU8zdExhdlZxaFVyVmhnVEEvZnAwMGV0VzdmT2N6MC9QejlKOXNzdDI5Zytrd1Y5TnF4V3F3NGZQcXpObXpkcjY5YXR4aHc3N2RxMTA4eVpNeFVjSEp6bk5TTkhqbFJrWktSbXpweXB5NWN2YStYS2xWcTNicDBlZXVnaGRlM2FWUzFhdExENy9SdzRjRUNyVjYvTzkvb0Z5ZjFlbm4zMldZZm1JTWx0K1BEaFJzQUVBRUJGUVVBQ0FLalFzckt5TkgzNmRHUGxtcTVkdTZwbno1NTVqdHV5Wll0Y1hWM2w0K05qOUlnNGN1U0k0dVBqSmVYTVdaS2ZrSkFRZGU3Y09kL2hNOXUyYmRPZVBYc2tLVStva0orclY2L3EyclZyQ2dvS1VtSmlvZzRjT0NCSitUNEVsN1hldlh2ci92dnYxMDgvL1pRblhPclFvWU5xMWFxbGhJUUVMVjI2VkV1WExpM3lmTFZyMTFhZlBuM3kzV2NMUjM3KytXYzk4OHd6UmcrY1hyMTY2WVVYWHBDSGg0ZWtuTi90bGkxYlZMMTZkUVVGQmNuYjIxdkhqaDNUd1lNSEpSVyszTzZkZDk2cE45OThVMDgvL2JST256NnQvZnYzYSt6WXNZcU5qVlcxYXRYVXRXdFhWYTllWGUzYXRWUExsaTN6dk9jTEZ5NW94b3daeHVlalpjdVdCYTdtWXF2ajNMbHordlRUVDlXcVZTdGxaV1ZwOSs3ZCt1V1hYeVRKQ05kdTNMaWgwNmRQNjZlZmZ0TEJnd2NWSHg5djErT25XclZxR2pObWpQcjE2NWRuNkZKdTk5MTNuOTU5OTEyOS92cnIyclJwazY1ZnY2NTMzbmxINzd6empyeTl2ZFdzV1RNMWFkSkU5ZXJWazUrZm4vRXpLNG1TekpOejgzdzdBQUJVQkFRa0FJQUtiZlhxMWZyb280OGs1UXpObURadFdyN0h2ZlBPTy9yKysrOExQTS9OSzh6WU5HM2F0TUNsZTlldVhTdEo4dlgxZGVpQjhOeTVjOGJFbHphdXJxNTJFNG0rODg0N3hSNWljeXR5ejlQaTUrZVg3OXdqWGw1ZWV1MjExN1JpeFFvZE9YSkVseTlmbHRWcXpYT2NtNXVicWxhdHFqWnQydWpKSjU4c2NzaUhpNHVMTVd4bjlPalJ4aVM0dWMvM3lpdXY1RHYzaTRlSGg3cDE2MWJvK1VORFE3VjI3VnBObkRoUmh3NGQwbE5QUFdXRURyYTVUbTZXbHBhbVYxNTVSZSsrKzY0eU16TWxTWjA2ZGRMczJiUGw1ZVdWNzJ0YXQyNnRtalZyNnVMRmkzcnV1ZWZ5N0E4SkNWR3JWcTBrU2JObXpjcDNtZDJJaUFnOSt1aWpldmpoaDQwQXJ5aUJnWUVhUDM2OGhnNGRxdmZlZTAvdnYvKytMbDY4cUxTME5NWEh4eXMrUGw1Lyt0T2Y5TVFUVDJqVnFsVU9uYk8wTkd6WXNFeXZCd0JBYVNBZ0FRQlVhRU9IRHRXQkF3ZDA0Y0lGTFYrK3ZNQ0g4anZ2dkZOSGpoeko4MkFmRmhhbUVTTkdxRm16WnNXKzlxUkprelJtekJnTkd6YXN3T3NPR2pSSTk5OS92MEpEUTFXOWVuWDUrUGdvTlRWVmtsU2pSZzJOR2pYS1dPbEZVcm1kY0xOMjdkckdjS0xTRWg0ZXJtWExsaWtoSVVIZHUzZlA5NWlJaUFoaitJMlVNNnltWWNPR2V1cXBweHlhd05YZjM5OElkdTYrKys0aWovZjI5dGJGaXhlVm1aa3BiMjl2alJvMVNrT0dEQ20wTjRlSGg0ZVdMMSt1QlFzVzZOaXhZOGJ2MTh2TFMwMmFOTkdrU1pPTTBHUGN1SEg2L1BQUDVlcnFxcWlvS0xWdDIxYWRPM2ZPZDBVZlIxV3JWazBqUjQ3VWlCRWo5TU1QUDJqUG5qMDZkT2lRTGwyNnBKaVlHUG40K0pUSy9EZ0FBRlIyTHRiOC9nUUVBQ2lXdGJGeG1qVi9rU1JwWE13b2pZc1o3ZVNLek9YNjlldTZjdVdLWGRCUUVJdkZvdXpzYkdWblo4dk56YzBZemxGU0gzNzRvWHIwNkZHc09ScXNWcXVzVm11cHJySlQyZGwrYng0ZUhvV0dGYVVoSlNWRnI3NzZxb1lPSGVyUTVLckZsWmlZcU9EZ1lINy9jTWl5bGF1MWJHWE9La3JqWWtaclhNd29KMWNFQUpVWFBVZ0FBQldlbjUrZk1WRm1VWW83MldSUkhKbDc1R1l1TGk2My9TRy9zaW50MzF0aC9QMzlOV25TcE50Mi9tclZxdDIyY3dNQWdKTGpUeGNBQUFBQUFNRDBDRWdBQUFBQUFJRHBFWkFBQUFBQUFBRFRJeUFCQUFBQUFBQ21SMEFDQUFBQUFBQk1qNEFFQUFBQUFBQ1lIZ0VKQUFBQUFBQXdQUUlTQUFBQUFBQmdlZ1FrQUFBQUFBREE5QWhJQUFBQUFBQ0E2UkdRQUFBQUFBQUEweU1nQVFBQUFBQUFwa2RBQWdBQUFBQUFUSStBQkFBQUFBQUFtQjRCQ1FBQUFBQUFNRDBDRWdBQUFBQUFZSG9FSkFBQUFBQUF3UFFJU0FBQUFBQUFnT2tSa0FBQUFBQUFBTk1qSUFFQUFBQUFBS1pIUUFJQUFBQUFBRXlQZ0FRQUFBQUFBSmdlQVFrQUFBQUFBREE5QWhJQUFBQUFBR0I2QkNRQUFBQUFBTUQwQ0VnQUFBQUFBSURwdVR1N0FBQ29iUGJ0LzBiU2FtZVhBUUNvQkhMK253SUFLQXNFSkFCUXlyNk9QNkN2NHc4NHV3d0FBQUFBeGNBUUd3QW9CZFdyVjVPL3Y3K3p5d0FBVkZLK3ZqNnFGVnJUMldVQVFLWG1ZclZhcmM0dUFnQXF1cVNrcS9wazEyYzZkejdCMmFVQUFDcWgwSm8xMVBXQnpnb0pEbloyS1FCUWFSR1FBQUFBQUFBQTAyT0lEUUFBQUFBQU1EMG1hUVVBQUdYcW9ZY2UwbSsvL1NaSjh2VDAxTjY5ZTUxY0VRQUFBRDFJQUFBQUFBQUFDRWdBQUFBQUFBQUlTQUFBQUFBQWdPa1JrQUFBQUFBQUFOTWpJQUVBQUFBQUFLWkhRQUlBQUFBQUFFeVBnQVFBQUFBQUFKZ2VBUWtBQUFBQUFEQTlBaElBQUFBQUFHQjZCQ1FBQUFBQUFNRDBDRWdBQUFBQUFJRHBFWkFBQUFBQUFBRFRJeUFCQUFBQUFBQ21SMEFDQUFBQUFBQk1qNEFFQUFBQUFBQ1lIZ0VKQUFBQUFBQXdQUUlTQUFBQUFBQmdlZ1FrQUFBQUFBREE5QWhJQUFBQUFBQ0E2UkdRQUFBQUFBQUEweU1nQVFBQUFBQUFwa2RBQWdBQUFBQUFUSStBQkFBQUFBQUFtQjRCQ1FBQUFBQUFNRDBDRWdBQUFBQUFZSG9FSkFBQUFBQUF3UFFJU0FBQUFBQUFnT2tSa0FBQUFBQUFBTk1qSUFFQUFBQUFBS1pIUUFJQUFBQUFBRXlQZ0FRQUFBQUFBSmdlQVFrQUFBQUFBREE5QWhJQUFBQUFBR0I2QkNRQUFBQUFBTUQwQ0VnQUFBQUFBSURwRVpBQUFBQUFBQURUSXlBQkFBQUFBQUNtUjBBQ0FBQUFBQUJNajRBRUFBQUFBQUNZSGdFSkFBQUFBQUF3UFFJU0FBQUFBQUJnZWk1V3E5WHE3Q0pRc1IwN2Rrd0xGaXpROTk5LzcreFNBSlJEdHYvTnVMaTRPTGtTbEJmWjJkbHlkZVZ2Tk1nZmJRWUFSelZyMWt5VEowOVdaR1NrczB0QkpjSGRDVzdaL3YzN2RmVG9VV2VYQVFDb1FQajdEQURnVmgwOWVsVDc5KzkzZGhtb1JOeWRYUUFxdnZUMGRHVmxaVG03REFEbEZIOEZ4czFjWEZ4a3RWcjViQ0JmZkM0QU9Db3JLMHZwNmVuT0xnT1ZDQUVKU3RXb1VhTTBjdVJJWjVjQm9CeDU3YlhYdEdiTkdrblNoQWtUTkhqd1lDZFhCS0E4ZXVtbGx4UVhGeWVKK3drQWhjdDlid0dVSm9iWUFBQUFBQUFBMHlNZ0FRQUFBQUFBcGtkQUFnQUFBQUFBVEkrQUJBQUFBQUFBbUI0QkNRQUFBQUFBTUQwQ0VnQUFBQUFBWUhvRUpBQUFBQUFBd1BRSVNBQUFBQUFBZ09rUmtBQUFBQUFBQU5NaklBRUFBQUFBQUtaSFFBSUFBQUFBQUV5UGdBUUFBQUFBQUpnZUFRa0FBQUFBQURBOUFoSUFBQUFBQUdCNkJDUUFBQUFBQU1EMENFZ0FBQUFBQUlEcEVaQUFBQUFBQUFEVEl5QUJBQUFBQUFDbTUrN3NBbEJ4V0N3V1hiNThXVmxaV1hiYms1T1RaYlZhamE4VEVoTHM5cnU2dWlva0pFVHU3bnpjZ01xc3BHMkV1N3U3Z29PRDVlYm1WbWExQW5BZWk4V2lTNWN1S1RzNzIyNTdTa3BLb1cyRm01dWJnb09EdVo4QVRLU2c5b0xuRDl3dUxsYmJKd3NvUW5wNnVwNTc3am1kT1hQR2JudHljckt1WHIwcVNhcFNwWW9DQXdQdDlsZXZYbDByVjY2VWw1ZFhtZFVLb093NTBrWlVyVnBWL3Y3K2R2c2pJeU0xYytaTWVYcDZsbG10QUp3bkxTMU5UejMxbEg3Ly9YZTc3VWxKU2JwMjdacWsvTzhud3NQRHRYRGhRdTRuQUJOSlQwOVhURXhNbnZhQzV3L2NMa1JxY0ppWGw1Y2lJaUwweFJkZjVObm40dUlpS2FleFNrNU90dHZYc1dOSEdpZkFCQnhwSTVLU2twU1VsR1MzcjArZlBvUWpnSWw0ZTN1clNaTW1PblRvVUo1OWhkMVBkT3ZXamZzSndHUzh2THhLMUY3dy9JR1NZZzRTRkV1UEhqM3N2cmRhcmZuK3k2MVBuejVsV1NJQUp5cEpHOUdsUzVleUxCRkFPWER6dllFamJjWE43UXNBY3loSmU4SHpCMHFLZ0FURjByQmhRelZyMXN6aDQ1czJiYXJHalJ2Znhvb0FsQ2NOR3paVTA2Wk5IVDYrV2JObXFsKy8vbTJzQ0VCNTFMaHg0MksxRlUyYk5sWERoZzF2WTBVQXlxdVN0QmM4ZjZDa0NFaFFMSzZ1cm5yb29ZZnliSGR4Y1RHNnVlWFd0V3RYdWJyeU1RUE13dFhWVlYyN2RzMnp2YUEyNHFHSEhxS05BRXlvdUcwRjl4T0FlZEZlb0N6eHlVR3hkZWpRSWM4a2kva0pDZ3BTKy9idHk2QWlBT1hKdmZmZTYxQWJFUndjckk0ZE81WkJSUURLbzN2dnZWZCtmbjVGSHNmOUJBQkg3eTFvTDNDckNFaFFiRUZCUVdyU3BFbVJ4MFZFUkNnNE9MZ01LZ0pRbmxTclZzMmhOaUl5TWxKVnFsUXBnNG9BbEVmVnFsVnphSWdkOXhNQUhMMjNvTDNBclNJZ1FiSDUrUGdvS2lyS3JsdGI3c21SYk5zaUl5UHpMTGtGb1BJTERBeFVWRlNVSkJYWVJyaTR1Q2c2T2xvK1BqNU9xeE9BY3dVR0JocnpCQlRXVm5BL0FjRFJld3ZhQzl3cUFoSVVtNXVibTZLam94VVFFRkRnTVQ0K1BvcU9qcGFIaDBjWlZnYWdQUER3OENneS9BZ0lDRkJVVkpUYzNOektzRElBNVltSGg0ZGF0bXhaWkZ2Qi9RUUFSKzh0YUM5d3F3aElVQ0xSMGRHcVdyVnFnZnY5L1B3VUhSMWRoaFVCS0UraW82TUxuVnVnYXRXcXV2UE9POHV3SWdEbDBUMzMzRk5rVzhIOUJBREpzWHNMMmd2Y0tnSVNsRWhJU0lpeDNHL3UyYU50WHpkdjNsd2hJU0ZPcVEyQTg0V0VoS2g1OCthUzhtOGptalZyVm1qSUNzQWNxbGV2WG1SYndmMEVBTW14ZXd2YUM5d3FBaEtVMklBQkF3cmNOMmpRb0RLc0JFQjVWRmc3VUZqN0FjQmNhQ3NBT0lyMkFyY2JBUWxLTENvcVNyVnIxNVprdnc1NXJWcTE2TjRHUU5IUjBhcFZxNVlrK3phaWR1M2F4a1JyQUVCYkFjQlJCYlVYdFdyVm9yMUFxU0FnUVltNXU3dXJlL2Z1ZWJaMzZkS0Z5WkVBeU1QRFExMjZkTW16dlh2MzduSjNkM2RDUlFES0k5b0tBSTRxcUwzbzBxVUw3UVZLQlFFSmJrblhybDNsNmVscGZPL3A2YW5PblRzN3NTSUE1VW5uenAzdDJnZ3ZMeTkxN2RyVmlSVUJLSTg2ZCs1czk4Y1ZUMDlQMmdvQSticjUzb0xuRDVRbUFoTGNrbHExYWlrOFBOejRQanc4WEhYcTFIRmlSUURLa3pwMTZ0aTFFWTBhTlRLNnhnS0FUWjA2ZGV6dUg4TER3MmtyQU9UcjVuc0xuajlRbWdoSWNFdjgvUHpVb2tVTDQvc1dMVm9vT0RqWWlSVUJLRStDZzRQdDJvZzJiZG9VdWtRZkFITUtEZzdXWFhmZFpYemZva1VMMmdvQSticjUzb0xuRDVRbUFoTGNFZzhQRDBWRlJjblB6MDllWGw2S2lvcXk2L0lHd053OFBUMFZGUlVsTHk4ditmbjVLU29xaWptS0FPVGg2ZW1wdSs2Nmk3WUNRSkZzOXhaK2ZuNUdlOEh6QjBvTE05bmdsdDE5OTkycVdyV3FVbE5UZGZmZGR6dTdIQURsek4xMzN5MS9mMy81K1Bpb2FkT216aTRIUURuVnBrMGJvNjNnZmdKQVlXelBIN2F2Z2RKQ1FJSmJGaFlXcG9pSUNLV2twQ2dzTE16WjVRQW9aOExDd3RTZ1FRUDUrL3VyWnMyYXppNEhRRGxWdDI1ZG82M2dmZ0pBWVd6UEg3YXZnZExpWXJWYXJjNHVJcmZWVWhjWEFBQWdBRWxFUVZSTGx5OXIxK2RmNk55NUJHZVhnbUk0OC9OcFpXVloxTEJSWTJlWGdtSUtyVmxEWFIvb3JKQnlPbll6S2VtcVB0bjlHVzFDQlhmcTVFOXljM05YZVAwR3ppNEZKVlRlMndydUh5b0gyb3FLcjd5M0ZSTDNGcFhGbVo5UFN4THRSUVZXSHR1TGN0ZURaUGVlTHpWM3dSSWxYYjNxN0ZKUURMYWN6Y1ZscDVNclFYSDUrL3ZMM2NOZGYralh4OW1sNUd0Zi9EZTBDWlhBLzdVUkxrNnVCQ1ZWM3RzSzdoOHFCOXFLaXErOHR4VVM5eGFWQmUxRnhWY2UyNHR5RjVDY1BYdWV4cW9Db21HcXVGSlNVblQyN0hsbmwxR2doSVNMdEFtVkFHMUV4VmZlMndydUh5b0gyb3FLcjd5M0ZSTDNGcFVGN1VYRlZ4N2JpM0lYa09UV3RuVXIzZHZtSG1lWEFWUksrL1ovbzYvakR6aTdqR0s1TzdxWk90L1gzdGxsQUtaU0Vkc0s3aCtBc2xjUjJ3cUpld3ZBR2NwemUxR3VBNUo3Mjl5amNUR2puVjBHVUVtdExyY05VMEZhTkc5R213Q1V1WXJYVm5EL0FEaER4V3NySk80dEFPY292KzJGcTdNTEFBQUFBQUFBY0RZQ0VnQUFBQUFBWUhvRUpBQUFBQUFBd1BRSVNBQUFBQUFBZ09rUmtBQUFBQUFBQU5NaklBRUFBQUFBQUtaSFFBSUFBQUFBQUV5UGdBUUFBQUFBQUpnZUFRa0FBQUFBQURBOUFoSUFBSUFLS2kwdFRWYXIxZGxsbEFzcEtTbk9MZ0VBVU1FUmtBQUFBRlJRTTJiTTBQRGh3M1hpeEFtblhEOHpNMU1iTjI3VXhvMGJkZnIwNlR6N2p4NDlxbzBiTjJyVHBrMjNyWVlyVjY1byt2VHA2dDY5dTA2ZE9uWGJydlBGRjE5bzRNQ0JXcjU4dVM1ZHVuVGJyZ01BY0I0Q0VnQUFnQXBvMTY1ZCt2ampqL1h0dDk5cTQ4YU5UcWtoTFMxTkN4Y3UxTUtGQy9YdHQ5L20yZi9WVjE5cDRjS0ZXclJvMFcycklTQWdRRWVPSEZGNmVycm16NTkvVzY2Um5KeXNXYk5tNmRTcFUvcnl5eTlWcFVxVjIzSWRBSUJ6dVR1N0FBQUFBQlRQeFlzWE5XZk9IRWxTblRwMU5INzhlR1BmeXBVckZSY1g5Lyt4ZCtkeE5lWC9IOEJmM1c1MXBVMURvcFRzeGhxaWpKQjlHenNOd2xoRFdjdGdxckdNc1JSR1pFbVVKUTBpeTJqSTFsaUxzb1kwU0ZtanBJMXUzZHU5dnovdTc1NXZ0N3VkVzFIMGZqNGVIdW9zbi9PNTE4eTluL00rbjgvN1hhcDJlL1hxaGVYTGw1ZExIOHRLS0JTeVB2YVhYMzdCckZtemNPdldMZnp6enovbzA2Y1A2M081WFBYRDRkV3JWeU1qSXdNQTRPTGlncFNVRk5adDE2OWZuM1ZmQ0NHRVZDd0trQkJDQ0NHRWZFVUtDZ3JnNmVtSkR4OCtnTXZsNHZmZmY0ZSt2ajZ6djdDd0VIdyt2MVJ0RnhZV2xsYzN5K1RodzRjWVAzNThxYzcxOGZHQmo0OFA2K04zNzk2TlZxMWFLZDIvZCs5ZW5EbHpodmw5MmJKbHJOczJOVFhGMmJObldSOVBDQ0drWWxHQWhCQkNDQ0hrS3lFU2liQnMyVEk4ZlBnUUFMQnc0VUswYnQxYTVwaFJvMGJCMGRHeFZPMmJtcHFXdVkvbFFWZFhGNWFXbHVYU0ZwL1BCNC9IVTNrdFpTNWR1b1JObXpZQkFNek56V0ZvYUtqMmVpS1JpTW1Gd3VIUWFuWkNDUG1hVUlDRUVFSUlJZVFySUJhTHNYejVjbVkydytqUm96Rnk1RWk1NHl3dExjc3R1RkJSR2pWcWhPUEhqOHR0UDNYcUZIYnUzSW4xNjlleldyb2lGQXJoN093TWEydHJ1TG01b1dIRGhxejdFQmNYaHlWTGxrQXNGc1BPemc0Yk4yNVVHV2lSV3I1OE9aNCtmUXB0Ylcwc1hyeVk5ZlVJSVlSVVBBcHJFMElJSVlSVWNrS2hFTXVXTGNQSmt5Y0JBTjI3ZDRlSGg4Y1h1WFpXVmhhQ2c0UHg4ZVBIY20vNzQ4ZVB6R3dZZGNSaU1VNmNPSUdVbEJRc1hyd1lBb0ZBN1RrSERoeEFTa29Lcmw2OWlxS2lJdGI5dW43OU91Yk9uUXMrbnc5Ylcxdld3WkUvLy93VEowNmNBSWZEd2NxVksrSGs1TVQ2bW9RUVFpb2VCVWdJSVlRUVFpcXhuSndjdUxtNU1jR1J6cDA3WTgyYU5lQnl1UkFLaGZEMDlNVE5temMveTdWemMzTXhjT0JBYk5teUJmLzg4MCs1dHg4VkZZWHg0OGRqekpneGVQWHFsY3BqdGJTMHNIejVjaGdaR2VIeDQ4Y0lDZ3BTZVh4V1ZoWnp6SlFwVTlDa1NSTldmVHA3OWl6bXpadUhnb0lDdEc3ZEdwczJiV0lWSEFrT0RrWm9hQ2dBTUdXSENTR0VmRjFvaVEwaGhCQkNTQ1VXRWhLQytQaDRBSkxneUxwMTY2Q2pvd01BQ0E4UFIzUjBOS0tqb3hFY0hJdzJiZHFVNjdVTkRRM1J1blZyM0xoeEEwZU9ITUdvVWFQS3RmMFRKMDRBQU42OWU0ZmF0V3NEQUM1ZnZzemsvVkJFSkJJQmtDUlhqWTZPVm5wY1hsNGU4dkx5QUFDblQ1OVdtU3gxMnJScDZOMjdON1p1M1lyZzRHQm0rNzE3OTBxVnoyWHAwcVZZdW5TcDNQYXRXN2VpVTZkT0dyZEhDQ0hreTZBQUNTR0VFRUpJSmViczdJeXdzREQwNjljUFBqNCtURm5hckt3c0JBWUdBZ0JzYlczTFBUZ2lOV1RJRU55NGNRT1BIei9Hdlh2MzVKTENsbFpxYWlvU0VoSUFBSU1IRDJaZVYyNXVMcEtUazlXZVgxUlV4T280NmJWVXljbkpRV3hzTEJNYzZkMjdOd29LQ25EbHloV1Y1MG1ETlZwYVd0RFMwbEo3SENHRWtNcU5BaVNFRUVJSUlaV1l1Yms1QWdJQ1lHZG5KN1BkMzk4ZnVibTU0SEs1V0xKa3lXZTd2cE9URXd3TkRaR2JtNHZEaHcrWFc0RGs3Ny8vWm40ZU5td1k4M09mUG4zUXZYdjNjcmtHVzdxNnV1Qnl1VmkwYUJIUzB0SXdlL1pzbFFFUHFSOSsrQUY4UGgrTEZ5OVdtREFYa0pSbDd0eTVjM2wzbVJCQ3lHZEFBUkpDQ0NHRWtFcXVaSERrMHFWTHpQS1VxVk9ub21IRGhyaDkremJjM2QzTDVYcCtmbjdNVGIyZW5oNzY5ZXVIOFBCd25EMTdGaDRlSGpBMk5pNVQreUtSaU1tcDByRmpSMWhaV1RIN3VGd3VNNXZrU3hzOWVuU0ZYSmNRUWtqbFFBRVNRZ2doaEpDdnlJY1BIL0Q3Nzc4REFGcTBhSUhKa3ljRGtDdzU0ZlA1NVhLTmtoVmZoZ3daZ3ZEd2NCUVdGdUtmZi83Qm1ERmp5dFIrVEV3TTB0UFRBYWdQU2tSSFJ5TXNMS3hNMXl2Snk4dUxWWmxnUWdnaFZRc0ZTQWdoaEJCQ3ZoSkZSVVh3OGZGQlptWW1BR0Q2OU9uUTF0WUdBRFJyMWd3N2QrNWsxYzZpUll2dy92MTdPRG82WXVMRWlYTDdHelpzS1BONzgrYk4wYkJoUXp4OStoUW5UNTRzYzREa3I3LytBaUJaUHRTMWExZVZ4NzU3OXc2M2J0MHEwL1ZLK3ZUcGs5eTJ1TGc0QkFRRWFOUk9RVUVCQUdEUG5qMHlTNGFLRTR2RnpNKyt2cjR3TURCZ2ZoODNiaHhWdXlHRWtFcUVBaVNFRUVJSUlWK0pEUnMySUNZbWh2bGRXczBHQUF3TURHQnJhOHVxSGVsNXBxYW1yTS9wMDZjUHRtM2Joa2VQSHVISmt5ZG8xS2lSQmozL24rVGtaT1kxakI0OW1nbndxRE5vMENETW56Ky9WTmVVR2p0MkxONitmYXR3WDNaMk51N2Z2MStxZGwrL2ZvM1hyMStyUFM0bEpVWG05NHlNakZKZGp4QkN5T2RCQVJKQ0NDR0VrSzlBZUhnNERodzRVR0hYbHdaSUFPRGt5Wk9ZTjI5ZXFkcVJMcGZoOFhneXlWblYwZFhWaFltSlNhbXVLYVVxOGFxZG5SMTI3OTZ0VVh1dXJxNG9LQ2pBaEFrVDBLTkhENFhIQ0FRQ1RKczJEUUN3Y09GQ3RHalJndGxYcDA0ZGphNUhDQ0hrODZJQUNTR0VFRUpJSlJjUkVZRTFhOVlBa054VXYzbno1b3Yzd2NyS0NrMmJOa1ZTVWhKT25UcUYyYk5uYTl4R1ZsWVcvdm5uSHdDUzByNUdSa2JsM2MxU016WTJScXRXclRRNlJ4cHdzYkN3VUhxdWRCa09BTmpZMkdoOERVSUlJVjhPcDZJN1FBZ2hSREdoVUZqUlhTRC9UeXdXeStRUklPUkwrdXV2di9ESEgzOEFBT3JYcjQ4VksxWlVXRitrK1RJeU1qSncvZnAxamM4L2ZQZ3dDZ29Ld09GdzRPTGlVdDdkSTRTb1FXT0x5cU5rTW14U09WQ0FoQkJDbEZpMWFoVVdMbHpJUE8xVTU4aVJJM0IzZDhldnYvNWFwdXNtSmlaaXpwdzVjSE56SzFNN2xWbGFXaG9XTEZpQVJZc1dzVDVIS0JSaS8vNzlHRFpzR0I0OWVsU3UvY25QejhmaHc0Y2hFQWprOWgwNmRBZ2pSb3pBMmJObnkzU05EeDgrWU9mT25kaXpaMCtaMmlGVnorUEhqd0VBWm1abTJMeDVjNFhPdXVqZHV6Y0FvRkdqUmpMNVQ5aTZlL2N1QUtCdjM3NndzTERRNk55Q2dnSmtaR1NVNlk5SUpHSjFMWUZBZ0UrZlBxbjlJMVZZV0tqMG1QejhmSTFlSjZtNkxsNjhpTEN3TUZ5OGVMSGMyejUzN2h5Y25aMFJIQnhjN20xWEZsZXVYTUdDQlF1d1k4Y08xdWRrWm1iaXp6Ly94S2hSbzhxdENwalU0OGVQY2ZueVpibnR1Ym01Mkx4NU13WU1HSUIzNzk2VjZSb1BIejdFenAwN2NlYk1tVEsxUS82SGx0Z1FRb2dDUXFFUVo4NmNRVzV1THFwWHI0NEJBd2FvUGVmWnMyZUlpWW1CcWFscG1hN041L054OWVwVkFNQ0ZDeGVVcm1zSEpKVVk3dHk1dzZyZFJvMGF3Y3pNVEtPK2lFU2lNZzBZdExTMFVLMWFOYm50ZVhsNXVIanhva1kzV0Z3dUZ4Y3ZYc1R6NTgreGZmdDJiTnk0c2RUOUtpa2dJQUFIRGh6QXZuMzdzSC8vZnBrcUU5SFIwVWhOVGNYZXZYdkxWRzNpL2Z2MzJMWnRHM2c4bnNLcUlhcUl4V0prWjJjalBUMGRHUmtaTW4rbnA2ZGoyTEJoK09HSEgwcmROMUs1T1RzN0l6WTJGanQyN0VEZHVuWHg1TW1UQ3V1TGhZVUZRa0pDMExwMWF3Q1NnYjRtTm0vZWpOalkyRkxsM29pTWpFUmtaS1RHNTVXR3Y3OC9VMm1IamZYcjEyUDkrdldmc1Vla0tvaUlpTUNWSzFmUXBVc1hkT3ZXclZ6YlRrbEp3Wk1uVC9EeTVVc01HVElFdFd2WFZucHNXbG9ha3BPVFdiWGJybDA3OEhnOGpmb2lGQXBSV0ZpbzBUbkZhV3RyUTA5UFQyNzdxMWV2Y1BIaVJZM2E1bks1T0g3OE9ISnpjeEVlSG83eDQ4ZVh1bC9GRlJVVllkbXlaWGowNkJGNjllcUZ0V3ZYeXZULzhPSER5TXZMUTJob0tCWXNXRkRxNnlRa0pHRGJ0bTNvMHFXTHhtTVVvVkNJckt3c1ppeFJjbnpoNWVXRldyVnFsYnB2WHlzS2tCQkNpQUozN3R4aEJ2Njlldlg2b3RlMnRiVkZqeDQ5Y09IQ0JXemR1aFZPVGs1S0V3dStmdjJhZFI2QXBVdVhZdkRnd1JyMUpUazVHYzdPemhxZFU1eU9qZzVpWTJNMU9xZWdvRURwdE5OcDA2Ymg1czJidUh6NU1tN2Z2bzJtVFpzcVBJN0Q0YkFlc0NVa0pPRGd3WU1BZ1BidDI4c0VSd0JnNHNTSnVISGpCaElURXhFVkZZVytmZnRxOEdyWVMwNU9ocSt2TC9oOFB2UFUrZE9uVCtEeitXcURWTm5aMlJRZytZWTFiZG9VKy9mdlI0MGFOU3E2S3dEQUJFZEt5OTdldmxUbjFhNWRHdzBhTkFBZytleExUVTFGOWVyVkZmYm56cDA3eU0vUFI3MTY5V0JwYWNsc3YzbnpKcXViSnowOVBiblBBa1h5OHZLWTQxVUZmS1hIRVZKUlhGeGNjT1RJRWJ4Nzl3NjdkdTFTT2R2MTRzV0w4UFgxWmRYdTMzLy9qYnAxNjJyVWx5TkhqckJ1WHhFSEJ3ZU5TM0xuNStjclhDckw1WEl4YnR3NGJOKytIWHYyN01HUFAvNElYVjFkaFczbzZPaXdmckFUR2hyS3pIWXRHZXpTMTlmSDZOR2pFUndjalBEd2NQejAwMDhhdjRkc1JVVkY0Y2lSSThqUHo1ZjU4K25USjRXelpvdUxpSWlBcTZ2clorbFhaVVlCRWtJSVVlRFNwVXNBSkdVelN6dVlMd3RYVjFkRVIwZkQzTndjMmRuWnJDbzMxS3haVTJFZ0pUMDlYZWIzME5CUStQdjdxMjNQek15TTFYSGxiY21TSmF5bUYwK2RPbFhwdmpadDJyQ2FSaXdRQ0xCaXhRcUl4V0xVcUZGRFlWVU9lM3Q3dEcvZkhqZHYzc1RHalJ2UnBVc1hWSzllWFczYm1zck96a1pjWEp6Uy9Wd3VGOGJHeGpBek00TzV1VG5xMUtuRC9FMlZNTDU5bFNVNFVoSHM3T3pnN2UwTkd4c2J0RzNiRm9Ca3hrWnFhaXBzYlcwVmZrNk5HalVLeWNuSkdEUm9rTXhueFprelovRHg0MGZtWnVUUFAvOUV3NFlOMGIxN2Q1bWxTN05uejJZVmZQN2hoeC9BNS9PeFlNRUNqQnc1VXVFeEJRVUY2Tnk1czBhdm1aRHl4dVB4TUduU0pHellzSUYxYVcwdWw2dndzMGNvRk9MRGh3OHkyK2JQbjQ4clY2Nm9iYk4vLy80eWxaeStsSDc5K3FrTlZINzQ4QUU5ZS9aVXVuL3k1TW1zbGorL2VQRUNnWUdCQUlCT25Ub3BuSVU4ZnZ4NEhENThHRGs1T1ZpM2JoMDJiTmlndHQzU2VQSGlCVzdldktsMFA0L0hnNG1KQ2N6TXpHVEdGZWJtNXJDeHNma3NmYXJzS0VCQ0NDRWxpTVZpWExod0FRRGc1T1FFTHZmemZGVGV2WHRYWldSZUxCWWpQajRlL2ZyMVU3amZ4OGRIWmdiRjBhTkhvYSt2TDNOTVVsSVN4bzRkQzBDUzNCR1FMSnRoc3c2L3FLZ0kxdGJXT0hMa2lOeSs5UFIwekpneEF3Q3dlUEZpMk5uWktXeERWVWxOWlpvMWF5YnpoRmNnRUtoOFlzUG44K1ZtaXpSczJKRFZ0Zno4L0pocHhKNmVua3B6T3l4WXNBQXVMaTU0OSs0ZDFxNWQrOW1UWlByNStjSFkyQmhHUmtiTUgwVkxsUWlwQ2hvMGFNRE1IQUVrbjQzU0d6RmxzOGlVS1RrRi9kS2xTd2dORGNYYnQyK1pVcnpsVFZkWEY4ZU9IUU9BS2psZG5YeFpJU0Voek0xNVNXS3hHQ0tSQ0VlUEhzWFJvMGNWSGxOOGUrUEdqUkVhR2lwM1RGaFlHTmF2WHc4REF3Tm1XVEhic1lWSUpNS0FBUVBRcVZNbnVYM1IwZEVJQ0FpQWxwWVdkdS9lclhRV1YybStEenQyN0NpVEQ2ZzBZd3RyYTJ1MTErSHorVmkwYUJFS0NncWdwNmVuZEthT2taRVJwazJiaHZYcjErUGl4WXM0Y2VLRXhyTjhOV0Z0YlkzNTgrY3pZd3BEUTBNWUd4dVhLcGZVdDQ0Q0pJUVFVc0tOR3plWUVwclIwZEVxbDRnTUhqd1lzMmJOS3RWMVJDS1IydW1OcXZhenlYNGVGaFlHUUhLRElaMkdQbno0Y0psbFExZXZYc1dhTld2QTRYQncvUGh4WnJ1MnRqWjBkSFNZd0VweDB2ZEVSMGNIQXdjT2xBdk1sTVgwNmRPWm42T2lvckJod3dZc1dMQkE0ZElXb1ZDSXNXUEh3c2pJQ0c1dWJxd0RJd0J3L1BoeEp2alRvMGNQcFlFb1FCSzBjWEZ4d2I1OSt4QVpHWW0yYmR0aStQRGhHcndxelhUdDJ2V3pCZVlJK2RvZE8zWU16NTgvQjRBeUwzbVR6ckFydmd5bnZHbHBhYUZldlhxZnJYMVN1U1VtSnJKT0xQNzI3VnZtYjJVQmpKSysvLzU3bVVCaFVWR1IyckdGcWtDR3VvcHRJcEVJQnc0Y0FBQU1HRENBQ1NJc1hicFVaam5vOXUzYkVSa1ppVFp0Mm1EbHlwWE1kbjE5ZlJnYUdzTFEwRkN1N1FjUEhnQ1FMT05yMmJLbHluNW95cy9QRDRCazNCQVVGSVNJaUFnRUJRVXBIT084ZlBrU0xpNHUrUEhISHpGbHloUldzM2lsVnExYWhhU2tKQURBbkRselZINjJPRHM3SXlvcUN2ZnYzOGZhdFd2UnRHbFRqWU8rYkptWW1NRFIwZkd6dFAydG9kRVhJWVNVSUgzU0IwaldqYXVha3FscGdzTGliRzF0bVdtUGZENGZjWEZ4S3IrOGR1ellnUUVEQnNoODJhcEsxcGlabVltb3FDZ0FrTWtqWW1CZ0lQTlVwdmowV2JacllNK2RPd2RBOGtTbVBJTWpKVW1UaFMxZnZoeFdWbFpvM3J5NXpQNlFrQkE4ZmZvVXFhbXBHRGR1SE90Mkh6eDRnTldyVndNQTZ0V3JoNlZMbDZvOVorYk1tWWlKaWNHVEowK3daczBhMUs1ZFcyWGVqNGlJQ0pta2pkSkJKNS9QbHp0UG1wU1hrQytGVFlBMVBUMGRhV2xwS284cFhzbmwxYXRYU0VoSWtOa3Z2ZUVESUxkUEVYTnpjNVd6TEM1ZnZzemM2UFRwMDBlam9HaEo3OSsvWjU0b0s3cEpVa2NzRmpNbFUwc3pXNDVVRFJjdVhOQzRjc3pqeDQ5bGdncXF6Snc1VSthbWV1clVxY3l5c3JTME5LU25wNk5WcTFZS3o4M0p5VUZZV0JoY1hGeFk1ZHdCSlBsSlhyMTZCUUFZUFhvMHM3MWtnbnJwVWxSZFhWMVdZd3MrbjQrWW1CZ0FRUGZ1M1ZuMXBUUzRYQzcrKys4L1pHWm1Zc0dDQmRpN2Q2L2NhMSs1Y2lWeWMzTng0Y0lGalpLcUh6aHdnRWtrM2FkUEgvejAwMDhxajlmVzFzYnk1Y3ZoNHVLQy9QeDh6Smt6Qjd0MzcxYTViTmJIeDRlWjVRejhyMnp6dFd2WFpNWVd0cmEyR3VkcElSSVVJQ0dFa0dLeXM3TVJIUjBOUURJN1JOa05zUFJKU1hrc2U4ak16TVNFQ1JQdzl1MWJoSVNFS0h4cWN1Zk9IUVFHQm1MWHJsM1l0R21Ud3FtcEpVbkwxaG9hR21MZ3dJRmw3cWZVKy9mdm1jbzVUazVPck0rTGk0dkRqUnMzQUFCWldWa0FKRGRwVzdac0FTQVpLRWlYN1VpNXVMZ2dQajZldVNrcVBzaE1TVW5CcmwyN0FBQmVYbDVvMzc0OXEzNDhlL1lNOCtiTmcwQWdnSjZlSHZ6OC9GZ05EUFgwOUxCKy9YcTR1TGdnTnpjWEhoNGU4UFgxUmRldVhSVWVMeEFJbENaWExlOVNnb1JvNHQyN2Q4akl5QUFBbFFIT2t5ZFBhalRBRGdrSlFVaElpTUo5SXBFSVAvLzhzOW8yM04zZE1XblNKTG50T1RrNUNBd014S0ZEaHlBU2lWQzNibDE0ZW5vcWJVZjZkUHI5Ky9kS2o3bDM3eDRBeVExVGFRSXRTVWxKek0ySnBsVThTTlhENVhKaFpXV2w4cGhYcjE2aG9LQUFCZ1lHYXF2T3BhYW1xZ3gweHNYRllmNzgrVEF3TU1EaHc0Y1ZmcytGaDRjaktDZ0k0ZUhoT0hMa0NLdVpFdExxVHZiMjl1V2FvK0x5NWN2TWQ2TW1ZNHRqeDQ0eEFadkV4RVFBd1BQbno1bXhSYjE2OWVTV3JpeGJ0Z3hqeG94QmFtb3E5dXpaSTVOWDVNU0pFNGlMaTRPK3ZqNDJidHlJbWpWcnN1ckhtVE5ubUljaTlldlhoNCtQRDZ2ejZ0ZXZqeFVyVm1EaHdvWEl5TWpBMUtsVHNYMzdkcVd6enBRbGJpOVpkYkNnb0lEVjlZazhDcEFRUWtneFI0NGNnVUFnZ0xhMk5tYk5tcVh3U1daZVhoN3pKYVJxUGFwUUtHUzFUTUxVMUJUMTY5ZkhtemR2c0h6NWN2ejExMTl5NSszZXZSdUFwTVJtdTNidDFMWlpVRkNBOFBCd0FKSmtoZVdaditMQ2hRc1FpOFhRMGRIUnFNTFByVnUzNUo2aWlVUWlaaHVIdzBHYk5tMndmLzkrbVdPS3o5SnhkM2RuZms1TlRZVkFJQUNQeDhPWk0yZHc1c3dabWZNYU5teUkrZlBueTJ4TFNVbUJxNnNyTWpNekFRRGUzdDVvM0xneDY5ZGdhV21KZGV2V1lmYnMyU2dzTElTbnB5YzhQRHdVVnZvWk9uU296UFQvcUtnbytQcjZnc2ZqZmJGU3BhUnF1M0xsQ3M2ZlA0L3ExYXN6ZndRQ0FTSWpJNWtaVGFxV2Z1am82SHp4Ry8vaTYrRUxDd3R4OCtaTm5EOS9IcWRPbldJK2QrdlhydzkvZjM5ODk5MTNTdHV4c3JMQzNidDNjZnIwYWZUbzBVUG0vM09SU0lUazVHU21WTGlkblozU3FoV0FaRW5oNDhlUFlXeHNqR3JWcWtGSFJ3ZVptWm5ZczJjUGMweFpacktRcXNIYzNKejVYbFpHbWx5NGYvLytXTHg0c2NwaisvWHJKNWVFdmJqbXpadWpXclZxU0U5UGg3Ky9QN3k4dkdUMkZ4UVVNTUdPcmwyN3NncU9KQ1VsTVROZkoweVlvUFo0VFp3L2Z4NEEwS0pGQzQyV3BFVkdSdUxXclZzeTIxNjllc1dNTGV6czdKQ1ZsY1U4b0pIUzFkVUZsOHZGdzRjUFpjWVcwcGx1aG9hR0NoTkE5K3ZYRDRNR0RaTFpkdTdjT1hoN2UwTWtFc0hBd0FCK2ZuNGF6YTd0MGFNSDNOM2RFUkFRZ0xTME5FeWFOQW0rdnI0S3gzdkxsaTJUK2JkY3UzWXR6cHc1QTN0N2Uvenh4eC9NZGxxbVczcjB6aEZDeVAvajgvbk16WG5QbmoyVlR2Tk9UVTFsZmxZV0lObTFheGN6NjRGTlVyNUZpeFl4QTZPLy92b0w0OGVQWi9ZbEppYmk4dVhMekhGc0VtcWRPSEVDbVptWjBOWFZ4Wmd4WTlRZXI0blRwMDhEa0F5b0ZLMGhWcVpkdTNhWVBIa3lBTWtNa29pSUNIQTRIT2Fwc3JhMk50TFMwcGdwdGlYZHZYdFg0ZmJpMDNLTEt6NzFINURNSEpreFl3YnpSTm5UMDFOaFpubDFPblRvQUQ4L1AzaDRlRUFvRk1MWDF4ZDM3OTdGNHNXTFpaSzg2dW5wUVU5UGovazlQajZlK1ZtVDljeUVsSlpZTE1hSkV5ZVU3amN3TUZDWnc4UEZ4UVV1TGk2Zm8yc3F4Y1RFWU92V3JYank1SWxNd21ZdWw0dVJJMGRpOXV6WmFnTTNvMGVQeHQ5Ly80MmNuQnk1bVduRmNUZ2NoVE5XaW52OStqVVRURkdrWGJ0MmFOYXNtY28yQ0dGREdyd3Z1VnlsTkF3TUREQi8vbno0K1BnZ0lpSUNRNGNPbGFrZWMralFJWHo0OEFFR0JnYVlNMmNPcXphbE04U2FOV3ZHYWlZclczbDVlY3c0cDJUd1FaMkJBd2N5MWEwU0V4TVJFeE1EQ3dzTDVyT3RYcjE2dUhIamh0S3hoYkk4YzIvZnZwVlpJaWhWY3FudnVYUG44T3V2djZLb3FBZzhIZytiTjIrV1NTck4xcVJKazVDZm40OWR1M2JodzRjUG1ERmpCbWJPbklrSkV5YklWQjBxWGtWUEpCSXgxZSs0WEM2Tkxjb0pCVWdJSWVUL0hUNThtRm42VVR4QVVkTERodytabnhXdFc4L0p5Y0hXclZzQkFPUEdqY1BhdFd0aGEydXI4dHIxNnRYRDZOR2pzWC8vZmdRSEIyUFVxRkhNRGNDbVRac0FBTDE2OVdJMUlCRUtoZGk3ZHk4QXlTeUdrZ090bkp3Y1pob3E4TDg4Sm1LeEdOZXZYMmUyODNnOHRHblRSdWJjUjQ4ZU1jdHIycmR2anhjdlhxQnUzYnFzU2diYTJka3gxVzZlUEhtQ2lJZ0lhR3RyeTB4dEZRcUZaVTY2S01YaGNKaWZMMTI2Qkc5dmIzejgrQkVBNE9ibVZxYkFVWmN1WFJBUUVBQlBUMC9rNWVVaEtpb0tjWEZ4OFBEd1FOKytmZVh5RVFnRUFwbEJXRlpXRmpnY2p0S3FPWVNVQnhzYkcyaHBhY2tsWFRRd01FRHo1czB4ZCs3Y1NqbWdidE9tRGQ2OWU4Y0VSOHpNek5Ddlh6K01IajJhZFVucjc3Ly9IdjcrL2dnTURFUnljckxjbEhRZWo0ZUdEUnRpMnJScGFwZm5OV25TUk9GMlUxTlRkTy9lbmZYTkpTR3E1T2JtTW1NUXRzczYxT25mdnovQ3dzS1FtSmlJYmR1Mk1Vdm04dkx5bUdDSG01c2JxekxpejU4L1ovS1BTUjkyRlBmeTVVdG1xUXZ3di94RE9UazVNbU1MTXpNenVhVTV4NDRkQTUvUGg1YVdGcG8zYjQ2MHREU1ltNXV6ZW8xRGh3NWxmajU0OENCaVltSmdaV1VsTTdibzE2K2YwbW95bXBJK3BCS0x4UWdLQ21JcUJ1bm82T0RQUC85a0V1S1h4cXhaczJCb2FJaU5HemVpcUtnSUFRRUJPSC8rUEpZc1dhS3dOUEw5Ky9kbHlpMi9lUEVDbHBhV2xCT3BqQ2hBUWdnaGtNeEMyTGR2SHdEQXdjRUIzMy8vdmRKanBldldyYXlzRk41Y0dCa1pZZWJNbVZpelpnM2V2MytQR1RObVlNR0NCWExMTVBoOHZrd20rVEZqeGlBcEtRbnU3dTRRaVVUNDlPa1Q3dHk1Z3hzM2JrQlhWeGN6WnN5UW1SVlJQQUJRWEZSVUZGNi9mZzB1bDZzd3VkaC8vLzJuc1BLT1dDeVcyVzVwYVNsVDFRYUF6UElYWDE5ZjVub21KaVo0OXV5WlJzdFZGT0Z5dWVVNkxiVGtBQWFRVk1sUk5MalRsSjJkSFVKQ1FyQnc0VUtrcEtRZ016TVRYbDVlMkxkdkh6WnMySURhdFdzengxNjhlSkg1dHhNS2hYQnhjWUdscFNVQ0FnSVV2dDV1M2JxVnFrOXIxcXloTFBWVlFLTkdqWmhwN3FwWVdsckt6RndTaVVRUWk4V3NBcG9WU1Y5Zkg4dVdMVU55Y2pMYXRXdUhwazJiS3YyOFU2VkxseTdvMHFWTG1mdlRzbVZMNXYyV3ZvZGFXbHFsNmhNaHl2ejMzMy9NejZYOUxoV0x4VEtsYkFGZ3lwUXBPSGZ1SE56ZDNabnZvVDE3OWlBN094c05HalRBZ0FFRFpNWVd5cjZEUTBKQ0lCYUxVYjkrZmZUbzBVTnVmMlJrSkhiczJDRzNQU2twU1dac01XVElFUHoyMjIvTTd5S1JDQWNQSG1UNi8vUFBQOFBhMmhvUkVSSEl6TXlFUUNDUStUNHREVjFkWFpYTDZEVDE4ZU5IK1BqNDRPTEZpd0FrQWRlMWE5ZWlZOGVPWlc1Ny9QanhzTFMweExKbHk1Q1hsNGZFeEVSTW1EQUJmZnIwd2NxVksyVSt2MCtkT3NYOG5KU1VCR2RuWjB5Y09CR3VycTV5N2Q2N2QwOWxZbmxWb3FLaVdDZngvUlpRZ0lRUVFpRDU0cGNtTFp3MmJSb0F4VGxFeEdJeHM0NVZPaHRDa2VIRGg4UGMzQnlMRmkzQ3AwK2Y0T3ZyaTBlUEh1SFhYMzlsbmo2TUdERkNZWVVJUllrTUN3c0xNWExrU0psdHBxYW0yTFp0bTl5eDByVzRRcUVRcDArZmxtdVB4K1BKTEEzNitQRWo4OXFMYnkvNXBEWWpJNFBKOCtIbzZNaE1oMzN4NGdYYzNkMlJscGFHQXdjT3NIN3FvMHhjWEp6Q1FSWmJiZHUyWlo0Y0ZSVVY0Zjc5K3dBa2d6NHZMeSs1WkcxbDBhQkJBNFNHaHNMWDE4RkRmSHdBQUNBQVNVUkJWSmRaeXRDOGVYTzV3VnpKY28wZlAzNUVYRndjL1AzOTRlSGhJZGR1YVpPNFNoTkdFcUxJMTNSRDcrRGdBQWNIaDRydWhweXY2VDBrWDVmaXN3eExHeEI0OCtZTmZ2enhSNFg3cE10amkwdE9UcFlMeVBmcDA0ZFpzaUlsRW9tWTJhTVpHUm00ZnYwNjdPM3RaWTR4TVRHUkdVTzhmLzhlZVhsNTRQRjRNcStuNU95WWYvLzlGNjlmdndZZ083YTRjdVVLbGk1ZENrdExTK3phdGF2TUQwOUNRME9aZ0VacE9EczdNM25YUG4zNnhBUzBhdGFzaVkwYk44b3R2U2tMSnljbk5HN2NHTjdlM2t4T0ZFZEhSNW5nQ0ovUHh6Ly8vTVA4WGxSVWhJS0NBdXpZc1FOTm1qU1JTM1FyRm90TFBiWlFWL3I1VzBNQkVrSklsZmZ5NVVzbTJWNzM3dDNScGswYnZIMzdGbE9uVHNYRWlSTmxBaFAzNzk5bmdnbnFuaFIwN3R3WnUzYnR3cHc1YzVDZW5vNFRKMDRnSlNVRjY5YXR3M2ZmZlFkalkyTzVKejJhTURZMlZyajkxMTkvaGE2dUxnNGRPb1RObXplanNMQVEwNmRQWi9hM2JOa1NFUkVSek8vbnpwM0Rva1dMd09Gd1pMYVhkUGp3WVFpRlF2QjRQSXdhTllvWnhKaWFtaUkzTnhlNXVibFlzbVFKZ29LQ3lqU1F5Y3pNeEsxYnQ4RGhjRFI2NGlNU2lWQllXQ2lURjRYTDVjTFgxeGV6WjgvR3pKa3pZV1JreExyYURSdisvdjdvMHFVTGxpNWRpbjc5K2lFeU1sSXVzZDdyMTY5eC9mcDFjRGdjaUVRaWNMbGMrUGo0WU9IQ2hRZ0xDMFBMbGkzbGxoV0Zob1lxdkJFN2VmSWt3c0xDWUdOakk1T01UY3JDd3FMY1hoc2hoSkF2UXlRU3lTUWFuekZqQmpadTNLaTI2azFKSEE1SDZkaUFyZUk1TG9xM3UzdjNiaXhZc0FCMzd0ekJ2SG56OE9lZmY4b0VNWjJkbldWbXlxNWR1eGFIRGgxQ3ExYXRzSDM3ZHFYWEN3c0xBd0MwYnQwYWJkcTBrUnRiM0w5L0gxdTJiTUhjdVhQTDlMcFNVMU54NjlZdGpXZXFDb1ZDQ0lWQ21ZQkRyVnExc0huelpxeGN1UktyVnEzQ3YvLytXNjc1bXE1ZXZRcExTMHNFQndjalBEd2NIejkrbE11WmR1N2NPZVRsNVRGamkrKy8veDRXRmhZNGVQQWdmdnZ0TjRTR2hzb0VySm8wYVlKbHk1WXB2SjZmbng5dTM3Nk5nUU1IWXR5NGNYTDdOVWs0K3kyZ0FBa2hwTXJ6OC9Oakt0Zk1uajBiQUxCeTVVcThmdjBhcTFldlJueDhQSHg4ZkZDOWVuVW1XcStucHlmMzlFU1JKazJhWVBmdTNYQnpjME5LU2dydTNic0hGeGNYK1B2N000T0NzcERtRHlsT1cxc2JpeFl0UXJWcTFiQm56eDRFQmdhaVFZTUdHbFdjS1Nrbko0ZVpBanRzMkRDWjNCblZxMWZIaWhVcjRPcnFpbnYzN2lFd01GQm03VzlwT1RvNllzT0dEYXlQbHdaNlN1THhlQWdLQ2dLZytQMHFpK0xWZ1RwMTZxUXdSNHgwV3JLRGd3T3VYYnNHUUpLeGZ1alFvVGgyN0JoV3JseUpGaTFheUR5aFViYWtRTHFPbThmam9XblRwdVg2V2dnaGhGU00wNmRQNCtYTGx3QWtnZjNVMUZSTW1EQUJhOWV1MVNnWnFybTVPUzVjdUZEbS9raS83NHN6TmpiR2xpMWJNR2ZPSE55OGVST0xGeS9HL3YzN1lXbHBXZXJyM0xwMUM3ZHYzd1lncVlxVGtwTEM3UHYrKys4eGJkbzBiTisrSFh2MzdrWEhqaDNMWlZiWjNMbHpNWGJzV05iSFN3TTlKZG5ZMkdEWHJsMWw3bzhpMGdUdkhBNUhZWlU4a1VqRVZEZTB0N2RueGhaejU4N0Z6WnMzOGVUSkV5eGV2Qmg3OSs1bGxuSlhyMTVkNmJoQkdoU3JVYU1HalMxQUFSSkNTQlVuRW9tWXFqVE96czVNMHRXbFM1ZkMyOXNiY1hGeE9IdjJMUDc3N3o4c1g3NmNLYy9hbzBjUDF1c3h6YzNORVJ3Y2pMbHo1eUloSVFHZlBuMzZJdEg0T1hQbTRQbno1NGlPanNicTFhdGhiMjlmNmpXa1FVRkJ5TW5KZ2E2dUxzYVBINDkzNzk3SjdHL2Z2ajFjWEZ5d2I5OCtoSVNFb0ZPblR1alFvVU41dkl4eVpXVmxwWERnRnhJU2d0T25UOFBhMnBySnJhTE0yN2R2bWFTTTZzb252MzM3bGxsNk0yalFJR1lRQXdBZUhoNklqWTFGV2xvYU5tN2NpQkVqUmdDUURJNXBHajhoaEZRTkdSa1pXTDkrUFFESjB0YUFnQURNbXpjUEwxNjh3T3pacytIbDVZVWhRNFpVY0M4bGVEd2UxcTFiaDNIanhqRVBrYlpzMlZLcXRzUmlNZk1RcEZHalJ1aldyWnRNZ0FTUUpJTzlldlVxRWhJU3NIVHBVaHc4ZUpCVlF0a3ZyVisvZmdwbnAzcDZldUxGaXhjWU1HQ0F3cHh3eFYyNGNBR0JnWUhnOFhocWs2eWVPM2NPejU0OWc2bXBxY3pERnowOVBTeGJ0Z3dUSjA3RWYvLzloOE9IRHpQSnJvdFgxU09xVVlDRUVGS2xjVGdjekprekIydlhycFVwQlZtelprMXMzYm9WTzNmdVJHQmdJRkpUVTJWeWVXZzZXREUyTnNiMjdkdXhlUEZpREJzMlRPYUpTOGxrcld6NnJLN0VwZFN2di82SzJOaFlaR1ZsNGZqeDR3cW5UcXJ6L1BsejV1bUpzN016YXRldUxSY2dBU1NaOEdOalkvSDQ4V1A0K1BqZ3dJRURaWnJxZS9ueVpZMFNpckY1RDNWMWRkR29VU081N1VWRlJRQ0F1blhyS3R4ZlhQSGdoYm9BeWJadDJ5QVVDbUZyYTR1R0RSdks3TlBYMTRlUGp3LzI3Tm1ESlV1V01HV00yZjdiRWtJSSticmw1K2ZqbDE5K1lhclh6SnMzRC9YcjEwZHdjRERjM2QyUmxKU0VGU3RXNE9YTGx4clB6Q3haNmw0ZExwZkxhbG1ya1pFUkZpOWVqRGx6NWlBMk5oYVBIajBxVlpucmt5ZFBNaFgxM04zZEZUNFkwTmJXeHUrLy80NmZmdm9KNzkrL3g5S2xTNW5LZnFYbDcrK3ZVVkNIVFc0dlkyTmpoZU9kdkx3OEFFRERoZzNWamkyaytlUFVqU3NFQWdHelpHbkVpQkZ5U2JlYk4yK09uMy8rR2ZuNStSZzFhaFFUaEtJQUNYc1VJQ0dFVkhrOWV2U0F1Ym01M0xwYkRvZUQ2ZE9ubzFtelpqSWxZaHMzYmx5cTJSRThIZzhiTjI2VTJ6NXIxaXptNXBpTldyVnFLVXkycG9pcHFTbjY5KytQaUlnSVJFZEhseXBBc25IalJnaUZRaGdZR0dEU3BFbEtqOVBSMGNIdnYvOE9GeGNYdkh2M0RxdFdyY0xhdFdzMXZwNVVqUm8xMExKbFM5YkhwNmVueTVSZzFvUTBXUzZiQkxQU3B6R0E2b0hNblR0MzhQZmZmd05RWGpiYTN0NmVXYW9selcxVHNpd3pJWVNRYjA5dWJpN216NS9QZlA4UEhUcVVXUXByYW1xS3dNQkF6SjQ5R3drSkNRZ09Ec2I3OSsvaDVlWEZxZ3FWVUNqVXVLSlovLzc5c1hMbFNsYkgvdkRERDdDMnRrWnFhaXFpbzZNMURwRHcrWHdtU0dGcmE2dXlyL1hxMVlPSGh3ZisrT01QWEwxNkZZY09IY0xvMGFNMXVsNXgxdGJXR2kwTGV2ejRNWk5FVmhOOFBwOEpmTEZKdWlzUUNBQ29ENURzMjdjUHFhbXAwTkhSd2FoUm81alN5OFVWcnhyMC92MTdBTUIzMzMzSHV1OVZIUVZJQ0NFRVVGbld0MnZYcnVqWnN5ZXpWTUxOemUyejFKam44WGdxSS94Q29aQUowbWlpYmR1MmlJaUl3T1BIajlVZXkrZnpFUjhmajlqWVdPam82S0JUcDA1TTF2ZHAwNmFwblJIU3VIRmpUSm8wQ1VGQlFUaDM3aHhPblRxRi92MzdhOXhuUUpKTXRqeHlrS2dqRW9tWTkwYmRFeDRBTW9sMVZjMzIyTGx6SndESjA1eXVYYnZpNmRPbkt0dVZCbWxxMWFxbHRnK0VhRUpSUmE1dm5UU256K2Y0ckNha3JCSVRFL0hMTDc4d045NGRPblRBa2lWTFpJNHhORFRFMXExYk1YdjJiTnk1Y3dmSGp4OUhkblkyMXF4WncxVERZOFBBd0VCbFVJWFA1Nk9nb0VEajE5Q21UUnVrcHFheXl1MlZtWm1KMk5oWXhNVEV3TUhCQWMrZVBVTjZlanEwdExRd2YvNTh0ZWNQSHo0Y3AwNmR3cTFidCtEdjd3OEhCd2ZVcTFkUDR6NERra0JVZWVRZ1VlZng0OGZNNTVBbVl3dFZBUktoVUlpUWtCQUF3T2pSbzFrRlBXaHNvYm1xOVcxSkNDR2xFQnNieXdSSFdyVnFwZkZUR2JibXo1OHZWOHEzdUd2WHJqRkpaRFVoSFVncG1tNWJWRlRFZkhtS1JDSjA2OWFObVU1cVoyZUhVNmRPQVpBa0RSMHpaZ3lyNjAyZVBCbFJVVkY0L3Z3NTFxNWRDenM3TzdteWZpVUpoVUxjdTNkUDVtWkdKQkpwTkVXNCtNd09UU1FsSlRHbDc5Z2tKeXMra0ZRMWtIRndjRUJNVEF6bXpwM0w2aVpOR3FTUjVzRWhSSm00dURnc1dyUUl4c2JHY2lXa0ZSM3I2ZWtKSnljbi9QTExMOTlNTllMOC9IeEVSa1ppeUpBaGNqZUxodzRkd29FREJ6Qmp4Z3owNmRPbjFOZjQ4T0VEamh3NUFoMGRIYlg1QXdoaEl6OC9IenQzN2tSb2FDanpYZXZvNklqVnExY3JER0xxNit0ajA2Wk5jSE56UTBKQ0F2Nzk5MThzV0xBQTY5YXRZMzNOUFh2MnFQeGUyYlJwRTFQSlR4UFM1VGlLSHR6azUrY2pNek1UQUhENzltMzA3dDJiMlNjV2l4RVZGUVZBY3BQZm9rVUxWdGZ6OHZMQ1R6LzlCRDZmajk5Kyt3MjdkdTFTbTYvcjQ4ZVB1SEhqQmhvM2JzeHNFd2dFR28wdDJDeXhVVVE2TTBoSFJ3YzJOalpxajVlT0xWU05LN2hjTGpwMDZJQTdkKzVneXBRcGF0c1VpOFhNd3hrYVc3QkhBUkpDQ0ZFaEt5c0x5NWN2QnlENVlpcjVoT2RySUIya1NNdmZQbjc4R05ldlgwZDhmRHh1M2JvbE03Z1JDb1ZvMnJRcG5KeWNjUGJzV2FTbnA0UEQ0Y0RIeDRmVnRGNUFNbWp5OHZLQ3E2c3Jjbk56c1dyVktxVXpRWXFLaXJCZ3dRTEV4OGZqNDhlUGNIRnhZV2J6WEw1OCtiTUZvNHFUenBEUjE5ZG50YVJIT3JEUzB0SlNPZU5uNE1DQlNFMU5oWjJkbmRvMnhXSXhzenlvU1pNbWJMcE5xakNCUUlEczdHeFd4NGFIaHlNdkx3OVBuejR0VTNBa0xTMk5TV2hkM3RxMGFhTng3cDJBZ0FBY09IQUErL2J0dy83OSsyVVNVRWRIUnlNMU5SVjc5KzR0VTREay9mdjMyTFp0RzNnOG5zWUJFckZZak96c2JLU25weU1qSTBQbTcvVDBkQXdiTmt5akhFdmsyN0JpeFFxWmNyNC8vZlFURml4WW9QTDd0WHIxNmdnSUNNQ01HVE9RbUppSWh3OGZJajA5L1V0MFZ5WHAwZzFEUTBPSXhXTEV4OGZqNXMyYmlJK1BSMEpDQWhOWWtNNWdhOSsrUGV6czdCQWNIQXlSU0FRek16T044cXJVcjE4Zmt5Wk53bzRkTzNEdjNqMGNPSEJBNlV5UTVPUmtUSjA2bGVsSDhlWE5telp0S25NZUV6YisvZmRmQUpJazlteG04RW5IWXVxVzJFaVhZckhKOGZiMDZWTm1aZ3FOTGRpakFBa2hoQ2pCNS9NeGQrNWNKaUdwbTV2YlYxZityS0NnQUNkUG5nVHd2eW1lL3Y3K2lJbUpZWTdSMHRKQzI3WnQ0ZVRraEI0OWVxQk9uVHFJaUloZ25qcE1tREFCelpzMzEraTZIVHAwd0k4Ly9vaS8vLzRiNmVucHlNL1BSMEZCQWVMaTRuRDkrblhtK2lLUmlBbFFjTGxjbWV6MHRXclZncTJ0TFFvS0NwaGpuSnljb0tPamc5emNYTVRFeEVCWFZ4ZmR1M2NISUtrWW8wa3VGMEF5Y0R0Ky9EZ0F5WXdQTnRPV3BZTVlkVGQwSmlZbXJKZjhKQ1VsTVd1VjI3WnR5K29jUXRSNTgrWU44LzlPV1dkQVhMaHdnYW0wVWQ2T0hUdW0wWFQ1aElRRXBocFYrL2J0NWFwelRadzRFVGR1M0VCaVlpS2lvcUxRdDIvZmN1MnZWSEp5TW54OWZjSG44L0hwMHlmazUrZmowNmRQNFBQNXpLdzBaYkt6c3lsQVVnVjVlbm9pUGo0ZVhDNFgzdDdlclA4Yk1EQXd3T2JObXpGbnpoejgrdXV2WlNxdFd4NWV2MzdOZkk5TFoyZk1temRQNXI5N0hvOEhCd2NIOU9qUkE0Nk9qakEwTklTWGx4ZnprTUhiMjFzdTk1czZreVpOUWxSVUZGSlRVNW1BN1lzWEx4QVhGNGVZbUJqY3VIRURnR1E4OFBidFd3Q1M5Njc0OTNYVHBrMWhiVzJOTjIvZUlDRWhBUVlHQnVqY3VUTUFTVkw2UjQ4ZXdkemNISzFidHdZZ1dRNzE0c1VMamZyNTdOa3pwbnh4dDI3ZFdKMGpmVi9ValMwY0hSMVpWN3E3ZnYwNkFNbDR4TnJhbXRVNWhBSWtoQkNpa0ZBb3hDKy8vSUw3OSs4REFEcDI3QWdYRjVjSzdwVnE4Zkh4Q0FvS2dvV0ZCWXlNakpodDBrRkV2Mzc5QUFBMk5qYTRjZU1HT25Ub2dKNDllNko3OSs0eTYxaUZRaUV6M2JaVnExYVlPWE5tcWZvemI5NDgxS2hSQTdObXpZS09qZzRXTGx3b0U1Z0J3T1E1a2ZiRHlNZ0ltWm1aQ0F3TWhJbUpDUm8xYW9SYnQyN2g0c1dMTURRMFpLWVZQM255QkRFeE1UQXdNTURxMWFzQlNLYkRQMzM2RkNZbUpnZ0lDRURmdm4xbHB0VXFjdlRvVVNZQU5tellNRmF2S3pjM0Y0RDZwendBV00rNmtVNDNybG16SnF1MXlvU3dzV1BIRHVZcGJrUkVCSTRkTzZiMm5CRWpSc0RKeVVucGZpNlhDMXRiMnpMM2pjL25JeUVoUWVQekJBSUJWcXhZQWJGWWpCbzFhbURldkhseXg5amIyNk45Ky9hNGVmTW1ObTdjaUM1ZHVtaDhJOFpHZG5ZMjR1TGlsTzduY3Jrd05qYUdtWmtaek0zTlVhZE9IZWJ2T25YcWxIdC9TT1gzM1hmZklTQWdBQllXRm5LQlBYVnExS2lCdlh2M2Z2RzhPcnQzNzhhVksxZFFwMDRkR0JnWTRPUEhqN2g2OVNyNGZENjB0TFRRcDA4ZmFHbHB3Y3JLQ2k5ZnZvU2pveU42OXV5SkgzNzRRZVptUHlVbGhVa282dUxpVXFvQW9hNnVMcnk5dlpHU2tvTGh3NGRETEJZenkyNktNekl5UXJkdTNkQ3paMC9ZMjl0RFIwY0habVptNk51M0wrclZxNGZhdFd0ang0NGRTRWhJUUljT0haaHh4TUdEQi9IbzBTTzBidDJhMmZiOCtYTzhlL2NPMWF0WHg1WXRXL0RUVHorcHpmMFJHQmdJUUJMc2tJNjkxTW5KeVFHZ2ZtekJOamdDL0c5czBhbFRKOHJIcEFFS2tCQkNTQWw1ZVhuNDVaZGZtTWg3a3laTjRPZm5wOUdYVWtXb1Zhc1dIajU4cUxDU2k3MjlQUVlQSGd4QVVxcDN5cFFwTURFeFVkZ09sOHZGbmoxN3NHTEZDbmg2ZXBZNnVhT0ppUW5tenAzTC9ONndZVVBFeE1SQVQwOFBuVHQzUnMrZVBlSG82Q2czU0RRMU5aV3A1Q0xOZzZKdVprV05HaldZNmtMSGpoMURTRWdJZHV6WWdmYnQyeXM4L3ZuejU4eTAyNlpObThMQndZSFY2NUxtYkpFdVdTcXJnb0lDUkVaR0FrQ1psZ01RVXR5TEZ5K1kvNjZBL3oxSlZFZjZKRlVaSXlNanBzUmtXVHg1OGdUT3pzNGFuK2ZuNTRmazVHUUFrcWZ4MG1Cd1NRc1dMR0FxYXExZHV4WXJWcXdvVTMvWjlNdlkyQmhHUmtiTUh6WkJWRkwxbEdVbWFrWGM1Qm9aR2VIMjdkdk1qSWppWEYxZG1kd1dLMWFzZ0xXMXRkSlN3ZlhyMThmZXZYc1JGQlJVcW54cVV1M2F0VU83ZHUwQVNONFBHeHNiSkNZbW9rYU5HbkJ5Y2tMUG5qM1JvVU1IdWJHTHRiVTFNNHRDSkJJeHdRTjFZd3NyS3l0WVdWbmgyYk5uQ0E0T1JtaG9LQzVkdXFSMHh1bXBVNmR3OXV4WkFKTGtzc28rbzBvcVB1T2xQQ1FsSmVIQmd3Y0E4TmxtMFgycktFQkNDQ0hGdkhuekJuUG56bVdXbDFoWVdHRHo1czNsOW9XbFNuSnlNcTVkdTZaMGYySmlvc3J6TFN3czRPRGdnUGZ2MzRQUDUwTmJXeHQxNjlaRjkrN2RNV1RJRUdZMkE1dXB1U1ltSmhwVmtHSER5Y2tKTFZ1MmhLT2pJK3Q4QTNmdjNtV1d3UHo0NDQrc3poR0pSRXgrQm1WcmRETXlNakIvL256bWZmTHg4V0hWTmdBbUFGVmVUNEFqSWlLWXRkeERoZ3dwbHpiSnQrWFRwMDh5U1FXbFR4ckZZakZUSGhvQTlQVDBtTUNkcjY4dmlvcUtvS1dsaGQ5KyswMWxRTy8rL2Z2WXZYczNBSGJsS0N2SzhlUEhjZVRJRVFDUzh1eXFuc3cyYTlZTUxpNHUyTGR2SHlJakk5RzJiVnNNSHo3OHMvV3RhOWV1VmE1U0VQazYzTDU5VzJXWlduVWxiTC8vL251MGI5OGVXVmxaS0N3c0JJL0hnNDJORFFZUEhpenpZRUhkakUxQUVoelNKTUVzRytQSGo4ZDMzMzJIZHUzYXNYNlF0Vy9mUHFTa3BJREw1Ykt1dENmTjUxYXRXaldsd1pIYnQyOWoxYXBWQUFCemMzUE1tREdEVmR0OFBwOFpkNWJYMkNJb0tBaUFaR1lxTGVmVERIMlNFMExJLzR1TWpJU3ZyeS95OHZJQVNBYlkvdjcrYWl1d2xKZURCdzh5NitwTGc4dmxJaUFnb0J4N1ZMNDB6YTF4K3ZScHJGcTFDa1ZGUmJDMXRVV1BIajJZZmRLbmFJb3ExNlNscFVFa0VvSEQ0U2pNYS9EaXhRdTR1N3ZqNWN1WEFJRHAwNmV6enJGeTkrNWQ1aWxhbXpadE5IbzlpbVJrWkRCUDQ3dDE2MGJMYTRoQysvYnR3NDRkTytTMjUrVGt5RHdaN05HakIvejgvSERtekJrbTJDb1dpL0g0OFdONGVIZ29iUHZUcDAvTVRDcGJXMXYwN05sVGJYOUtVeEswSklGQW9OSHhEeDQ4WUthODE2dFhEMHVYTGxWN3pzeVpNeEVURTRNblQ1NWd6Wm8xcUYyN3Rzb2JoWWlJQ0prOEs5SVNuWHcrWCs2OHExZXZhdFIvUXNwVGZuNCtQbno0QUVEOWtveVZLMWVXNlZyTm1qVlQrUGxUV1dneU8wSWdFQ0F3TUpBcGxUdHAwaVNaTVo1MGJLSG9NKzdWcTFjQW9EU1h4NVVyVjdCbzBTTHcrWHh3dVZ3c1c3YU05ZEsrc0xBdzVqT3hQUEtRWGJ0MkRkSFIwUUFrT1prb2VLc1plcmNJSVZWZVVWRVJGaTFheEh5WkFKS25nYXRXcmZxaVU2VHIxNit2c2s1OWRuWTIvdnZ2dnkvV240ckE1L054NmRJbGhJYUdNbE5ER3pkdWpIWHIxc2xNTFphdS84M0x5OE9aTTJmUXUzZHZhR2xwUVNBUVlOKytmUUFrUzZPS1Y1a1JpOFVJRHcrSHY3OC9zMTU1N05peG1EcDFxa3dmamgwN2hnOGZQc0RNekl4SjdpWVNpWkNVbElUZzRHQUFrdHdpZ3dZTkt0TnJGUXFGOFBiMlJsNWVIcmhjcmtiWi9FblZvcU9qSXpQclNpUVNNY0hCNHR0NVBCNnlzcktZbS95K2Zmdml3b1VMT0hEZ0FQcjA2WU5XclZySnRDc1NpZUR0N1kyWEwxK2lldlhxcklJT21abVphcGZobExkbno1NWgzcng1RUFnRTBOUFRnNStmSDZ0WmZYcDZlbGkvZmoxY1hGeVFtNXNMRHc4UCtQcjZvbXZYcmdxUEZ3Z0VTcE9ycWt1NlNzam5rSmlZaURObnpzRFkyQmlHaG9iUTA5Tmpsb2RJOHd1cG14WGFxbFVybGJNMlg3eDR3U3dkL1ZabFptYmkxS2xUMkw5L1A3T1VaY0NBQVpnK2Zick1jZEt4eGMyYk41R1Nrc0lzSDhyS3lrSkVSQVFBeUgyTzV1Zm5ZK1BHalRoOCtEQUF5ZmhnOWVyVmNoWHN0bTdkQ21Oalk5U3NXUlA2K3ZyZzhYakl6ODlIVEV3TURoMDZCRUFTL0MxcmdDUTlQWjJwdm1oaFlZRVJJMGFVcWIycWlBSWtoSkFxVDF0Ykd6WTJOb2lPam9hZW5oN2MzZDB4WnN5WUw3N1dkOHlZTVJnNWNxVFMvZGV1WFN2VHV0M0s3T2pSbzdoNjlTcXVYNy9PTENYUTF0Ykd5SkVqTVdmT0hMbkJuWW1KQ1pvM2I0N0V4RVFzV2JJRVBqNCswTkxTZ2xBb1pKNzZTcE91RmhVVjRjeVpNd2dKQ1dHbXNISTRITGk2dXNvRlJ3QkpXYnl3c0RDVi9YVjNkMGZkdW5YTDlKcmZ2bjNMSkttY01tVUtHalpzV0tiMnlMZHI4dVRKbUR4NU12UDczcjE3NGUvdkQyTmpZMXk0Y0VIbTJIbno1aUVqSXdPTkd6Zkc4dVhMMGJCaFEyemR1aFZlWGw3WXUzY3ZrM3RJTEJaanpabzFUSlViSHg4ZjFwVmtOQzNKcTRoWUxHWTFFeVVsSlFXdXJxN005SFp2YjI5V1UvbWxMQzB0c1c3ZE9zeWVQUnVGaFlYdzlQU0VoNGVId3Z3blE0Y09sWGthSFJVVkJWOWZYL0I0UEpsOExvUjhLVG82T3RpN2Q2L1MvWFhyMW9XOXZiM0tOcFl0VzhiYzZDdXlhZE1tSmpIN3R5UXZMdytIRGgzQzlldlhjZXZXTFloRUlnQ1NuQ3F6WnMzQ3FGR2o1TTZSbGh6UHk4dkRpQkVqbUtVMDB0a2RYQzZYZVRnaWJUOHNMSXlaeldOc2JJemx5NWZEMGRGUnJ1MHJWNjRnS1NsSmFYOTFkWFd4ZE9uU011ZTd1MzM3TnJQMDBzZkhSK1pCRVdHSEFpU0VFQUpKb3JHY25CeU1HemNPVmxaV1gvVGF0V3ZYaHFXbHBkb25vdnI2K21qUW9JSGE3T2xmbzVjdlh6SXplS3BWcTRZQkF3WmcvUGp4S20vWVZxOWVqYlZyMXlJaElZRlpGcVdscFlXNmRldGl4SWdSVExEcDA2ZFBDQW9LWXFyNVdGcGFZdm55NVVxZjBqUnQyaFQ2K3ZySXo4OW5naTJBSkdEVHZIbHpqQjgvSHIxNjlTcnphN2F3c0lDM3R6Y2lJeU14WmNxVU1yZEhxZzVsQ1Zlam9xSncrZkpsNk9ycTRvOC8vb0NPamc0bVRweUk4K2ZQSXlrcENmUG16VU5BUUFCNFBCNVdyVnJGNVBkeGMzTkQ3OTY5V1YzYjFOU1VTVUJZRm15U3RENTc5Z3d6WnN4Z2N2UjRlbnBpd0lBQkdsK3JRNGNPOFBQemc0ZUhCNFJDSVh4OWZYSDM3bDBzWHJ4WUpvR2lucDZlek0xRWZIdzg4N095cE5hRWZFN1cxdGFvVnEwYUJBSUJSQ0lSYzVOdmFtcUsxcTFiWTk2OGVRcHZnTFcwdEppWkplcVdWOVNzV1JNTkdqU28xUG1IU2tOZlh4OVhybHpCM2J0M0FRQm1abVlZT1hJa25KMmRsWTYzYXRhc2lYWHIxbUh6NXMxSVRrNW1BaU02T2pwbzBLQUJaczZjaVNaTm1nQ1F6THpadFdzWE03dXNVNmRPV0xac0djek16QlMyM2FKRkM2U21wc3JOUnF0V3JSbzZkT2lBR1RObW9GbXpabVYrM1gzNjlNR05HemRRdDI1ZHVWa3NoQjBLa0JCQ0NDUURpQ1ZMbHBTcERVOVBUM2g2ZW1wOG5uUmR2VHB0MjdaRmVIaTR6TFpHalJyaDVzMmJHbCt6ckZxMWFsV3UxM1YxZGNXSER4L1FvVU1IZE8vZUhmcjYrbXJQcVZldkhxdWNLNGFHaHRpMGFSTVdMVnFFRVNOR1lQRGd3U29IaklNR0RXS2VFQlVXRmpJRFVqMDl2VExOS2xMMGI5Vy9mMy8wNnRXTGRUbmdDUk1tWU1LRUNhWHVBL242RlJZVzRzNmRPOHp2VjY5ZVJkdTJiVkc5ZW5WMDY5WU43ZHUzaDVPVEV6TWppY3Zsd3QvZkh6Ly8vRE1TRWhJd2JkbzBHQnNiTStWcFhWeGNaR2FuZkNrTkdqVEF2Ly8rQ3dBSzErbGZ1blFKM3Q3ZStQanhJd0JKRUdmTW1ER2x2bDZYTGwwUUVCQUFUMDlQNU9YbElTb3FDbkZ4Y2ZEdzhFRGZ2bjNsL3Q4V0NBU0lqWTFsZnMvS3lnS0h3MkZka1lJUUtUYzN0MUl2b2RUUjBjR1ZLMWMwUGs5Ylc1c0pnS296ZHV4WWpCMDdWbWFiczdOenFhcE1sZFdrU1pNd2FkS2tjbW1MdytGZzZkS2wyTE5uRDNyMzdvMk9IVHV5K3E1MWNIQmdWZFd1ZWZQbVdMbHlKZmJzMllNWk0yYW9uY25qNWVVRkx5OHZab21rV0N5R2xwWldtV2ZrS2ZxM1dyeDRzVVo1Ui96OS9jdlVoMjhOQlVnSUlZUlVPRjFkWGZ6MjIyK2ZyWDFMUzB2czM3OWY0L09VbFNzc1Q4cXk0Uk9peUpVclY1Z25rTG01dVpnN2R5NWF0bXlKZ0lBQUdCZ1l3Ti9mWDI3QVhhdFdMV3pac2dVVEowNlV5V00wZWZKa2pXL2NCQUlCNjVMQm1xaGJ0eTdxMWFzSHNWaU1vS0FnQkFZR012dW1UNTllTGtFY096czdoSVNFWU9IQ2hVaEpTVUZtWmlhOHZMeXdiOTgrYk5pd1FlWUorc1dMRjVubGZrS2hFQzR1THJDMHRFUkFRSURDRzQ5dTNicVZxazlyMXF4Uk9CMmZFRkoyMXRiV24zVnM0ZVRrQkNjbko0M080WEE0NWJKTVVSVkt5bG8yOU80UlFnZ2hoSHdsL3ZubkgrWm5mWDE5Mk5qWUlDRWhBZTd1N3RpeVpZdkMyUmh2Mzc3RnRtM2JtS1ZvVW1mT25JR05qUTM2OU9uRGVrQ2RtNXVMV2JObWxlMUZLREJwMGlTNHU3dWpxS2dJOSsvZkJ5QVo1SHQ1ZVdIdzRNSGxkcDBHRFJvZ05EUVV2cjYrT0hIaUJBREprK0NTeXd1T0hqMHE4L3ZIang4UkZ4Y0hmMzkvaFJXQlNwdkVWWnBva3hCQ1NPVkFBUkpDQ0NHRWtLOUFWbFlXcmx5NUFoMGRIUWdFQW1ocmE4UGYzeCtUSjA5R1FrSUNacytlamExYnR6SlBKN096czdGMzcxNGNPSENBdVlHM3Q3ZEgzYnAxY2V6WU1ieDgrUkkrUGo3WXRHa1RoZzRkaXQ2OWU2dE5GcXlqbzRNT0hUcVUyMnVLajQrSFFDQmdabXR4dVZ6NCt2cGk5dXpabURsekpveU1qTkMrZmZ0eXU1Ni92eis2ZE9tQ3BVdVhvbCsvZm9pTWpNVGl4WXRsam5uOStqV3VYNzhPRG9jRGtVZ0VMcGNMSHg4ZkxGeTRFR0ZoWVdqWnNxVmNhZEhRMEZDRnlSVlBuanlKc0xBdzJOalk0STgvL3BEYmIyRmhVVzZ2alJCQ1NObFJnSVFRUWdnaDVDdHc4T0JCQ0FRQ2RPM2FGWmN1WFFJZ3FacXdhZE1tVEpnd0FkYlcxdERWMWNYTGx5OXg4T0JCSER0MmpGa21ZbUZoZ2JsejU2Sm56NTRBZ05HalIyUFRwazI0ZHUwYTB0UFRFUlFVaEtDZ0lGaGFXcUpkdTNad2RYV0Z1Yms1YzIxcHNzTHZ2dnVPaktRRUxnQUFJQUJKUkVGVVZlNGZ0bnIxNm9VUEh6N0lKSnJrOFhnSUNnb0NJRW5tV3A2S2wyN3YxS2tUT25YcUpIZE1TRWdJeEdJeEhCd2NjTzNhTlFCQWp4NDlNSFRvVUJ3N2Rnd3JWNjVFaXhZdFpKSTROMjNhVkdHQVJMb2NpY2Zqb1duVHB1WDZXZ2doaEpRL0NwQVFRZ2doaEZSeWZENGZodzRkQW9mRFFjK2VQWmtBQ1NBSmZ1ellzUU1QSGp5QW01c2I0dUxpbUp0M016TXpUSjQ4R2NPR0RaTlpSdE80Y1dOczNyd1o5Ky9meCs3ZHUzSHg0a1dJUkNLOGZQa1NlWGw1Y2ttcnBjdHp5anRuVHZFcUVZcFlXVm5oNE1HRGN0dERRa0p3K3ZScFdGdGJ3OWZYVitVMTNyNTlpemx6NWdDUURaQW9PMWE2OUdiUW9FRk1nQVFBUER3OEVCc2JpN1MwTkd6Y3VCRWpSb3dBSUpuMVV0YlNuSVFRUWlvSENwQVFRZ2doaEZSeUJ3OGVSRlpXRmh3ZEhXRnFhaXEzdjFhdFd2RHo4Mk5tak5qWTJHRENoQWtZTUdDQXl2d2lMVnUyeExwMTY1Q1dsb2JqeDQvajFLbFRzTGUzbDB0UUxBMlFGTTl4Y3Y3OGVZMFRJUGJvMFFPLy8vNDc4N3MwQjRleXBJVzZ1cnBvMUtpUjNQYWlvaUlBa3VTdWl2WVhWeng0b1M1QXNtM2JOZ2lGUXRqYTJzb3ROOUxYMTRlUGp3LzI3Tm1ESlV1V01PVkRQM2ZDUlVJSUlWOE9CVWdJSVlRUVFpcXh6TXhNN05xMUN3QXdjdVJJaGNjWUdSbGg3Tml4U0UxTlJkKytmV0ZqWXdNQWVQbnlKZXZyOU8zYkYxT25UbVZtZFJRbkxiZGJvMFlOWnB0UUtHUnltNmdMRWdpRlFwbmpwUW9MQ3dGb1hqRXFMUzBOQUdTV0FTa2p2UWFnT2tCeTU4NGQvUDMzM3dDQThlUEhLenpHM3Q2ZUtlZVprWkVCQUFvRFZvUVFRcjVPRkNBaGhCQkNDS25FUWtKQzhQSGpSelJxMUFnLy9QQURZbUppRkI0M2MrWk1BSklLTE5MbEg1bzZmLzQ4VEV4TTVMWkxBeTAxYTlhVTIyZHBhWW5qeDQrcmJIZkxsaTBJRGc2VzJWWlVWQVNSU0FRQU1qbEkxQkdKUkhqOCtERUFxSjA5QWdENStmbk16Nm9DT1R0MzdnUWdxV3JUdFd0WFBIMzZWR1c3MGlCTnJWcTExUGFCRUVMSTE0RUNKSVFRUWdnaGxaaTF0VFVBWU1hTUdkRFMwdExvWERiTFA4UmlNUW9LQ2xUdWx3WWtyS3lzTkxxK0tzV3ZxY2t5bGFTa0pHWW1DcHZFcDhXdm8yb0dpWU9EQTJKaVlqQjM3bHhXNzdQMFBhbGZ2NzdhWXdraGhId2RLRUJDQ0NHRUVGS0o5ZTdkRzFldVhJR1RrNU5HNTdHWjJRRklLc1U0T3pzcjNmL3ExU3VaM0NibHBiUUJrb3NYTHdLUTVBUnAyYktsMnVPbGZkZlMwbEk1VTJYZ3dJRklUVTJGbloyZDJqYkZZakVlUG53SUFHalNwQW1iYmhOQ0NQa0tVSUNFRUVJSUlhUVNNelkyeHBvMWF5cnMrdEprcEFEUXFsVXJ1ZjFDb1JBdlhyeFEyVVp1YnE3Y3R1TDVTTlFsVHkxK0xXblF4OEhCZ1ZWVkhXbitGSFZCR0JNVEV5eGF0SWhWUDVLU2twQ1ZsUVVBYU51MkxhdHpDQ0dFVkg0VUlDR0VFRUlJcWVRcXNsSktWRlFVQU1tTUZFVTVTTkxTMGpCMDZGQ04yeTBlTkRFd01HQjF6dEdqUi9IdTNUc0F3TEJod3pTNkRwc2dqTGEyTnFzMnBlOUp6Wm8xV2VWQklZUVE4bldnQUFraGhCQkNDRkVvS3lzTDE2OWZCd0IwN2RwVjRURzZ1cnBvM3J3NXEvYUtMOUZKVDA5bmZtWlRDZWI1OCtmWXVIRWpBRW51RVFjSEIxYlhsQ1pUTlRRMFpIVzhPZ1VGQllpTWpBUUE5T25UcDF6YUpJUVFVamxRZ0lRUVFnZ2hoQ2gwL1BoeENJVkNBSkpjS01XWm1wcWlYYnQyTURNend4OS8vS0Z4MjlJcU1kV3JWNGVSa1pIS1l6TXlNakIvL256dytYeG9hMnZEeDhlSDlYV2t1VUxxMUttamNSOFZpWWlJd1B2Mzd3RUFRNFlNS1pjMkNTR0VWQTRVSUNHRUVFSUkrUWJ4K1h4Y3UzWk43WEZ2M3J4UnVEMHJLNHNwemR1b1VTTzBidDFhWnIrZG5SMnJoS2JLL1B2dnZ3Q0FaczJhcVR6dXhZc1hjSGQzWjBvTlQ1OCtuZldNbGJ0MzcrTDI3ZHNBZ0RadDJwUzZyMUlaR1JuWXZuMDdBS0JidDI2MHZJWVFRcjR4RkNBaGhCQkNDUGtHWldSa1lQYnMyYVUrUHpBd0VIbDVlUUNBbjMvK1dlUHpIeng0Z0wxNzk4TGEyaHFXbHBZd01qSkM5ZXJWd2VmemNlclVLU2I1cTdLbE8yS3hHT0hoNGZEMzkyY1N1bzRkT3haVHAwNlZPZTdZc1dQNDhPRUR6TXpNWUdCZ0FCNlBCNUZJaEtTa0pDYkFvNjJ0alVHREJtbjhHb29UQ29Ydzl2WkdYbDRldUZ3dTNOemN5dFFlSVlTUXlvY0NKSVFRUWdnaDN5QXVsd3NyS3l1MXh4VVdGakt6TTRycjJMRWp3c1BEMGJoeFkvVHQyMWZqNjV1YW11TGN1WE1xajZsYnR5NkdEeDh1czYyb3FBaG56cHhCU0VnSXN3eUh3K0hBMWRWVkxqZ0NTSmJxaElXRnFieU91N3M3NnRhdHErRXJrUFgyN1Zza0pDUUFBS1pNbVlLR0RSdVdxVDFDQ0NHVkR3VklDQ0dFRUVLK0lod09Cem82T3REVjFWVjVuTG01T2NMRHc5VzI5K1RKRXpnN084dHRkM0p5d3ZUcDArSG82QWdPaDZOeFA4M016R0JzYkl5OHZEd1VGUlhKOWExejU4NllObTBhOVBYMVpmWjkrdlFKUVVGQlNFMU5CU0NwbnJOOCtYS2w1WFNiTm0wS2ZYMTk1T2ZuUXl3V005dTF0YlhSdkhsempCOC9IcjE2OWRLNC95VlpXRmpBMjlzYmtaR1JtREpsU3BuYkk0UVFVdmxRZ0lRUVFnZ2g1Q3RpYjIrUDJOaFlwZnVIRFJ2R3VnUXVJTWt2Y3ZQbVRZWDdwaytmcm5IL3BMUzF0WEhod2dVQWtzb3ZBb0VBSXBFSSt2cjY0SEtWRDBFTkRRMnhhZE1tTEZxMENDTkdqTURnd1lOVkhqOW8wQ0JtK1V4aFlTRkVJaEVBUUU5UEQxcGFXcVh1djZMM3BYLy8vdWpWcXhmcmNzQVRKa3pBaEFrVFN0MEhRZ2doWHhZRlNBZ2hoQkJDeUdlbHA2Y0hQVDA5MXNkYldscGkvLzc5R2w5SDNheWE4cUNqby9QWnIwRUlJYVJpYUQ1ZmtoQkNDQ0dFRUVJSUllUWJRd0VTUWdnaGhCQkNDQ0dFVkhrVUlDR0VFRUlJSVlRUVFraVZSd0VTUWdnaGhCQkNDQ0dFVkhrVUlDR0VFRUlJSVlRUVFraVZSd0VTUWdnaGhCQkNDQ0dFVkhrVUlDR0VFRUlJSVlRUVFraVZ4NjNvRGhCQ0NGdTM3eWJBZjh2Mml1NEdJVlZLN0kzNGl1NkN4aVI5cHM4S1FyNmtyL0d6QXFDeEJTRVZvVEovWGxDQWhCRHkxYmh6THdGMzdpVlVkRGNJSVpYYzliaWJ1QjUzczZLN1FRajVDdERZZ2hCU0hDMnhJWVJVYXJWcTFZU0JnVUZGZDRPUUtrOWZ2eHJxbU5ldTZHNG9WY2U4Tm4xV0VGSUpWUGJQQ29ER0ZvUlVGcFh4ODRKbWtCQkNLclV1RHAzdzI1S0ZlUFg2VFVWM2haUlNUazQyc2o1OEFBQVlHaHFpaHVsM0Zkd2pVaHJtdGMzUTA2bHJSWGREcVo1T1hjSGhjT2l6NGl1V25mVUIyZG5aQUFCalkyTVltOVNvNEI2UjBxanNueFVBalMyK0JmUjU4VzJvako4WEZDQWhoRlJxSmliR0dEbHNjRVYzZzVSQldGZ1kxaDgrQ0FBWU8zWXM1cnE1Vm5DUHlMZm9PMU5UK3F6NHl1M1lzUVBISThJQkFLNnVycGcrZlhvRjk0aDhxMmhzOGZXanp3dnl1ZEFTRzBJSUlZUVFRZ2doaEZSNUZDQWhoQkJDQ0NHRUVFSklsVWNCRWtJSUlZUVFRZ2doaEZSNUZDQWhoQkJDQ0NHRUVFSklsVWNCRWtJSUlZUVFRZ2doaEZSNUZDQWhoQkJDQ0NHRUVFSklsVWNCRWtJSUlZUVFRZ2doaEZSNUZDQWhoQkJDQ0NHRUVFSklsVWNCRWtJSUlZUVFRZ2doaEZSNUZDQWhoQkJDQ0NHRUVFSklsVWNCRWtJSUlZUVFRZ2doaEZSNUZDQWhoQkJDQ0NHRUVFSklsVWNCRWtJSUlZUVFRZ2doaEZSNUZDQWhoQkJDQ0NHRUVFSklsVWNCRWtJSUlZUVFRZ2doaEZSNTNJcnVBQ0dFa0crRFVDaEVTa29LQ2dzTFpiYS9mZnNXWXJFWUFQRCsvWHM4ZlBoUVpqK1h5MFg5K3ZXaHE2djd4ZnBLQ0trNEFvRUFxYW1wY3A4Vjc5NjlZejRyM3IxN3AvQ3p3c2JHQmpvNk9sK3NyNFNRaWtXZkYrUkxvd0FKSVlTUWNpRVdpN0ZpeFFvOGVQQkFicCtXbGhZQUlDb3FDbEZSVVRMN3JLMnRjZURBZ1MvU1IwSkl4V1B6V1hIMDZGRWNQWHBVWmg5OVZoQlM5ZERuQmZuU2FJa05JWVNRY3FHam80UGV2WHRyZk42QUFRTm85Z2doVllpdXJpNzY5Kyt2OFhrLy92Z2pmVllRVXNYUTV3WDUwaWhBUWdnaHBOejA2OWRQNW5leFdLendUM0dEQncvK2tsMGtoRlFDdlhyMWt2bWR6V2ZGd0lFRHYyUVgvNCs5K3c1cjhtci9BUDROQkFpeVpLUGl3STBEVjlXaVJWeTExZGJST3FpS2RhOVhFZHhhQkhFdkhBallhcTJES3U1dGNiVU10U0tJb3FJQ0Rnb0tEa0FKQWhJZ0pMOC84bnVlRXJJaERPdjl1YTczZWttZWRZTGx5WG51Yzg1OUUwSnFDYnBma09wRUFSSkNDQ0ZhWTIxdGpWNjlla205eCtGd3BQNVhWbzhlUFdCalkxT2RUU1NFMUFKMHJ5Q0VxSXZ1RjZRNlVZQ0VFRUtJVmcwYU5FanFkZGxSbmZJalBPVkhoUWdobnc2NlZ4QkMxRVgzQzFKZEtFQkNDQ0ZFcTlxM2J3OXJhMnVWKzFsWldhRkRodzdWMENKQ1NHM1V2bjE3V0ZwYXF0elB6czZPN2hXRWZPTG9ma0dxQ3dWSUNDR0VhSldKaVFtY25KeWszcE8zUHJoSmt5WXdNek9yenFZUlFtb1JFeE1UdEc3ZFd1bzllZmVLWnMyYTBiMkNrRThjM1M5SWRhRUFDU0dFRUsweU5EUkVodzRkb0t1cks3TXVHSkNzRzliUjBZR2pveU5NVFUxcm9JV0VrTnJBME5BUTdkcTFVM212YU5ldUhkMHJDUG5FMGYyQ1ZCY0trQkJDQ05FcUhSMGR0RzNiVnVrSVRwMDZkZEM1YzJmbzZ1cFdZOHNJSWJXSmpvNE9PblRvb1BKZXdRUmNDU0dmTHJwZmtPcENBUkpDQ0NGYTE2SkZDMWhZV0FDQTFFZ1A4N094c1RFNmRlcFVJMjBqaE5RZWJkcTBVWG12YU5PbVRZMjBqUkJTdTlEOWdsUUhDcEFRUWdqUk9pTWpJemc3T3l2Yy9zVVhYOERFeEtRYVcwUUlxWTFNVEV6b1hrRUlVUXZkTDBoMW9BQUpJWVNRS2xHK0pGOVozMzMzWFRXMmhCQlNtOUc5Z2hDaUxycGZrS3BHQVJKQ0NDRlZvbVhMbG1qZXZEa0F5ZlJYWmdwczA2Wk5aVExSRTBJK1hYU3ZJSVNvaSs0WHBLcFJnSVFRUWtpVmtUZlMwNzkvL3hwb0NTR2tOcU43QlNGRVhYUy9JRldKQWlTRUVFS3FqSXVMQ3d3TkRkblhCZ1lHU3RjUEUwSStUUzR1THVEeGVPeHJIbzlIOXdwQ2lGeDB2eUJWaVFJa2hCQkNxb3lscFNVY0hSM1oxMDJhTklHZG5WME50b2dRVWh0WldscWlSWXNXN09zV0xWclF2WUlRSWhmZEwwaFZvZ0FKSVlTUUttTmtaSVJ1M2JxeDY0VGJ0bTBMYzNQem1tNFdJYVNXTVRJeVFzZU9IZGw3UmNlT0hlbGVRUWlSaSs0WHBDcHhhN29CaEJCQy9ydTRYQzVhdFdvRkl5TWpDSVZDdEd2WERucDZlalhkTEVKSUxjUGxjdUhvNk1qZUt4d2RIZWxlUVFpUmkrNFhwQ3BSZ0lRUVFraVZhdGV1SFN3dExWRlFVRUJyaEFraENuWHAwb1c5VjNUcDBxV21tME1JcWNYb2ZrR3FDZ1ZJQ0NHRVZDa0xDd3UwYTljT0JRVUZzTEd4cWVubUVFSnFLU3NySy9aZVlXVmxWZFBOSVlUVVluUy9JRldGQWlTRWtGcU56OC9GbjVGUnlNaDRWZE5OSVpXUUx4Q2lGRndFQk8rczZhYVFDckt6dFVIL3ZxNnd0TENvNmFiSVJmZUsvNFlQUlNVUWNlaGU4VEdyN2ZjS0FIajc3aDBpcmw2bis4Vkhqdm9XSDcvYWVMK2dBQWtocEZhN2VTc09hemRzQVQ4M3Q2YWJRc2duemRqWUdGdzlMb1lQSFZ6VFRaR0w3aFgvRFdLeEdBREE0WEJxdUNXa29tcjd2UUlBSXEvOVRmY0xRbXFCMm5pL29BQUpJYVJXZS9YcURYVmdDS2tGOHZQemtaNytzcWFib1JEZEsvNGJLRER5OGF2dDl3b0FTRTkvU2ZjTFFtcUIybmkvb0FBSkllU2owZEdwUFZ4ZGV0UjBNd2o1cE55TWpVUE1yZHMxM1F5TjBMMkNrT3IzTWQ0ckFLQjcxeTc0dk50bk5kME1RajRwdGZsK1FRRVNRc2hIbzFPSDl2Q2NOYU9tbTBISUorYVhXdHVKVVlUdUZZVFVoSS92WGdFQW4zZjdqTzRYaEZTNzJudS8wS25wQmhCQ0NDR0VFRUlJSVlUVU5BcVFFRUlJSVlRUVFnZ2g1Sk5IQVJKQ0NDR0VFRUlJSVlSODhpaEFRZ2doaEJCQ0NDR0VrRThlQlVnSUlZUVFRZ2doaEJEeXlhTUFDU0dFRUVJSUlZUVFRajU1RkNBaGhCQkNDQ0dFRUVMSUo0OENKSVFRUWdnaGhCQkNDUG5rVVlDRUVFSnFJWUZBQUxGWVhOUE5JSVFRUWdpcE5LRlFXTk5OSUVRdEZDQWhoSkJheU0vUEQ1TW5UOGFUSjA5cTVQb2xKU1U0Y3VRSWpodzVncFNVRkpudGp4NDl3cEVqUjNEMDZORXF1ZjdodzRjeFljSUVlSHQ3eSsxVS9mUFBQOGpJeUtpU2F4TkNDQ0dma3Fpb0tJU0doaUlxS2tycjUvN3p6ei9oNXVhR1BYdjJhUDNjaXF4ZnZ4N2ZmLzg5dkx5ODFCNXNXck5tRGI3Ly9uc3NXclNvaWx0SGFqdHVUVGVBRUVLSXRJaUlDRnk1Y2dVQWNPVElFU3hidHF6YTJ5QVFDTEJ4NDBZQXdMSmx5OUMwYVZPcDdUZHUzTURQUC84TUhSMGRqQm8xU3VQejM3MTdGd2NPSElDenN6TUdEaHlJT25YcVNHMVBTRWhBUWtJQ1hyOStEUzVYK3FzcVB6OGZYbDVlZVB2MkxlYk5tNGZ2di85ZTdldE9uejRkQW9GQTQvYXFvM1hyMWxpNmRHbVZuSnNRUWdpcEtpZFBuc1QxNjlmeHhSZGZ3TlhWVmF2blRrMU54ZE9uVDVHZW5vNmhRNGZDMXRaVzRiNnZYNytXT3lnalQrZk9uY0hqOFdUZXYzMzdObzRkT3dZQW1EdDNMamdjanNwenBhZW40OVNwVXhDTHhaZzJiWnBhMTljRW44OUhkbloyaFkrM3NySkMzYnAxdGRnaW9nd0ZTQWdocEJaNTgrWU4xcXhaQXdDd3Q3Zkh2SG56MkczQndjRUlEUTJ0MEhuNzkrK1BGU3RXYUtXTjJuRDgrSEZFUkVUZ3pwMDcrUGJiYjJXMnA2YW1BZ0NhTldzbXMrM0Rodzh3TnpkSGVubzYxcXhaZzZpb0tQajQrTURLeWtybGRSODhlRkJsQVJKOWZmMHFPUzhoaEJEeXNYSjNkOGVKRXllUW1abUozMzc3RFQvOTlKUENmYU9pb3RqQkdWWE9uVHVIK3ZYclM3MVhVRkNBVmF0V0FRQ2NuSnpnNk9pb05EQmhhV2tKRG9lRDRPQmdpTVZpMk5qWW9IUG56aXFER1ZaV1Zzakp5VUZoWWFIS2RwcVptZUhzMmJNSUNBaFE0MVBKTjMvK2ZJd1pNNmJDeHhQTlVJQ0VFRUpxaWFLaUlpeFlzQUE1T1RuZ2NybFl0V3FWMU15SzR1TGlDai9jRnhjWGE2dVpsZmIrL1h2ODlkZGZBSUNoUTRmQ3dNQkFhcnRJSkdJREpNMmJONWM1M3NiR0JydDM3MFp3Y0RCQ1FrSncvZnAxakJvMUNrdVhMc1dYWDM2cFZodVdMMStPVHAwNlZmS1RTRnk1Y2dYQndjRmFPUmNoaEJEeVg4TGo4VEJ4NGtSczJiSUZ1cnE2YWgzRDVYSmhibTR1ODc1UUtFUk9UbzdDNDFhdlhvMFhMMTRBQU83ZnY0K3Z2dnBLNlhYKyt1c3YvUFBQUDdoOCtUSUFJRE16RXdNSERsVFp2aHMzYm1EdDJyVUlEdzlYdVcvWm1hVjE2dFJCZ3dZTnBMWm5abVlpTnpjWGRldldoYlcxdGRTMjlQUjB0WUl3Ukxzb1FFSUlJYldBU0NTQ241OGZIajE2QkFCWXVIQWhuSnljcFBZWk9YSWtYRnhjS25SK0N3dUxTcmRSVzhMQ3dsQmNYQXdPaDRNUkkwYkliRTlMUzJNRFFXM2F0SkY3RGk2WEMwOVBUM1RvMEFFK1BqN0l6YzJGcjY4djJyUnBJOVA1a01mS3lnb05HemFzM0FmNWYvSTZjWVFRUXNpblpPL2V2ZGk1YzZmY2JXS3hHQ0tSQ0tkT25jS3BVNmZrN2xQMi9SWXRXdURBZ1FNeSs0U0dobUx6NXMwd05qYVc2ZGNFQlFXeGdZNnVYYnVDeStYaXhZc1hzTFMwbEZuR3l5Z3FLb0tmbng4QW9FR0RCbWpVcUJHS2k0dVJscGFHRmkxYUtQeXN1cnE2TURRMGhMR3hNZnRlWVdFaFNrdExvYSt2THpXalZGOWZIeDgrZkFBQWRPalFBVUZCUVZMbldyTm1EVTZlUElrQkF3Wmc4ZUxGVXR0bXpKaUJXN2R1S1d3SHFSb1VJQ0dFa0JvbUZvdXhZc1VLOW90OTFLaFJjZ01IOXZiMnNMZTNyKzdtYVIzVENlclpzNmZjWU1iRGh3L1puOXUxYTZmMFhMMTc5OGErZmZzd2I5NDhUSjgrWGEzZ0NDR0VFUEpmbDVpWWlLU2tKTFgyZmZQbURmdi9pZ0lZNWJWcDB3YXRXclZpWDVlV2xxS2twRVRwTVNLUlNPRTJWY2xVUlNJUkRoOCtEQUFZTkdpUVZQNlIzMzc3RFh2MzdnVWd5VFUyYmRvMFhMdDJEWXNXTFlLMXRUWDgvZjFsOHBVVUZ4ZkR4OGNINmVucE1ESXl3aSsvL0FJckt5dU1IejhlZkQ0Zlk4YU1RWThlUFJTMlorWEtsVkt2WjgrZWplam9hTXljT1JNLy92aWoxTGFRa0JDbG40M1VMaFFnSVlTUUdpUVVDckZxMVNxY1AzOGVnT1NCZi83OCtkVnliVDZmajVNblQ4TE56UTFHUmtaYVBYZEJRUUhTMHRKa1pvQWtKaWJpNmRPbkFDUWpLUWtKQ1RMSFJrZEhBNUJNeTMzMzdoM2V2WHVuOG5xK3ZyN1ExOWVYT1YvYnRtMmhveU5ic00zSHh3ZDZlbnBxZng1bHFpcW5DU0dFRUZKUjRlSGhHbGVPZWZMa0NWYXZYcTNXdmpObnpwUUtrRXlaTWdWVHBrd0JJRW0ybXBXVmhmYnQyOHM5OXYzNzl3Z05EWVc3dTd2VUxBeGxvcUtpMk9wMVpaUERyMTI3RmlkT25BQUFmUGZkZDJ5UzFRNGRPc0RHeGdieDhmR1lQMzgrdG03ZENuMTlmU1FuSnlNd01CQ1ptWmxZdlhvMUhqOStqS2xUcDdMNVRMNzU1aHRzM2JvVkN4Y3VSSEJ3TURwMjdLaFcrOGgvQndWSUNDR2tocngvL3g0TEZ5NUVYRndjQUtCSGp4NVl2MzQ5dUZ3dWhFSWhsaXhaZ3RHalI2TkxseTVhdjNaZVhoNisrZVliQ0FRQ21KaVlZT1RJa1ZvOS82VkxsN0JtelJxMGJOa1MvdjcrN015TzE2OWZzL3VveXRzaEVBZ3dZY0tFU3JYajJyVnJjcWZXOHZuOFNwMlhFRUlJK1Jod3VWdzBhdFJJNlQ0WkdSa29LaXFDc2JFeGJHeHNsTzZibHBhRzB0SlNoZHR2M2JxRnVYUG53dGpZR01lUEg1Y2JBRGwyN0JoKy9mVlhIRHQyRENkT25GQ3JRc3VoUTRjQUFKOS8vamtjSEJ6WTk1blA1dTd1RGk4dkwvWjlVMU5UYk42OEdSTW1UTURkdTNmeDRNRURkTzdjR1VaR1JyaDkremFLaTR0eDY5WXRIRHg0VUtxZjRPN3VqcVNrSkZ5NGNBR1hMMS9XYW9CRUlCQ3dPVklZQlFVRkFDUVYrc3B2S3lvcTB0cTFpZm9vUUVJSUlUVms3OTY5VXNFUmYzOS9kbGJEc1dQSEVCRVJnWWlJQ096WnN3Y2RPblRRNnJWTlRFemc1T1NFMk5oWW5EaHhRdXNCa3JObnp3S1FKQjhyVzlLUHkrWEtMY3ZIRUl2RmJJZEFYMTlmN3V3UFRTZ3E3K2Z2NzQvdTNidFg2dHlNeTVjdlkvdjI3V3FQZ2hGQ0NDSFZ4YzdPamkxN3E4aklrU09Sa3BLQ2dRTUhZc21TSlVyMy9mcnJyNUdWbGFWd3U2T2pJd3dORFpHVmxZV0FnQUI0ZTN0TGJTOHFLbUtESGIxNjlWSXJPSktjbkl6YnQyOERnTXp5RlhkM2QranI2Nk5kdTNaSVRFeVVPWGJDaEFtd3NiRUJqOGRqODd6MTdkc1hGeTlleE02ZE8rSG82Q2pUTHhrMmJCak16YzB4Y09CQTloZ0FNRFEwbEFyT2FDbytQaDdEaGcyVHV5MHNMQXhoWVdFVlBqZlJIZ3FRRUVKSURYRnpjME5vYUNpKy92cHIrUGo0Z011VjNKTDVmRDZiNkt4VHAwNWFENDR3aGc0ZGl0allXRHg1OGdUMzc5K1hTUXBiVVdscGFleFNseUZEaHJDZkN3QmNYRnp3OTk5L0t6dzJMQ3dNUGo0K0FDU2xnS3NxcDRpQmdZSGNtU1V6WnN6QXMyZlBNRzNhTkxsQm95TkhqbUQzN3QwWU9IQWdXNEo1MkxCaENqczhoQkJDU0czSExHWFZSa0ozWTJOanpKMDdGejQrUGpoNThpU0dEUnVHdG0zYnN0dVBIajJLbkp3Y0dCc2JZODZjT1dxZGs4a3YwcnAxYTdtREc4ZU9IY09HRFJzMGJtdEJRUUdtVHAycWNIdG9hS2pVYTBkSFI3bkpZOVZsWkdRa001dm4xYXRYNFBQNXFGdTNMdXJWcXllMUxTMHRqVTN3U3FvUEJVZ0lJYVNHMk5uWklTZ29DRjI3ZHBWNlB5QWdBSGw1ZWVCeXVWTGw0YlN0VDU4K01ERXhRVjVlSG80ZlA2NjFBTW01YytmWW43Lzc3anVOam8yTWpBUUFORzNhdEVZU3J2TDVmTHg3OTA1aFdiMFBIejdnM2J0M3lNL1ByK2FXRVVJSUlkcVhsNWZITGp1MXNyTFN5amtIRGh5STBOQlFKQ1ltNHVlZmYyWXJ0K1RuNTdQQmpsbXpacWxWQmU3NTgrZjQ4ODgvQVFDVEprMVN1bS9UcGszWlhDTGFsSjZlanRUVTFFcWZ4OG5KaWFyWWZBUW9RRUlJSVRXb2ZIRGs2dFdyN1BLVUtWT21vRm16Wm9pUGo4ZnMyYk8xY3IxTm16YXhXZGtOREF6dzlkZGY0OWl4WTdoeTVRcm16NThQTXpPelNwMWZKQkt4Q1dlN2RldW1jdDF6V1VWRlJiaHg0d1lBd05YVnRWTHRVTWZTcFV0bDF2cytmLzRjZ0dTdE0xTlZxS3pzN0d3QWttUng3dTd1VXR0c2JXMnhlZlBtS21vdElZUVFvbjJQSHo5bWYxWlcybFlac1Znc003QXdlZkprL1Bubm41Zzllelk3QzJMLy92M0l6YzFGMDZaTk1XalFJS25aRVdWbm01YTFkKzllaU1WaU5HblNCSDM3OWxYYWpoRWpSc0ROemExQ24wR1prSkFRQkFRRWFQMjhwSGFpQUFraGhOUVNPVGs1V0xWcUZRQko5UlZtcEtTMHRGUnJsVkxLSjFZYk9uUW9qaDA3aHVMaVlvU0ZoV0gwNk5HVk9uOTBkRFM3TnJsc2xubDFSRVpHc2gwc0d4c2J1UlZ1VkRFek0xTXJLTVBoY1BEMDZWT2twS1RJM1o2Wm1Zbk16RXlGeC9QNWZKbEVyM2w1ZVpvMWxoQkNDS2xoTjIvZVpIOHVtek5NRTY5ZXZjTGd3WVBsYnJ0NDhhTE1leWtwS1RJRElRTUdESkJKaUNvU2lYRDM3bDBBa2dHS21KZ1lmUDc1NTByYmtwZVhwNVh2WTJOalk1aWFtaXJjZnVQR0RYWTJEQ0NwQUFSSWxnZGZ1M2FOZmQvUHo2L1NiU0hWaXdJa2hCQlNDNVNXbHNMSHg0ZGRCenh0MmpUbzZ1b0NrS3k1M2IxN3Qxcm5XYng0TWQ2K2ZRc1hGeGVNSHo5ZVpudXpaczJrWGpzNk9xSlpzMlo0OXV3WnpwOC9YK2tBQ1pONHpjN09EcjE2OWRMbzJMSkxjeXF5bGhpUUpGN2J0R21UeXYxMGRYVVJHQmlJa3BJU3FmZTl2THlRbXBxS0NSTW15TTByY3VMRUNmeisrKy9vMzcrL3pLd2ViWlVOSm9RUVFxcURTQ1NTbWkwNVk4WU1iTnUyVGFQWm53Q2dvNk5UNlJtb1JrWkdjcys3Yjk4K3pKczNEM2Z2M29XWGx4ZTJidDBLWjJkbnFmMW16WnFGOSsvZnc4bkpDU0VoSVJxWE41Wm4vUGp4Ykk2VVhyMTZ3ZGJXVmlwZ2twMmRqVHQzN3NnY2w1R1J3WllqQmlBMXM0YXEySHdjS0VCQ0NDRzF3Sll0V3hBZEhjMitMdnV3Yld4c2pFNmRPcWwxSHVZNEN3c0x0WThaTUdBQWZ2NzVaeVFsSmVIcDA2ZG8zcnk1QmkzL1YwcEtDdnNaUm8wYXhRWjQxUEh5NVV2RXhNUUFrQVF2U2t0TFlXRmhvZlpvVmxKU0VzUmlzY3ByaXNWaUFKSk9sNTJkbmN4MjV2ZG5abWFHaGcwYnlteG5Pb0JHUmtaeXR4TkNDQ0VmaTRzWEx5STlQUjJBWklsTFdsb2Fmdnp4UjJ6WXNFR2pTbTkyZG5ZSUR3K3ZkSHVPSERraTg1NlptUm1DZzRNeFo4NGMzTDU5RzB1V0xNSEJnd2RoYjIvUDd0TzdkMitaNDZ5c3JGVE9OcEVuTmpaV1pnWnBreVpOMEtSSkU2bjN1bmZ2am0zYnRyR3ZmL25sRnlRbEpXSElrQ0ZTUzRIS0psNmxLallmQndxUUVFSklEVHQyN0JnT0h6NWNZOWRuQWlRQWNQNzhlWGg1ZVZYb1BFeTJkeDZQcDNGeTFrT0hEa0VrRWtGUFR3OWVYbDdZdEdrVHJLMnQxY29XSHhjWGgrblRwd09BeXZYSnhjWEZBQ1Q1VndnaGhKQlBWWFoyTnBzM3ExNjllZ2dLQ29LWGx4ZGV2SGdCRHc4UGVIdDdZK2pRb1RYY1Nna2Vqd2QvZjMrTUhUc1dMMSsreExwMTZ4QWNIS3owR0FjSEI2eFlzVUxqYTNsNmVpcGRZc3V3dGJXVkdzUmhnanNPRGc1d2NYR1Jld3lQeDVOSmhKdVRrNE9DZ2dJWUd4dkxsRHpPeXNxaVdTUTFnQUlraEJCU2cwNmVQSW4xNjljRGtIUlFYcjE2VmUxdGFOU29FVnExYW9YazVHUmN1SEFCSGg0ZUdwK0R6K2V6SXg5RGhneFJ1bTYzdlBmdjMrUDA2ZE1BZ0VHREJtSEVpQkhZdlhzM2twT1RjZS9lUFpWbGpuZnQyZ1VBYU5pd0lmcjM3Njl3djVLU0VuYVFYcVpiQUFBZ0FFbEVRVlFHU1VaR2h0elpKa3hISkRNekU0OGVQWkxaem5TYStIeSszTzJBcE5Oa2FXbXB0TTJFRUVKSVRTa3NMTVNpUll2WVhGcGVYbDVvMHFRSjl1elpnOW16WnlNNU9Sa3JWNjVFZW5vNlpzMmFwZEc1TlMxTHkrVnlvYSt2cjNJL1UxTlRMRm15QkhQbXpNSE5temVSbEpTRTFxMWJhM1N0bXRLZ1FRTTRPenZEMGRGUjV2ZkpWTEVaTkdpUVRCV2J3TUJBSkNjbnk1VC9KVldMQWlTRUVGSkREaDA2Qkg5L2Z3Q1M2WnZlM3Q2WU9uVnFqYlJsd0lBQlNFNU9acE9ndFcvZlhxUGpqeDgvanFLaUl1am82TWhVZDFGbC8vNzliSWRxM0xoeDRISzVHRDE2TkhiczJJSE5temRqMzc1OTBOSFJrWHZzMmJObmNmdjJiUUNBaDRlSHd2MEFJRGMzbC8zWjI5dGJhWnNPSFRyRTVsT1JKeW9xQ2xGUlVYSzNlWHA2NHNjZmYxUjZma0lJSWFRbTVPWGxZZTdjdWJoMzd4NEFZTml3WWV6Z2dvV0ZCWGJ1M0FrUER3OGtKQ1JnejU0OWVQdjJMYnk5dmRWYU5pc1VDaFhPbmxCazRNQ0JXTDE2dFZyNzl1elpFNDBiTjBaYVdob2lJaUtVQmtnZVBYb2tOeGViS3RvbzUxdGV2Mzc5MEs5ZlA0MlBxOGlBRmFrOENwQVFRa2dOWVRLZTI5allJREF3VU9OUkYyMzY4c3N2RVJnWWlPYk5tMWNvMlNqVDBmcnFxNi9Rb0VFRHRZL0x6czVtbHhlNXVyckN3Y0VCQURCMjdGaWNPSEVDRHg4K1JHaG9xTnlnUzNwNk9qczl1RmV2WGlvN0h6azVPZXpQbjMzMkdUZ2NEZ0JKWnlnckt3dm01dVpTK1ZkdTNib0ZRQks4c3JhMlZ2c3owVWdQSVlTUTJpZ3hNUkdMRmkzQ3k1Y3ZBVWkrQzVjdVhTcTFqNG1KQ1hiczJBRVBEdy9jdlhzWFo4NmNRVzV1THRhdlg2OVIvOERZMkZocFVFVWdFRlJvK1VpSERoMlFscGFHcDArZkt0MnZvS0JBNFV4UFpVUWlrY2JIa1A4V0NwQjhCUGg4UG5nOEhuZzhYazAzUlNQcjE2L0gzYnQzc1dyVnFnclhWU2Zrdjh6TnpRMDNiOTdFcmwyN1VMOStmWlZmOWxXcFFZTUcyTHQzTDV5Y25BQm9YckkyTURBUU4yL2UxRGc0c0dYTEZnZ0VBbkM1WEhoNmVyTHY4M2c4TEZ5NEVBc1dMRUJBUUFBYU4yNHNOU3IxL3YxN3pKa3pCL241K2JDMHRNUlBQLzJrOGxwTWgxQmZYeDg3ZCs1azMyZW10M2JxMUVtcUFvNlBqdy9Dd3NLZ3E2dUxnSUFBaFhsTFltTmpZV1ptaGxhdFdtbjAyY25IS3o4L0gwWkdSbXlRVFZQNzkrL0huVHQzMEwxN2Q0d1pNNlpDNTdoNjlTck9uVHVIWnMyYVljYU1HV29kYyszYU5XemZ2aDJtcHFiNDdiZmZLblRkMnNiRHd3TVBIejZFbzZPanlwd0Vtb3FQajhlT0hUdmc2T2lJZWZQbUtkd3ZOVFVWYTlhc2daMmRIVnVxbmZIbXpSdXNXclVLNXVibU10dXFTMTVlSHNMQ3dzRGhjRFF1djA3K0d3b0xDN0Y3OTI0Y09IQUFRcUVRQU9EaTRvSjE2OWFCeTVWOUhLeFRwdzYyYjkrT1diTm1JU0VoQVpHUmtaZzNieDQ3NjFVZCsvZnZsMGxzV3RiMjdkdXhmLzkralQ4THN4eUhxZjZpU05ldVhmSExMNzlvZlA2bFM1Zml4bzBiV252dUVncUZpSTJOVmJqOXpaczNBQ1Nsa20vY3VLRnd2KzdkdTJ1VS9KNVVIQVZJYXRqcjE2K3hmdjE2akJneEFqMTY5SkNhSGw1YVdvcGx5NVloUER3Y0N4Y3V4SWdSSXpRNmQwNU9EcHVadXFwd3VWdzRPanJLM1phZW5vNG5UNTVBSUJDdzd3bUZRcWx5VjJWeE9Cd1lHeHNqUHorZnpST2dESS9IVXp1Uy9mNzllNjM4THRxMGFWUHBjeERDYU5XcUZRNGVQQWh6Yy9PYWJnb0FzTUdSaXRJMFczeE1UQXd1WGJvRUFCZ3paZ3dhTjI0c3RiMVBuejc0NFljZmNQandZU3hac2dUKy92NXdkblpHYm00dTVzeVpnN1MwTk9qcDZXSHo1czFxemZCSVMwc0RJSm14bzQ0NWMrYmc2dFdyZVBic0diWnQyeWF6TnZpZmYvNUJRRUFBcmwyN2hrNmRPcWxkaXBsODNMS3lzakJ0MmpRMGFOQ0FmZkRWVkZKU0VxNWZ2eTZUa0U4VHFhbXBDQThQWjNNSXFDTXZMdzhwS1NtVkxzZFptL0Q1Zk9UbTVpcnNXMVQyM0hmdTNGSDVVUExod3dmY3VYTkg1aDRHU0I1TW82T2pWZDZqRWhNVDJWbUZtckt5c2tLUEhqMFVibi83OWkwMmJ0d0lIUjBkQ3BCOG9sYXVYQ2xWenZlSEgzN0F2SG56bFA2M2JXUmtoS0NnSU15WU1RT0ppWWw0OU9nUnNyS3lxcU81U3IxOSt4YUFaS1pMVlZpM2JwMVd6MWRZV0tqV1VwbHIxNjdoMnJWclNyZlhxVk5IbTAwakNsQ0FwSWI5K3V1djdCL0V3WU1IcGRiUzZlcnFJaTh2RDBLaEVFZU9ITUh3NGNNMUdxMktqSXhVZTAxZlJabVptV2xVMWlzeU1sTG1JWU5oWVdHQksxZXVZTWlRSVZLNUFoUlp0bXdaV3ltanVMZ1l4NDhmaDV1Ym05eWJmV3hzck1McmFpSW1Ka1p1cEoyUWlxb3R3WkhxbHB1YkN6OC9Qd0NBcGFVbHBreVpJbmUvdVhQbjRwOS8va0ZNVEF3OFBUM3h2Ly85RCtmUG44Yy8vL3dETHBlTHRXdlhxcDB2SlNrcENRRFVMaDFzYlcwTkh4OGZMRjY4R0VlUEhvVzV1VG1tVFp1R3pNeE03TnExQzJmT25HR240bVptWnVMMTY5ZHlTd2VULzVaYnQyNGhJeU1EejU4L3gralJvN0YrL1hwMDdOaXhwcHRWWlg3OTlWZnMyN2V2V3E1MTVNZ1JxZEtkNm1CR3d5dXlOTEEydVhMbFNvVkcwd0dnYytmTzZOR2pCL2g4UHI3NTVoc0FRRVJFaEZxSkw4bW5ZY0dDQllpTGl3T1h5OFd5WmN2UXMyZFB0WTR6TmpaR1lHQWc1c3laZzU5Kytrbmp2MDl0ZS9ueUphS2pvd0ZBNWV6MGh3OGZhcHdUVFI1ZFhkMEsvVzBLQkFMY3VYTUg5ZXZYUjd0MjdSVHVsNUdSZ1p5Y0hGaFlXS0IrL2ZvSzkxT1dZNDFvRnozcDFhRDA5SFNjTzNjT2dHVDl2N3hFUXlOSGprUjBkRFJTVWxKdzhlSkZEQnc0VU8zemM3bmNLbHVXSXhRSzJVNUpSVmhaV1VubEtXRHlGd0JBOCtiTjhmNzllNm45bnp4NUFoMGRIVFJyMW94OWp4bDVZeUt6OGZIeFNFaEl3T3JWcTVWR3hDMHNMRFJxYTBsSmljYkxEUWdoaW9uRllxeFlzWUt0Q09QdDdRMGpJeU81KzNLNVhHemR1aFVMRml6QWpSczNFQmdZQ0VBeXhYYmp4bzBhSllOamtybTJiZHRXN1dQNjkrK1BTWk1tWWMrZVBkaTVjeWNTRWhJUUZ4ZkhsZ3YrN0xQUE1IcjBhUFRxMVlzNkw1K0lRWU1Hd2NyS0Nvc1dMVUpXVmhhbVQ1OE9UMC9QQ2krVlVWZHViaTdHalJ1SFpzMmFzWld2cWtOeGNiSFVUTkNxcE03czBmSktTMHNCb0ZvSEw4YU5HNGVVbEJUMk5kUHV0TFEwaFErZVdWbFpjcmQ1ZTN0ajBLQkI2TnExSzl0M1NVOVB4K1hMbDJGaVlvS1JJMGRLN1I4ZEhZM0V4RVMwYmRzVzNidDNCd0NwL2hUemIxV1IzeVg1NzdLMHRFUlFVQkFhTkdnQVkyTmpqWTQxTnpkSFNFaEloWmNVVnRTK2ZmdHcvZnAxMUt0WEQ4Ykd4aWdvS01EZmYvOE5nVUFBRG9lREFRTUdLRDIrc0xDd1VrdVh4V0l4aEVLaHh0L3RNVEV4aUkyTnhlM2J0MUZjWEl6MTY5Y3JEYkF3eTN6NzkrK3ZsY0ZjVW5rVUlLbEJ3Y0hCS0MwdEJaZkxWVmhDcTFldlhtejV6ZURnWVBUcDAwZnRvTWZnd1lNeGVQQmdiVGFadFhmdlhnUUZCVlg0K0w1OSswcmRCTXBPeldkS2RqSkVJaEc2ZHUwS0l5TWpOcGxqV1R3ZWp4MjF2WHo1TXNSaU1WYXZYaTIzczhUajhYRGx5aFdOMmhvVEU0UC8vZTkvR2gxRENGRnN4NDRkYkFXWU1XUEd3TlhWVmVuKzhqTEs2K25wNGRteloramF0YXRhOThTa3BDUmtaMmNEQUxwMDZhSlJlMmZObW9VUEh6N2c4T0hEN1ByZ3JsMjdZdjc4K1pSZjZSUFZyVnMzN051M0R4NGVIbmo1OGlVMmI5Nk1kKy9lWWZiczJUaDY5Q2dDQWdLVUhsOVNVZ0lBdUhEaEF2Nzg4MCtGKzdWdTNack5GZkxxMVN0a1pHU0F6K2NyekljRFNFWWpOMjdjS0hjYkU1UXNLQ2lReXZsVDNzYU5HOWxyREIwNkZKOTk5cG5TenhNY0hJeUhEeCtpZWZQbVNuTjFxS0pKTW1RR0V5Q3B6aGtrUmtaR1V0UDdoVUloaW9xS29LdXJLelB0djdTMEZBS0JBRG82T25LWEJERHRkbloyaHJPek13RGc3Ny8veHVYTGwyRm1aaWJUUDh6UHowZGlZaUtjbkp3MExyOUtQbTJWeVpOVjNjRVJRRkxXTno0K0h2SHg4VExicGsrZnJqUy9DU0Fad0toSURoSkdmSHk4d3RtdGdDU0E4czgvLytET25UdTRmZnMyTzloNzgrWk5kaDlkWFYzazUrZFh1QTJrWmxDQXBJWkVSVVd4YXdHLysrNDdOR3pZVU81K0hBNEhzMmZQaG9lSEIxNjllb1dnb0NBc1dMQ2dPcHRhN1o0OGVZSXBVNmF3OWNDWktleUticzRjRGdkK2ZuNG9LQ2pBMWF0WGNlWEtGZWpxNm1MVnFsVTBva3MrT2N6RGdqSlpXVmw0L2ZxMTBuM0tWdFRKeU1oQVFrS0MxSFltcVJnQW1XM3kyTm5ad2RyYUdpZE9uTUNlUFhzQVNITDZLSHBJRTRsRStQdnZ2M0g4K0hGY3YzNmRmZC9WMVpWZEJ4MFlHSWpEaHcvRHpjME53NFlOVTdwYzZmejU4d0FrUWRKT25UcXBiQzhneWVOMDdkbzFaR1ptWXVIQ2hXalFvQUcyYnQwS2tVaUVPM2Z1SURRMEZHUEdqS0VneVNlcVNaTW0yTGR2SHp3OVBWRlFVQUEzTnpjQWtvZGxkV2RjbEphV0t2MmJMZnNkOXVyVkt3QlFPY1U5UHo5ZjZtOUdIcUZRcUhTZnNtMnl0N2RYZVUwbXVYSExsaTNaV1EzVmhabk5XcDB6U01vL2REMTY5QWpqeG8yRHZiMDlUcDQ4S2JVdE5UVVZ3NGNQaDZXbEpTNWV2S2pSZFdyaW9aUVFiWW1QajJlVG84dWpiQnNnNlNOMDZkSUZmRDRmeGNYRjRQRjRjSEJ3d0pBaFE5aGdZazBSaVVRWU5td1lNakl5WkxZeE9ZRjY5dXlKenovL1hPTVpPNlRtVVlDa0J2RDVmRFkzaUtXbEpXYk9uS2wwL3g0OWVxQlBuejZJaUlqQW9VT0gwTDE3ZDQxcmpGZUg5UFIwcVZHejVPUmtBRUJRVUJCTVRVMmhwNmVIdm4zN3FqeFBkblkyOHZQejJWRmhwcU9tTE5qQjVYS3hZY01Heko0OUc3ZHYzOGJGaXhkUnAwNGRlSHQ3VitZakVmSlJ5Y3pNWkdkSktFdmtkZjc4ZVkxbWdPM2R1eGQ3OSs2VnUwMGtFbUhDaEFrcXp6Rjc5bXlZbXBwaTdkcTFBQ1I1UURadDJpVHpVUFBnd1FOY3VYSUZWNjVja1FyQ01GVWtPbmZ1ak1MQ1F2ejY2Njg0ZVBBZ3NyS3lFQlFVaEowN2Q4TEZ4UVY5K3ZTQmk0dUwxRWd0bjgvSDZkT25BUUFEQmd5UVdjNVRkaXA2U2tvS3JsNjlpcWlvS0NRa0pFQXNGcU56NTg2WU1tVUt4b3daZy9idDIyUGx5cFZJU1VuQjJiTm5jZmJzV2JSdTNScXVycTdvMXEwYldyZHUvZEZWSENNVloybHBpVjI3ZHFHd3NCQ1dscFpTMit6dDdSVldpbG03ZGkyaW9xTHc1WmRmeWgzME9ITGtDUGJzMlNQMTMrcXpaODhBU0lLTkh6NThZQU1ESXBGSUtxQnBZMk9EYmR1MnliMXVYRndjRGh3NEFDTWpJNnhaczBiaDUxSTJRNlU4a1VqRUprRnYxS2lSMnNlcGtwNmVqdnYzNzZ2Y2p4bWR6Y3JLUWxoWW1NYlgrZkxMTDlsWkhPV3ZtWmlZQ0VDU0ZMTHN1UjBjSEJRbXFOY0c1cDVFQVJKUzJ4UVdGaUluSndjQVlHaG9xSFRmeXVaQmJOMjZ0Y3lzY2syVXZ6ZHFTbGtKWWgwZEhUZzVPU0VqSXdPNnVycHdjbkpDejU0OTBiTm5UN1JzMlpMZEx6YzNsKzJYcWJxT1FDQlF1YStKaVlsRzkyZFNNUlFncVFHclY2L0d1M2Z2QUVnU2phcVRUWDdKa2lXSWo0OEhuOC9Ic21YTHNHL2ZQamc0T01qZE56MDlIZE9uVDlkcW14azdkdXlRbTZVZGtGU0trWmV3TlM0dURnQ2tBaVJDb1ZEaFRZdkp5TStNQmpOci9WVk5uOVhYMTRlL3Z6OG1USmlBdExRMG5EeDVFbFpXVmxYMnV5Q2twbHkvZmgxLy9mVVhqSXlNMlArVmxKVGdqei8rWUR2V2ltYWxBWksvcGVwK2lOZlQwMk16ejV1Ym0rUG5uMytHblowZENnb0tFQnNiaXhzM2J1REdqUnN5TTFzNmR1eUlTWk1tU2EzZE56UTB4Snc1Y3pCeTVFanMyclVMZi96eEIwcEtTaEFlSG83dzhIRG82T2lnZWZQbTZOaXhJK2JNbVlQZzRHQzJ3a1g1OWZ3QTJJZTdpSWdJbVh1WWtaR1JWQUxPOXUzYkl6UTBGS2RPbmNLK2Zmdnc1czBiSkNVbElTa3BDVHQzN2dTSHcwRy9mdjJ3WWNNRzdmemlTSzFYcDA0ZHVRRkpYVjFkV0ZsWnlUMkc2ZUFhR0JqSTNZY0pmcFFOa0RDRERsRlJVVktESkhmdjNwVjZQWERnUUlVUEprdytMUzZYcTdXQmxqZHYzckJMaHJRWklMbHo1dzVXckZpaDl2NFBIanpBZ3djUE5MNk9xNnNyMjcrNGRldVczTjlkU2tvS2ZIeDgyTmZ1N3U1bzFhb1YrN25yMTYrUG5UdDN3c0RBUU9haHl0TFNFanQzN29TK3ZyN1VObDFkWFlXelhwajdPTTJDSlRVbE1UR1JYZWJGUEpTTFJDSmN1blNKdlQrcG1sbld2bjE3cFgyTkZ5OWVxSnpOV2htM2I5K3UwZ0ZsZDNkMzlPblRCOTI3ZDFjNFMyVHUzTGxTZVJhVllRWmRsRm03ZGkyKyt1b3JqZHRLTkVNQmttcjIyMisvSVNJaUFnRHc3YmZmb2xldlhtb2RaMlZsaFpVclYyTE9uRG5JejgvSHpKa3pzWHYzYnJrM0o2RlFXR1UzSEtZeklFK2pSbzNZQklyNStmbFl1blFwQUdEKy9QbG8wcVFKZEhSMDJKR2VreWRQeWt4RFpUQ1JhU1lKSzlPaFVDZGlhbXBxaW9DQUFJd2ZQeDVtWm1ZYUpiVWw1R01oRm91VmZva2FHeHNyL1FKMWQzZlhTbVozVFluRllqeC8vaHpqeDQ5bkE2MjdkKzlHU0VpSTFINTE2dFRCMTE5L2plSERoOHROWHMyb1Y2OGVsaTlmanNtVEorUGd3WU00ZS9Zc0JBSUJSQ0lSSGo5K2pFR0RCc0hRMEpDOXAvVHAwMGVtVlBlclY2L1lJQzd6VUdKcmF3dFhWMWU0dXJyaXM4OCtrM21JMGRQVHc2aFJvL0Q5OTkvajZ0V3IrT09QUDNEanhnMFVGeGZEek13TWMrZk9yZHd2aXRSYVFxRVFTNVlzd2RDaFE2dTA0ODBFTXNvR1NKaUhmMU5UVTNDNVhBZ0VBbno0OEFGY0xoZW1wcWJzZmxWVitsS1I1OCtmc3o4ckM4eldWbVg3RmkxYXRKQzZOMTY4ZUJIWjJkbXdzN05ELy83OTJmYy8rK3d6UkVWRlZXcko4NmhSbzloY2JDRWhJWGp4NGdXN2pWbE85ZmJ0VzVtWlBuZnYzZ1VnQ2VhVTNkYXNXVE44L2ZYWEZXNFBJV1hwNmVuSmZEZVhWYjkrZmFuOGdmTDQrZmtwelJPeWZmdjJDbGR1VW9lQmdVR0Y4aG94aW9xS2xKWTFidDI2dGRJK0NpQloxcXZOQVNtcXBGazk2TGRjamNMQ3dyQmp4dzRBa283OXdvVUxOVHErWjgrZThQRHdRR0JnSUxLeXNqQjE2bFFFQmdhaWVmUG1VdnZaMnRvcW5GNWJXZlhxMVZPNHpkallHRDE2OUFBQU5nRWpJSWtnTTJVNG1XUjB5cXJZTUE4enpBd1NacWFKdXJXL0d6WnNpT0RnWURSbzBFQ3EwMGpJZjRXRGd3TTRISTVNbFFKalkyTTRPanJDMDlPVERURFdKaHdPUjJaMGR2YnMyWGo4K0RIaTR1TGc3T3lNcjc3NkNyMTc5MVk1ZGJjc2UzdDdMRjY4R0RObnpzVEZpeGR4N3R3NU9EZzRZTnk0Y1FDQWxTdFhZdHEwYVpnL2Y3N01zZlhxMWNQWXNXTngvUGh4REI0OEdFT0hEbFY3Nmp5WHkwWGZ2bjNSdDI5ZkZCVVY0Zjc5K3pBeE1hRlN2LzlobXpkdlJrUkVCQ0lpSWpCcDBpVE1uRG16U2tiNU8zZnVEQTZIdzM1M3BxU2tzQWxXang4L0RrdExTNFNFaENBZ0lBQk9Uazc0OWRkZnRkNEdkWlY5c05mbURKSkJnd1pKQlNYa0VZbEViSkxuMGFOSHE1MVFQVEF3RUVlUEhvV09qbzdVQTBlN2R1M1ljcHdDZ1FESGp4OEhJT2xYbEE5OE1vTmRQQjVQcGgrbXpPdlhyMldtMFVkR1Jzb2RaYzdMeTFNNG1QVDA2Vk9wQ2gzT3pzNFVJQ0ZhMDdoeFl4Z2FHcUtrcEFRaWtZak5CMmhoWVFFbkp5ZDRlWG5KSGJqa2NEanM0SzJxaDNrckt5czBiZG9VdHJhMjJ2OEFBSnljbktvMFNhczZtT2MrOG5HaEFFazFpWXVMWTZlS0doa1pZZHUyYlJWSzJqTmh3Z1M4ZnYwYXg0NGRRMlptSmlaUG5velZxMWRMaldRWkdocldlSTZTbUpnWXBkdVZWYkZobHRnd0QzaTV1YmtBb0ZHd295clhCaE5TVlpvM2I4NldvbFhHM3Q2ZW5mVUFTQjRTeEdLeDB2TFd0Wld1cmk0MmJOZ0FzVmhjNlpGdlUxTlRqQm8xQ3FOR2paSjZ2MDZkT3RpN2Q2L0NaWG9lSGg2WU5HbVNXc3NkRlRFd01FRFhybDByZkR6NU9MaTV1U0UyTmhhcHFhbllzMmNQa3BLU3NHN2RPcTBuNFJzMGFCQUdEUnJFdm1ZU3FqWnExRWdtMTBsWjRlSGhPSERnZ01MdHpBQkVmbjQrSmsyYXBMUU5FeWRPVktzdndjd2dxVnUzcmxaL0Qxd3VWK1VERnROZkFDUVBidW9PcERBUGUvcjYrZ3IzaVkyTlZTdlpyb09EZzBhajRQSkd6V2ZNbU1IKzJ3Q1M2a2JYcmwxRHg0NGRaZTVuWjgrZXhjMmJOOUdqUnc5OCsrMjM3UHVLbG5PUlQ5ZXNXYk1xWE9sSVQwOVBaYkpuZVhSMWRYSG16Qm0xOWgwelpveE1lWFEzTnpjMjRYVkZ6Wnc1RTlPblQ2OTA4THBUcDA1cTljbklmdzhGU0twQmRIUTBGaXhZd05iU1hyOSt2ZHpSaGxldlhvSEg0eW10eEFBQWl4Y3ZobGdzeHZIang1R2Zudzh2THkrNHU3dGoxcXhaU3Ivc3E5UGZmLy9OL3B5UmtRRnJhMnUxUjFYTEw3RXBIekFoaEVqNzJOZXBWMGVHZDJVNWpMaGNicVdDSStUVHdWU3VXYmh3SVc3ZHVvVWJOMjVnd29RSjJMWnRtOHlTMTVLU0Vya2xxZ0ZKbVYxQUVxaVF0dytYeTVVNjN4OS8vQUZBZFlucXJLd3N0ZGE3bDVhV3F0eXY3Q3lIbUpnWWR0bFBlVXhTVXlNakk2VWxpK1V4TnpmWHVPeDJXY3dBQ2dDTi9vYVozR2JLcHI2WC95d0pDUWx3Y0hDUWU3OWljaktvby96TVAwQlNOcnFzYytmT0FaRE1IQzYvWFBMdTNidTRlZk1tR2pkdUxMT3RiTUNJa0UrVmpvN09SOTh2SWpXTEFpUlY3TUtGQy9EejgyTy9QQmN1WE1ndVF5bHZ4WW9WdUhmdkhyNzk5bHQ0ZW5vcWZHamdjRGhZdW5RcFRFMU4yWEtaQnc0Y3dOV3JWN0ZpeFFvNE9UbXgrNHJGWXJZalVCSDYrdm9hWjFGLzh1UUowdFBUd2VWeUlSUUtzWHo1Y2pSczJKQnRxeXJsazdReWxTeHNiR3cwYW9jOEFvRkFyVW82WlduUzhTR0VFUExmWm1KaWdxQ2dJS3hZc1FKaFlXRklTMHREU2txS1RJRGs1Y3VYR0Q1OHVOSnpSVVpHSWpJeVV1WjlPenM3TmloU1dGaklCaWRVNVMzcjE2K2ZWQVdGeWlpN1hHYnIxcTE0OHVTSjB2MHpNaktrWm9hcW8zUG56cFZhSHNRa3ZBYzBHMFJoOHFrcHltMzI0Y01IL1BYWFgrenJKMCtlWU1xVUtlalNwUXUyYjk4dU5iTWxNVEZScTZXTlg3OStqVnUzYmdHQTJpWEpHU1ltSmdnTkRRV2dmSFlNSVlRUXhTaEFVb1d1WExtQ1pjdVdzYThYTGx3b00xV1NFUjBkelg0aEppY25xelZOZE5hc1dXalVxQkhXcmwyTDR1Smk4UGw4bVdVb3o1NDlxOVJVdGRPblQydWNkQzA4UEJ4Y0xoZHQyN2JGdlh2MzBMdDNiL3o1NTU5WXNHQUIyMWxVVnNXR21VRXlaTWdRQVA4bWFUMXg0Z1RiWVFTQTRjT0hLNXc2eU9mekZYYVd5bzQ0RVVJSUlacmljcmxZdVhJbHpNM04wYmh4WTdtQkMxMWRYVmhZV0tDb3FBanYzNzhIaDhOUnVReWlzTEFRK2ZuNVVxT2Zob2FHMkxObkR4WXNXS0F5S2FLVmxaVkdTeTNFWWpHYjlMTkZpeFlLQjJZc0xTM2x6azRRaThYc1RCTmpZMk8xY3dmeCtYeWxTZC9WbFpLU3d2NnNxcUpHV2N6U0dVVUJrc3VYTDBNZ0VLQlZxMVpJVGs1R3c0WU5VVlJVaEppWUdLeGJ0MDZxb2syZE9uWFF0bTFidGErdHFuTEg5dTNiSVJRSzBieDVjNDBESkxxNnVtalZxcFhNKzB3VkwwSUlJYXBSZ0tRS3ViaTR3Tm5aR1RFeE1mRDE5Y1hnd1lQbDdpY1dpN0Y5KzNZQWttbGgzdDdlYWs4Tkd6eDRNRnExYW9XbFM1ZkN5OHRMYWJibzZpQVdpM0grL0hsMDdOaVJuZEx1N3U2T2twSVNSRWRIczUwSVpWVnNpb3FLd09QeDJNQkkyYko0Wlg5V05yTmp5Wklsc0xLeXdvSUZDNlFDSlFZR0J0aTdkeThBWU4yNmRVaElTTUNRSVVQd3d3OC9BSkFrbDkyNWN5ZU1qWTNaMnVzUEhqekEyclZyTmY1ZEVFSUkrZS9pY0RpWU4yK2V6UHZNZDFPVEprMXc5T2hSSkNVbFllellzUkNMeFRodzRJRFNBTWJxMWF0eDZ0UXBxZExTZ0dSR3liNTkrK1RtNUJDSlJIanc0QUZpWTJNUkd4dUxzV1BIcXAySHJMaTRtRTFDdUdQSERvVXpJWUtEZytXKy8vVHBVM1lReHRmWEYvMzY5VlBydWpObXpHQUhoU3FqYklDRXFZeWxEbFhWOFE0ZE9nUUE2TisvUDVLVGs4SGo4YkJ1M1RxTUhUc1dwMCtmaHIyOVBkdmZhdHk0c1VhSklKVlY3amh5NUFndVhib0VBSmcrZmJyYTV5eUxDZjR3eTRkS1NrclkvaFlscmllRUVOVW9RRktGZUR3ZS9QMzljZS9lUGFYVEw4K2RPNGZIang4RGtHUmhseGY5VjZabHk1WTRjdVNJeW1SbUlTRWhVcFZqRkhueDRnVW1USmlnVVJzWU1URXhlUG55Slg3NDRRZEVSMGV6NzY5WXNRTFBuejluUzljcHEySnovdng1OW1lUlNJUytmZnNpTHk4UFlXRmhhazJoemM3T1JseGNITVJpTVRnY0RsYXRXZ1Y5ZlgyWW1abkIwTkJRNXZmYnNHRkQ5cjNrNUdRQTBxTXdCUVVGN05wbVRaY2JFVUlJK2JRd0Q5L01Fb2RXclZyQndzSUM3OTY5UTJSa0pFYU1HS0h3dUN0WHJnQUFCZ3dZSUxPOTdIZDhUazRPdStUbDd0MjdHRDkrUEx1dE9wTzBsODJmVWhNRE5BOGZQZ1FncVVhbFNTbE41dDlJM2pIWHIxL0gwNmRQMGF4Wk16ZzRPTER2MTZ0WER6NCtQbGl3WUlIVTdCZVJTS1J3UnF3OGlnWjNRa05Ec1huelpnQ1NHYlNhTGdkbW5EcDFDdjcrL3VCd09ORFgxMmVya0FCZ3F5SVJRZ2hSakFJa1ZZekg0eWtOanVUbDVTRWdJQUNBcER6dmpCa3pLblFkZGVwaW01cWFxaFZncUV5U0w2WWtYcjkrL2FRQ0pDWW1KbWpidGkwYklDbGZ4V2JGaWhWeU95ckp5Y25JeTh0RHk1WXQxVjVmL09lZmY3SkowTDc1NWhzQWtuWGI0ZUhoVXZzeGE3cFZMV2ZxM0xtenpMR0VFRUkrYlVLaEVIbDVlVEtKMWZQejh3RklrcFlDa3NDNmk0c0x6cHc1ZzlPblR5c01rSnc2ZFFyNStmbXd0TFNFczdPenpQYWNuQnlFaDRmanlwVXJ1SDM3TnZ2UXE2T2pndzRkT3FCUG56NXdkWFZGVUZBUU95dFNFMnZYcnBWYUlqTjA2RkNNSGoxYTZURnBhV2xzR3pSZGpsdFpPVGs1ZVBEZ0FRRFZ5V3ZMVXhRZ0VZdkY3T3pSNzc3N1R1YTRQbjM2NE1DQkEzQjBkR1RML0NZbkoxYzZLQ1VTaVhEbnpoMEFrbks5eW5LNTJOallvRVdMRnJDeXNtS1QvNWVkZGN6TXBCR0x4Vkt6YnBzMWF5WjN4aE1oaEJCcEZDQ3BZY0hCd1d4QVl2SGl4WElmMWpNeU1oQVRFNFB2di8rK3VwdW5rZFRVVkVSR1JzTEp5VW50aWpXQXBKUHA0ZUVCQ3dzTG1XM01hTnFIRHg5dytmSmx1YU5xNVYyOGVCRUFVTDkrZllYQktiRll6SzRCcHRKNGhCQkNOUFg0OFdPMkZPNjhlZk5RdjM1OUFKSktNb0QwZDh2SWtTTng1c3daSkNZbTR0YXRXeklsb1FVQ0FadkkzTjNkWFdiUVkvbnk1UWdMQzJPRElvRGs0VjRnRUtCang0NVNpVTVUVTFOVkpsU1ZKejA5WGVvMTh6bVVZV2FRMUs5ZnY5cVRna1pHUnJLRElhcHlzNVRIelBnbzMrZTZlUEVpSGo1OENCNlBoMisrK1VadWlVOUhSMGVwMTRhR2hqS0pjZCs4ZVlQWHIxL0QydHFhL2UrQzhlclZLMlJtWmtxOXgxUTRQSHo0TU56YzNKUlczWm80Y1NJbVRwd0lUMDlQQkFZR1l0U29VVklCbGM2ZE8rTzMzMzVqLzF2aGNybXdzckpDdlhyMWFCWXNJWVNvZ1FJa05lamh3NGZzakl2ZXZYdkQxZFZWWnAvNzkrOWo1c3laRUFnRXNMQ3dRTy9ldmF1N21XbzdjK1lNeEdLeDNGRVhSVkpUVXpGLy9ueFlXMXZMck9FVkNvVzRjT0VDQUVuSDdlSERoeW9ESkttcHFVaElTQUFnR2YxUjFCbkl6TXhrMStsVzk2Z1hJWVNRajkvOSsvY2hGQW9SRVJFaE5UTFBCQnJLVmw1emRIUkVwMDZkRUI4Zmo0Q0FBT3pmdngrNnVycnM5c0RBUUx4OSt4Wm1abVp5WjVoOCtQQUJJcEVJWEM0WGZmdjJ4WWdSSS9EdzRVTjJCbXBaL3Y3KzdQY2JzOVJVa1ZoZUdlTUFBQ0FBU1VSQlZKS1NFcmk3dXdNQWxpMWJKclVFby96TUdIbVlBRWwxTDY4UmlVVDQvZmZmQVVoS2VNdWJjYU1NRXlBcG4xUTJOallXZ0NTZ3BTcGZoNzI5UFVhUEhnMDdPenYyZDhnSURBekV2bjM3TUh6NGNFeWRPbFZxMjdWcjF4QVRFeU9UZ0pYTDVjcWNweUo0UEo1TURodEN5bnYyN0JtRVFpRWFOV3FrTUxseWFtb3Fpb3FLMEtCQkE0VUpuR3Vyckt3c1BIMzZGTjI2ZFpPNjE4cFRYRndNb1ZBSUxwZEwxWjhJQUFxUTFKaWlvaUw0K3ZwQ0xCYkQzTndjM3Q3ZWN2ZHIwNllObWpWcmhvY1BIMkw1OHVVSURRMVZLNDlJVFdqWHJoM3ExcTJyMWl3UFJyMTY5U0FRQ0hEcjFpMUVSMGRMZFhJdVhib2tNOHFpeXRtelp3Rkljb2dvU29vTC9KdnpSRWRIUjZxVUlTSGs0L0x3NFVQNCtma0JBSDc5OVZlbFMvSHUzcjNMQm1LRGdvTFVXcHBJaUNMMzc5OEhJSms5d2N3U0VJbEVlUGJzR1FDZ2VmUG1VdnQ3ZW5waXdvUUpTRXhNeElFREI5aThJVGR2M3NUaHc0Y0JBRjVlWG5KbmtqbzdPNk4xNjlZWU5td1lMQzB0QWZ5YmY2TThwcHJMdlh2M3NHYk5HZ1FHQnNMVzFsYnV2bVdYWU5TdlgxK216YW93UzJ5cU8wRENsRmNHZ0lFREIycFU0aGY0TjVGcCtkLzE0TUdERVI0ZWpoOS8vRkhsT1ZxMGFJRUZDeGJJM2NiMFhlVDkzbDFjWEJRdXlTa3NMRVI4Zkx6S2F3UC9Wdng3OWVvVmJ0eTRvZFl4clZ1M2xqdGJsM3g2WnN5WWdYZnYzbUgzN3QwS3F5VXRYTGdRS1NrcDhQZjNSNTgrZlRTK3hwbzFhOERqOFRCczJEQTBhOVpNN2VPV0xsMksrUGg0akJrelJxMi9SWGsyYk5pQWlJZ0kxSzlmSDRjT0hWSWE0Rm16WmczT256K1BBUU1HWU4yNmRSVzZuakpDb1pCOU52cmhoeDh3YmRvMHJWK0RhQmYxRG10SWNIQXdPL0t5ZlBseWhWOVlYQzRYcTFldnh1alJvNUdmbjQ4bFM1Wmc3OTY5dGJKajM3Tm5UMHlkT2xXalJHa0dCZ2I0NFljZnNHM2JOdXpZc1lNTmtKU1VsT0MzMzM0REFIVHIxbzBkMVZHbXRMU1VMUVA4eFJkZndOcmFXdUcrVEdlaVRaczJhcGNsSk9Sajh1Yk5HeVFtSmlJeE1SRkpTVWxvMUtnUjVzK2ZYNjF0aUkrUHg0WU5HeXAwN09lZmZ3NHZMeStWK3hVV0ZyS1ZMSlJWdGdLQXQyL2Z5bFRPS0N3c3hKMDdkOUN6Wjg4S3RaTjh1cGdIMmM4Kys0eDlMeWtwaVgzNExwOFF2SDM3OXZqdXUrOXc2dFFwQkFjSG8xV3JWckN4c2NHU0pVc0FTTDdybVBMMjVXbTZ4TGFvcUFqejVzMERuOC9IL1BuenNYdjNibzIrbTlXUm5aMk5nb0lDQU5VYklNbkt5c0xXclZzQlNBWTV4bzBicC9FNW1Ed3g1UU1rblR0M3hycDE2NVFHRVM1ZXZNajJUeFI1K2ZJbEFHRG56cDNzVEJkRlJvOGV6Zjc3dm5uekJoNGVIaXJiWDlhMWE5ZHc3ZG8xdGZhdDZJTXVJWnJLemMzRjJiTm5JUlFLMGJKbFM1a0F5ZEdqUi9INDhXTXNXN1pNNXRpY25CeGtaV1d4dVFMTEtpZ293S1pObStEaDRjRUdpOHVMakl4a2N3U05HemRPSzdOZlltSmljT0xFQ2F4Y3VWTGplNmxRS0VSdWJpNEFhS1c4T2FsNnRlOHAreFB3OTk5L0l6UTBGQUF3YXRRb2xjbTlHalZxaEhuejVtSHQyclY0OU9nUmdvT0Q0ZW5wcWZGMUs1SzBUUk04SGsramF3aUZRb1NFaExBSjBSNDllb1JyMTY3QnhjVUZ2Ly8rTzlMUzB1RGc0SUN2di81YUprRHk2NisvSWlzckMrUEhqMmRuMUVSRlJTRTdPeHVBL09ScURENmZqOHVYTHdPQXh0TnlyMXk1QW1kbjU0OXVxaUg1YnhJSUJNakl5TUNMRnkrUW5wNk9GeTllNE1XTEYzajgrREU3dXNnd05qYkduRGx6bEs1dFY4ZkdqUnZaa1hObEdqWnNpRUdEQmxVb0Z3Snp2TGFWbHBheVArdm82RUFnRU1ETHl3dHhjWEg0OGNjZk1YdjJiSlZUY1FrQkpOWGVtRmtDWlFNa1RITHl1blhyeWgweG5UdDNMdTdkdTRlVWxCUXNXclFJUmtaR3lNdkxnNDJORFZhdFdxVzE5aGtZR0dEaHdvWHc5dlpHWW1JaVZxOWVqZFdyVjJ2dC9FRE5WTEQ1OE9FRDVzK2Z6K1p1YzNOelE5T21UVFU2aDBBZ1lJT3BUQ0xkc25yMDZLSDArTnpjWEtueXdzb3d1YzZVZWZmdUhmc3pqOGRENTg2ZDFUcjMwNmRQOGY3OWUxaFpXYWs5RTFiVG1UYms0eFFTRXNMMmN4VmhIdGhYclZxbHNGZ0JzMXh3MjdadEtvT0MyN2R2bHdvc1hycDBDVUtoRUhYcjFzVlhYMzBsdFM4eks2VzB0QlFtSmlZYVBkT3NYYnNXRnk5ZXhNMmJOK1dXVGVmeitld3NrRjY5ZW1IVXFGSHN0cHMzYjZKRml4WUtBeXZ5SkNRa0lDZ29DSEZ4Y1FBa00rM1VHYndwcSt6Z1RXWDdZS1I2VUlDa21xV25wOFBiMnh0aXNSaE5telpWKzZZd2ZQaHdoSWVINCtiTm13Z0pDVUczYnQwMGZyaG5SclZxRXRNUlNFbEp3ZGl4WS9IMDZWTUFnSk9URSs3ZnY0OTkrL2JCeXNxS0Rack1uajBiNzkrL2x6blArL2Z2Y2VMRUNiUnYzNTROa0J3OWVoU0FKREdlc2c1T1VGQVFpb3FLb0tPamcySERobW5VZm45L2YrVGw1ZUdubjM3Q3Q5OStxOUd4aEdqVDgrZlBsUVlDZFhSMDBMaHhZN1JxMVFxdFdyV1NTaUw0L1BsenRuT2tMa2RIUjNDNVhEeC8vaHlKaVlrcTl5ODdkUitRZEdyVWNmTGtTYllqb20xTVFrZEE4dnNSaVVSc1p5VWtKQVNQSHovR2hnMGJLQUJLVkNxYnZMTnNCUlVtYjFhUEhqM2s1djR3TWpMQzFxMWI4ZU9QUHlJM054Y0ZCUVhnOFhqWXNtV0wxaE9HTTRNTFo4NmN3WVVMRjlDeFkwZUZGWFFxb3JvREpQbjUrZkR5OG1LWEZyVnMyVkxqMlJZQTJJRVVRRkpoVDFQRGh3OVh1SVMzdUxnWUV5ZE94UFBuejluU3p2MzY5WU92cjY5VXBabXl5dVk4c0xPemswcTRxNHlucHlldVg3OHVVeFdRa0ZldlhxbjFQUTM4dTB4T21mSUpuT1VwT3pOQ0xCYmp5SkVqQUNTejM4cm45V2phdENubXo1K1BqUnMzSWlRa0JIWjJkbkJ6YzFONWpaTW5UN0tGR0Z4Y1hPVGVNMWVzV0lIczdHeFlXMXRqK2ZMbDdQdE1YaUJuWjJjRUJnYXFURmdjRXhPREF3Y09TQzFmYTlpd29jYkxFQUhwQUVsdFhBRkFaTkcvVWpYS3lNaUFwNmNuOHZMeW9LZW5oN1ZyMTZvMVRVc2tFa0VnRUdEV3JGbTRjK2NPaW91TDRlZm5oeU5Iam1nMEdoQVVGSVI2OWVwcDFHWk45MWVGU2FES1BBQlpXRmhnMmJKbGNIRnh3WklsU3pCaXhBZ3NXclFJSlNVbEdEaHdJSHIzN3MzbUZTbUxTYkRHSkZGTFRVMWxwODRQR1RKRTRTandYMy85aFZPblRnR1FyRFhXcE5vT0lKbU9YMVJVaE1MQ1FvMk9JMFRiR2pWcWhFYU5HdUh0Mjdld3Q3ZEh3NFlOVWI5K2ZZU0VoQUFBOXUvZmp6WnQyc2c5TmpBd1VPUFMxWmN1WFlLVmxSV21UWnVHNGNPSHMrOGZQWG9Vc2JHeGFOKytQWnRUQVpETVdDa2JsQzAvZ3FSSVRFeU0wZ0JKVVZFUkRBd01OR283ZzVsQnduU002dFNwZzIzYnRtSGR1blU0ZmZvMGJ0NjhpY21USnlNZ0lFRGpld1A1dERBelJlenQ3ZG4vVm03ZnZvMS8vdmtIQURCbzBDQzV4NG5GWWx5L2ZsM3FiNk80dUJqaDRlRm8wYUtGMWp2UGl4WXR3b01IRC9EczJUUHMzcjBiZ3djUHJ2RGZUM25NZzVXcHFhbGFDVjBySXowOUhYUG56bVZuYnRqYTJpSWdJS0JDbjRVcHA4dWNSMU5jTGxmdXYxTlJVUkZXckZpQjU4K2Z3OFRFQkFjUEhvU3ZyeS8rK3VzdjZPcnF3cy9QVDJ1L2UwS1VtVDU5T3NhTUdhTjBud2tUSnJDekxjcFhabUo0ZUhqZ3hZc1hXTHAwcWNLcWtJeXl3WW9iTjI2d0FWUW5KeWNrSnlkTDdWdTNibDI0dWJuaDhlUEhPSDM2TkRadjNveW1UWnZLVlBjcTYrN2R1OWk0Y1NNQW9HdlhybktEZ3IvLy9qdXVYcjBLUFQwOStQdjdTejBqOWV6WkUvdjM3MGQwZERSKy8vMTN1YmxOaW91TGNlYk1HUnc4ZUpETkpRVklTbVJQbWpRSlgzNzVaWVZtbVphZHZVb3pTRDRPRkNDcEJxV2xwVGh4NGdSKytlVVhkdFRXMXRZV2h3NGRRbEZSRVlxS2lpQVFDTmovRlJZV1N2MWNmaVFXa0l5QXJGbXpCcHMyYlZLN0hjeERsRFlVRnhjRGdFWWw0L2g4UGk1ZHVzUytkblYxaFkrUEQ5dXg4dlgxeGJScDAvRHk1VXZZMnRvcUhSSEp5TWdBOEcvbjV1REJnK3cyUld1NG82T2oyV1M0RmhZV0drK1JFd2dFN0hycmluU3FDTkcyME5CUXFSdzZSVVZGYklCRW5TOXhIUjBkcFJuYlJTSVIrN2ZPY0hKeWtuck5ySDIzdHJhV1dkdXU3cnA0ZFh6NDhBRS8vL3d6enAwN2gwT0hEbFVvZU10OGxySWRGQzZYQ3g4Zkg1aVptV0gvL3YxNDl1d1pIajkrVEFFU29sQnBhU2xpWW1JQVNNOGUyYmx6SndERkplYWZQSG1DVFpzMnNiTlBiR3hzSUJLSmtKMmRqVDE3OXVEcTFhdnc4dkxTZUhhb01qd2VEeHMyYklDUGp3L1dyMTh2ODRCZXR1T3VLU1lZVk5XelJ5NWN1SUIxNjlheDM3OTJkbmJZdVhPblZKVWdkYjE2OVFvLy8vd3orMXBSRUZsVFQ1NDhnWitmSDVLU2txQ3JxNHUxYTlmQ3hzWUdHelpzd01TSkUzSDU4bVVrSlNYQjE5ZFhZVUpNUXJTbGJ0MjZLZ2RRcmF5c29LT2pnL3IxNnl0OE5yQzJ0a1pCUVlIU2ZlUXBPd3RLWGwvNysrKy9oN2UzTnhZdFdvU0VoQVE4ZS9ZTVM1WXNRV2hvcU56KzljdVhMekYvL255VWxKU2dSWXNXOFBmM2x3bFNYcmh3Z2EzcXRXelpNclJyMTA1cWUrZk9uVEYyN0ZnY09IQUF3Y0hCNk5LbEM5cTJiU3UxVDJSa0pDSWpJOW5YWGJwMHdkaXhZOUdyVnk5d09Cd1VGUlZWS0VCQ00wZytQdlN2VkExMGRIUnc4dVJKcVNudDZlbnBhazFaazBkWFZ4ZWxwYVVJRHc5SFdGaVl3cEVxQUxDMHRNVE1tVE1CQUdabVpoVzZuanlQSGowQ0lGc2lUNW02ZGV2Q3c4TUQyN1p0dzd4NTh6QjI3RmgyVzNaMk5tYlBubzBuVDU2d1U1Q1pxYS9NZFBmazVHU0lSQ0s4ZnYwYTkrN2RnNjZ1THBvMmJZcDM3OTdoL1BuekFDUTNNM2szOFZPblRtSDkrdlVRQ29YZzhYanc5L2VYVzhLUHVmR1ZmeWdFL2czS0FLREtONlJXcUd5QzRkNjlleXNOc3NiRnhXSDY5T21WdW9ZOGI5KytaWU9ha3laTlVtdEppNEdCQWFLaW9wQ1hsNGZkdTNmRHg4ZEg0K3N5ZjlmeWdrSno1c3lCa1pFUkRBd00wS3RYTDQzUFRUNGQ5Ky9mWjVNSE12bEh3c0xDMk1ESDVNbVRwWlpUcEtlblkrL2V2VGg3OWl4RUloRUF5ZlJ3UHo4L0NJVkNMRjY4R0hmdjNzWFRwMDh4ZS9ac2RPclVDV1BIam9XcnE2dkNaUm1hY0hCd3dJRURCK1J1S3p0S0ttKzV5ZEdqUitXV0VnYitYVWIzNE1FRGpaTWNNMytMOGZIeE1zZU9HemNPTTJiTVFHWm1KdGF2WDQrb3FDaDJXNXMyYmJCMTYxYUZ5NUZldjM2TldiTm13ZHpjSEthbXBqQTJOZ2FQeDRPT2pnNWV2MzZOVzdkdXNiTjNQdi84ODBvSFFoODllb1RRMEZCY3VuUUpJcEVJaG9hR1dMdDJMYnZNMTh6TURIdjI3TUdDQlFzUUh4K1BLVk9td01YRkJXNXVidmo4ODgvWlFTWS9QeitwUG9ZNm1DWEs0ZUhoN00vcXNyR3h3Wm8xYXpRNmhueGNpb3FLbEFaQTkrN2R5LzdNek1vdXIremZ2cUo5QUVsZmhQbHYrZXJWcTBoSVNBQ1h5MVhZVjJhQ213WUdCbGkzYmgzR2pSdUhmdjM2S2N3TmtwU1VoTHk4UERSbzBBQkJRVUZTZlFheFdJemR1M2RqNTg2ZEVJdkZHRE5tREhyMzdvMk1qQXk4Zi84ZTc5Ky9CNS9QQjUvUEI1ZkxCWWZEZ1ZBb2hLK3ZMdzRkT2lUVEgrRHhlQmc0Y0NEYzNOelFva1VMcVczTGxpM0RodzhmTUdIQ0JIYTJ5LzM3OTFVK3p6RTVrd0RKczB4WVdKalMvY3N6TVRGUm1hK1NhQmNGU0tvQmg4UEJqQmt6MkFvU1BCNFBWbFpXTURNemc2bXBLZXJXclFzVEV4T1ltSml3WCtoR1JrWXdOalptZjY1VHB3NzcvMi9ldk1ISWtTTWhFQWl3YWRNbWRPdldUV0Zud2R6Y0hGT21UTkc0emZuNStRZ05EWVdSa1JFTURRMWhZR0FBUFQwOWlFUWkzTDU5Rzlldlh3Y2dXOFpRbFhIanhzSEp5UWtkT25SZzMwdElTTURpeFl2eDVzMGI2T25wWWN1V0xWTFovNWxyM0xwMUMxOTg4UVdFUWlGS1Mwdmg3T3dNZlgxOVJFUkVzSjJ0b1VPSFNsMnZvS0FBVzdac3dlblRwd0ZJSG93MmJ0d29kZjJ5bU1oMVlXRWhqaDA3QmhjWEYzQTRIQWdFQXJZOEtJL0hZOHNvRWtJMGw1T1RnLzM3OXdPUUpGbFVKMENpcTZzTGQzZDNiTml3QWVmT25jUEVpUk0xL2p0a0h1Z1V6WnFaUEhteVJ1Y2puNmJ5STR3dlhyeGdwMzYzYU5HQ3pVOTE3OTQ5SER0MmpIMTRCaVRmeWZQbXpaTWEyTmkxYXhkQ1EwUHh5eSsvUUNBUUlENCtIdkh4OGJDeHNVSC8vdjB4Wk1nUW1ZNTZSUnc1Y2dSQ29SQm1abVl3TURCQVlXRWgrM2NJUU83ZmsxQW9WSm0vakZrR1hCRmlzVmptMk9MaVlrUkdSc0xiMjF0cTIvZmZmNCtGQ3hjcW5mVm1hMnVMMTY5ZlMrVkhrY2ZhMnBxZFVhcUpvcUlpUEhqd0FEZHYza1JFUkFRN2l3WUFPbmJzQ0Y5Zlh6UnUzRmpxbUxwMTYrTG5uMy9HbGkxYmNPellNYmJxaklXRkJUcDI3SWdCQXdiZzRjT0hhaWQrTFM4N08xc3FyNG82cUEvejM3ZG8wU0sycjE3VlRwOCtqWVlORzBJb0ZMSkJsVEZqeHFpVlo3RlpzMlk0ZE9pUXpOOU5XWDM3OWtWQVFBRHM3ZTFsbm5jNEhBNHVYNzdNNWhnTERRMWxDMkVvazVxYWlsMjdkbUgyN05uc2V4MDZkTUMyYmR2a0RxQUNrcjVMZkh3OG1qZHZ6Z1pJVHB3NHdRN1NxdVBjdVhNNGQrNmMydnNEa3ZMY0ZDQ3BYaFFncVNhOWUvZG1IL3dyTzJKUnYzNTlUSjA2RllHQmdkRFQwOFBMbHkrMW50ek55TWdJaHc4ZlZwbklzV3gyYUhXVkRVNklSQ0pzMkxBQmI5NjhnWkdSRVRadTNDaFZFUUNRek5hWU5tMGE5dS9meno3ZzJOdmJZK0hDaFFBa0NkTk1URXl3YTljdTlPdlhqejB1TGk0T3ZyNitlUFBtRFFESmRNSXRXN2JJVEtrcnExMjdkckN4c1dGSHJ0YXZYeSt6ejVkZmZrbFQ1RWlOS3k0dWxpbHJXM2JtVTFGUmtjeUlqNjZ1N2tlOUJ2N2JiNzlGY0hBdzh2UHpjZURBQWJZOGFsbDM3OTZWdXl3UkFQc0FJaEtKMkNVU2lwaWJtMHNsdGlXRXdRUklHalJvQUZ0YlcremF0UXQ1ZVhuUTFkWEY4dVhMd2VWeXNXREJBcmJNSkNBSnJMdTV1V0hpeElreU16VjBkWFV4YnR3NGZQbmxsL2psbDEvd3h4OS9RQ1FTSVRNekU1Y3ZYOVphWXRWYnQyNUp0YW1zYjcvOVZ1NURRYjkrL2FyOTc4RE96ZzZtcHFhd3RMUkVSa1lHbTZ2TTFkVlY1YkVjRGdkdDI3YkY0OGVQVVZKU3dnNm9pTVZpR0JnWW9GNjlldWpWcXhmR2p4OWZvWW91ejU4L3gvVHAwNlVTUGpzNk9tTGl4SWxTL1kveTlQVDBzSGp4WWd3ZE9oUWJOMjdFdlh2MzhPN2RPNFNIaDJQNDhPSHc5ZlZWT2tLdmJkb3UrVXhxTDJhQVZkdkVZckZNWUc3Ly92MUlUVTJGdGJVMXBrNmRxdlQ0MU5SVWRqWTZBRGI1TWlDWlpRcElacmlWblcyUms1UEQ1akpzM3J3NWUyOGFNbVFJdG0zYkpuVitaZ0M2YnQyNk1EYzNSOTI2ZFdGbVpnWnpjM1BjdTNjUGtaR1JDQWtKUWYvKy9kbGpiRzF0RlFaSEFFbUpjV2EvNnFRc0tFeXFCajNsVlNOMXZ0elY1ZTd1am9LQ0Fvd2JOMDdwSDNORmNUZ2N0R3paa2sxOFdwYU9qZzRjSEJ3d1pjb1VsZVh3Vk5IUjBjSFdyVnZoNmVtSmxTdFhLcHlSTW4zNmRFeVpNZ1VmUG53QWg4T1JHWEVlTUdBQSt2ZnZMelVkdVU2ZE91eE50a2VQSHZEMTlZVzF0YlhTOXZCNFBBUUVCR0RMbGkxSVRFeEVmbjQrdTgzYzNCeTlldlZpWndJUlVwUFdyRm1qZE5SaTRzU0pNdS8xN2R0WG83eEZ0VTJkT25Vd2FOQWdIRDE2RkdGaFlYSkhwN3k5dlZXVzF1VHorZmpmLy82bmRKOHZ2dmhDNGRJQzhtbno5ZlhGMWF0WDJTVnVreWRQeHYzNzkrSHE2c29tTzV3M2J4N2k0dUtnbzZPRDc3NzdEbVBHakZGWld0TE96ZzUrZm42WU5Pbi8yTHZ2K0JydjkzL2dyNnlUZFdTSkZZbVJpRTNGcUpCb202Z1ZwZllxV3FPMldsR2JHcVVoU2dpMVc3VXBINVFpMUtqR2FCREVxaGhCRUdrU0VTSHJuSnpmSCtkMzd1KzVjMGJPaVV4NVBSK1BQajduM1BNZEgzazc1N3F2OTNVTnhvNGRPL0RYWDM4aE5EUlU3NU5WWTlTc1dST25UNThXdnR5Ym1wcWljdVhLOFBmM3g3Qmh3N1NlVTZGQ2hTS3J1YlYwNlZMczNic1hvMGVQTnFyYmpLb0xYa0h3OVBSRVFFQUFJaU1qOGZISEh5TWdJTUNvT2lhMWE5ZkdwazJiY1BQbVRTR3oxZHZidTZDR1M0U2VQWHZpbTIrK3lmZnJKaWNuYXdRRlQ1dzRBVUM1ZFBidDI3ZGFnMzZXbHBZb1U2WU16cDA3aDZWTGwrcTl4NWt6WjBSTDdOUU5IanhZQ0pCMDZkSUYxYXRYUjlteVplSHM3QXhIUjBlOUR6S1RrNU54NWNvVlZLcFVDUllXRnNMeWVuMUJ5b3lNRE9HemhmcFMvaGt6WnVUYVJTb3lNbEw0LzJEeDRzVUcxNWthUEhnd29xT2pTL1NEclpLS0FaSVN5dHpjSEtOSGp5N1FlNmlXbEFES0o2NEtoUUlLaFFKbVptWUdGV2NORFEwMTZEN2x5cFhEdG0zYmNyMm1tWm1aM2c5Sk9kZHExNjFiRjVNblQ0YVZsWlZSTFhscjFxd3ArdG1KaWlPSlJLTHhGRkFta3dsWkpaYVdsaHEvVSsvRFU4TnUzYnBoOSs3ZGVQUG1EWTRlUGFwUmMwaTFORkdiOVBSMDRjOG50MlU5TmpZMitUTmdldTgwYWRKRVZKelZ6TXdNUC83NG8rZ3BuNHVMQzM3KytXZFVxbFRKNk4rN0tsV3FZTXFVS2JsKzZCNDRjS0RXVGd5NkRCczJUQWlFeU9YeVBCVWJMRXllbnA1YXM4UUtrNStmbjZpbE02QU1rTDFyRm1tOWV2WDBack1TbFVUang0L0h4bzBiY2ZEZ1FRUUZCV2s5SnVlREdpc3JLNk9Dc0ltSmlhS0hsNEN5Um9ldnI2L0IxM0J3Y01EcTFhdUZ6bUdxb3UrWEwxL0d2WHYzTkI3V3ZuMzdGdXZXclJNK1A2Z3ZlWlJJSkxsbWVLZ3ZGU3hYcnB6Qm55OVVyWk1aSUNsOERKQ1FRZktqVUp3K3huVERNVVorcFNZVEZUY3pac3pRV0VNL2V2Um9YTGh3QVlDeUFKdDZMWi84c21QSERsSGRBbFd4eXZEd2NMUnYzMTdZUG1yVUtKMnRQOVhUMDQzOWt1YnA2WW1hTld2aTd0MjdPSGZ1SEhyMzdpM2F2MnZYTHAzblRwMDZGY2VQSHdjQTdObXpKMDlkTUlpMDBmWUJ1WHIxNmtVd0VzTVU5K0JJY2NZbHRsUVNQWC8rWEdlWFIyUDA2dFZMV09LZVUvUG16Vkc3ZG0xTW5qd1pVcWxVQ0dSWVdWa0p2emM1aThzM2JkclVxR3pOZWZQbTRjQ0JBeHJiRHg0OGlKVXJWeHA4bmFGRGh3b1pmNjFidDhhR0RSdVFscGFHM3IxN2E3VGlWUVVxQUtCRml4WkdsMHBRTDFkZ1ROWS9BeVJGaDdNOEVkRjdJRFkyVmdpT0ZLUTNiOTRJNjNEVlpXUmtpTGFucGFYcERKQ28xd2pKUzFhTHF2QzBuNThmcmx5NVl2QjV6NTgvRjE1ZnVIQWhYejRzRWhFUkZUZERodzVGbHk1ZGhDVjZDb1ZDS0JaZHRXcFZvNE9rOGZIeFNFMU5GYTVoYTJ1TDRPQmdBQkRWUWJTM3R4ZVd1YlZ2M3g3Ly9mY2ZRa0pDTk9vTDVyZTB0RFFrSlNVQmdFYUFRNTBxNktDK25NYmQzUjNCd2NGWXRXb1ZIajU4S0FxSXFEZzVPY0hmM3g5ang0NDFlbXlxNWY0QWpLcDlwS29yeHdCSjRXT0FoSWpvUGJCbnp4N1JlNFZDZ2JpNHVIY3VDcDFUNTg2ZDBieDVjK0g5cGsyYjhOZGZmNkZwMDZhaWF2QXVMaTZpQW16cTB0TFNoTmQ1YVZXc3J4aWlQdXF0K002ZlA4OEFDUkVSdlpjYU5HaWdjOSs2ZGV1TWJ1NHdiZG8waElXRkNlOHRMQ3pnNStlWDUvRVZGRmRYVjYwWkppcDkrdlJCZEhTMHh2WldyVnFoVmF0V1dydHlTU1NTZDhvY1V4V0lsMHFsUmdWSVZBK1Qzb2ZsMFNVTkF5UkVSQ1ZjY25JeTl1N2RLOW9XSEJ5TTZPaG9oSVNFb0ZHalJ2bDJyL0xseTR1V3BxaXlST3pzN1BSK0lGT25DcEJJSkpKM1R2WFg5cVJIbTZkUG55STVPVmw0Ly9mZmZ5TTlQWjBmUElpSWlJckl3NGNQc1d6Wk1vT1BWKzkyVXhCTVRVM3p2UWFacWgxNHRXclZqRHBQRlNCaEJrbmhZNENFaUtpRTI3SmxDOUxTMHRDd1lVTmN2MzRkZ0RKb2twcWFpbEdqUmlFb0tBaXRXclVxNGxIK242ZFBud0xBTzljQXVYTGxDbWJObW1YUXNhcldnT2JtNW5CMmRrWmNYQnorL3Z0dlVZcy9JaUtpOTExNmVyclJiYVZWQlVyMVNVbEpFV1dJcXBianZIejVFaTlldkJDMnE3Y2RmdnIwS2JadTNXclVXUFJSS0JTaVpieUdXTEJnQWM2ZlA0K0FnQUM5RFRCZXZIaUJseTlmb25idDJnWmYrODJiTjBLQXhOaTZWTXdnS1RvTWtCQVJsV0F2WHJ6QXpwMDdBU2piZjMvNzdiY0FnRGx6NW1EOSt2VUlEdy9IcEVtVE1HZk9ISFRzMkxFb2h5cDQvUGd4QU9PZnBxamJzV01IbGkxYkJybGNidER4Zi8vOU53QmwyckdYbHhjMmJkcUUvZnYzTTBCQ1JFU2x5dWVmZjE0ZzExMitmTG5XNVMwNXUxSDE3ZHNYTGk0dUFKVExjVC8rK0dPRDczSHg0a1ZoeVlvMlQ1OCtSY3VXTFEyK0hnQWtKU1VoTGk1T2xHV3E3dTdkdTlpeVpRdkN3c0pnYTJ1TGJkdTJDWjF2Y25QaHdnVWh1TlM0Y1dPRHgvU3V0ZHJvM1RCQVFrUlVnaTFmdmh6cDZlbnc5UFNFajQrUHNGMGlrU0E0T0JnVEowN0UrZlBuTVh2MmJMeDkreFk5ZS9Zc3d0RXFxZGIvNWlWQWtwYVdoZ1VMRnVEbzBhTUFsQVhoMUN2RWE1T1ZsWVd6Wjg4Q1VGYWc5L2YzeDZaTm0zRCsvSG5FeE1TOFU2Q0dpSWlvSktsWHI1N1JOVFVlUFhxa000Q2dJcFZLNGVUa0pMeC8rZklsRkFvRnlwUXBJeXFjcXA1QjR1N3Vqc0RBUUlQSE1XL2VQTDBCRWlzckszaDVlZW5jZiszYU5ZT3laMlF5R2M2ZE80ZWRPM2ZpNHNXTHd2WmF0V29oT1RuWjRBREpxVk9uaE5jdFdyUXc2QnhBWEtzdHY1ZjhVTzRZSUNFaUtxRXVYcndvRkUwYk0yYU1ScnRzVlpCazVNaVJlUGp3SWVyWHIxOFV3eFJKVFUwVmxydnMyclVMMjdkdng3UnAwOUN0V3pjQXl2YWpwcWFtV211VFJFZEhZOHFVS1hqMDZCRUFaUmViTGwyNllOeTRjWHJ2ZWZ6NGNhSGRZTnUyYmVIbTVpYTBDdDY4ZVRQbXpKbVRuejhpRVJGUnNlTGs1SVNnb0NBQXdFY2ZmYVMxTmJrK1VWRlJlUEhpQmR6YzNIUWVNM0hpUkV5Y09GRjRyK3BpRXh3Y3JOSEZadnYyN1ViZDMxRE96czRJRFEzVnVWOVhrVmFWNk9ob0hEeDRFRWVPSE1ITGx5OEJLT3VTZlBycHAvanl5eStOV2w3ejdOa3o0VE5hblRwMVVLNWNPWVBQVlEvaU1JT2s4REZBUWtSVUFyMSsvUnJmZmZjZEFLQlpzMmJ3OWZYVnV1N1d5c29LSVNFaGlJdUxRODJhTlF0MWpKNmVucGc1YzZab1czaDRPR1F5R1NwV3JBZ2JHeHM4ZVBCQVdLY01BRE5tek1DTUdUTTByclYvLzM0RUJRVUpiZThHRHg2TVVhTkc0ZkxseTdtT1k5dTJiUUFBTHk4djRjTmQxNjVkRVJRVWhFT0hEcUYvLy83dzhQREk4ODlKUkVSVW5GbFpXYjNUa3RJR0RSb1lYSWpkR05uWjJVYlZERkgvdkpEZkRoMDZoSDM3OWdudjdlM3QwYkZqUi9UcDB3ZVZLMWMyK25ycjE2OFhsZ0gzN2R2WHFIT1pRVkswR0NBaElpcUJRa0pDRUI4ZkQzTnpjNDMxdlRuWjJkbkJ6czZ1VU1hVmtKQ0FzTEF3SER0MkRKczJiVUxYcmwxRiszLzk5VmNBeWt3T1ZWMFFiVEl5TWlDUlNJU3NtTGR2M3lJek14TVNpUVN6Wjg5R2h3NGREQnJQcVZPbmNPZk9IUURLR2kwcVhidDJ4Wll0Vy9EczJUTUVCd2ZqcDU5K011cm5KQ0lpS3U2dVhidUc0Y09INS90MVAvNzRZeUVqNVYyY08zZk82Sm9oK2lRbUptTGF0R2s2OXo5Ly9sem52c3pNVEppWW1PREREejlFbHk1ZDRPZm5KMW9hOU8rLy84TEZ4UVZseXBUSmRSem56NS9Id1lNSEFRQVZLMVpFdTNidGpQZ3BJR1M5QXVJbFNWUTRHQ0FoSWlxQlZOWFFodzRkV2l4cWFEeDQ4QUFqUm96QXBVdVhvRkFvQUNncjJxdmFBQU5BV0ZnWTd0eTVBNGxFZ243OSt1a05rRVJHUmlJb0tBaTlldlZDdDI3ZDBLOWZtU1E3TUFBQUlBQkpSRUZVUHp4NjlBaWRPblV5ZUtsUVJrWUdmdnp4UndCQTdkcTFSWVhnTEN3c01ITGtTTXlhTlF2Ly9QTVBkdS9lalY2OWV1WGxSeWNpSWlxV3NyT3prWldWQlFDb1dyWHFPMS92NWN1WFNFbEpFYTVaM0tTbHBRbkxXb3pWdUhGanpKczNUMmQ5a2ExYnQrTDQ4ZU1ZUEhnd2hnMGJwdk02RHg4K0ZHWENCZ1lHR2wzemhRR1Nvc1VBQ1JGUkNkU2xTeGVjUDM4ZWd3Y1BMcEw3eDhmSDQvVHAwOElTbDVpWUdNVEV4QWo3R3pac0tEcis2ZE9uK1A3Nzd3RW8xd0RudGhZM0xTME5qeDgvUm5Cd01QejkvVkdoUWdXOVQ0VzBXYjU4T1o0OWV3WUFHRDkrdkVhTmx2YnQyK1BYWDM5RmRIUTBRa0pDVUw5K2ZkU3RXOWVvZXhBUkVSVjNwcWFtb3VVamViVnMyYkozYXN1Ym1KZ28xUFlBQUc5dmIrR3pnU0dXTGwyS1AvNzRRK2YrU3BVcTRaZGZmdEc1ZitUSWtUcUx2RmFyVmsxdjhkWFhyMThqS3lzTDhmSHhPbys1Zi84K1JvMGFKUlNQNzk2OU8vejgvSFFlcjB0Q1FvTHcycENNRmNwZkRKQVFFWlZBdHJhMldMNTh1ZFppcG9ZNmZmcTBxUE5OVHRyVyttN2V2QmwvL3ZrbmJ0NjhxYkhQdzhNRDdkdTNSNGNPSFVRZk1oSVRFekZ4NGtTa3BxYkN3OE1ESTBlT3pIVnNyMSsvRmw2clY4VTMxUEhqeDdGNzkyNEF5bUJTczJiTk5JNHhOVFhGdkhuejhOVlhYeUU5UFIzanhvM0R6ei8vREZkWFY2UHZSMFJFUk5xOWZmc1cyN1p0dytiTm16Rml4QWlZbXBvQ0FNek56ZUhnNEdEd2RkU1h2R2hqWm1ZR1oyZG52ZnZ6U3RYRnAyelpzbHIzbnp0M0R0T21UUk95UDd5OXZmSHR0OS9tNlY3cTlkWEtseStmcDJ0UTNqRkFRa1JVUWhtYnNwbFRkblkyMHRQVGpUcm54SWtUdUhYcmx2QytmUG55YU4rK1BRSUNBdURwNmFseC9QUG56ekZ5NUVnOGVmSUV0cmEyV0xod29VSFY4NU9Ta2dBQWpvNk91WDRneXVuU3BVdVlQWHMyQU1EVjFSVVRKa3pRZVd6Tm1qVXhkZXBVekowN0YwbEpTUmc4ZURCV3JGaGhWS1Y2SWlJaStqOEtoVUlJRkJ3K2ZCaFRwMDRWTWtmZXZIbFRMTE1pVk11RGRWRmxkVlNvVUVHMFhTYVRZZlhxMWZqMTExK0ZhM2g3ZTJQcDBxVjUrcHgyNGNJRkhEbHlCSUR5TTR5OXZiM1IxNkIzd3dBSkVWRXA1ZTN0amNtVEordmNmK1BHRFkwV3VLMWJ0MFpNVEF6OC9mM1JzV05ITkczYVZIZ1NsTlB4NDhleGNPRkNwS1Nrd05yYUdxR2hvYWhSbzRhd1gvWEJRZFdaUnAycWxhK3hsZU12WDc2TUNSTW1JRE16RTFaV1ZsaTZkQ21rVXFuZWN6cDM3b3lyVjYvaXdJRURTRXhNeEpBaFF6Qng0a1IwNzk3ZHFIc1RFUkVWVityTE52TEswSWNxbHk1ZEVqcXhxSXFWT2pnNFlPREFnZWpkdTNlZWwvdW9sczBhKytCRVJUVW05VXdTUzB0TEFFQmNYSnpPODFKU1V2RGl4UXNBUUpVcVZZVHRVVkZSbUQ5L1B1N2Z2eTlzNjl5NU0yYk1tS0V6T0JJV0ZvWk5temJCd2NFQmRuWjJzTFcxaGFXbEplUnlPUjQ5ZWlUS0h2bjg4OC96OEZQU3UyS0FoSWlvbExLeHNkRmI0RlhiaDZrZVBYcWdUNTgrc0xLeTBubmVpeGN2c0hMbFN1RUppSU9EQTRLRGd6WHFrbFNxVkFsMzc5N0Y0Y09IMGJ4NWM1UXZYeDV5dVJ6WHIxOFhpcXpsUEVlZm8wZVBZdVhLbFpESlpEQTNOOGVTSlV0RUFSbDlwaytmRHJsY2prT0hEaUU5UFIwLy9mUVRQdnJvbzF4cnBSQVJFUlYzMmRuWlJuZFNlUmZxZFVJc0xTM3h4UmRmNEt1dnZqSzQ0T2krZmZzUUd4c0xxVlFxZk42NGVmTW1JaUlpQUNnN3crUW1QVDBkang0OWdvT0RBeXd0TFhIcDBpWEV4c1lDZ0dnWmp1cEJqS3BndTd1N3UrZzZtWm1aMkxseko3S3pzMkZoWVlGNjllb0JBRmF0V29WTm16WUp4MGtrRWt5YU5BazlldlRRT3k0WEZ4ZEVSMGZuT3Y1bXpacGh3SUFCdVI1SCtZOEJFaUlpTXBpK2JJek16RXlzWGJzV08zYnNRRVpHQmdDZ2Z2MzZXTHg0c1VaS0tnQUVCQVRnekprenVIUG5qdFlPTWxaV1Z1alNwWXRSWTh2T3pvYTV1VGtXTEZoZ1ZPdEFjM056ZlBmZGQzQnljc0t1WGJ1d1lzVUtCa2VJaU9pOTBhSkZpM2UrUmt4TWpONVd1U29USmt4QVJFUUVQRHc4TUczYU5JTUNHdW9lUFhxa3N4aXNyYTB0V3JWcWxlczFaRElaK3ZYcnA3RmRJcEdnU1pNbXd2dXVYYnRpMjdadHlNek16TFYxY2I5Ky9XQnRiUTFBMmVwNHk1WXR5TXJLUXAwNmRUQnYzanlONElvMlZhcFVnYU9qSTdLeXNwQ1ZsUVc1WEE2WlRDYjhiTzd1N21qZnZqMTY5T2p4emt1cEtXLzRwMDVFUlBsQ0lwSGcrZlBueU1qSWdFUWl3YUJCZ3pCbzBDQ2RxYkNmZnZvcFpzeVlnUjA3ZGlBMk5sWllhbU52YjQvYXRXdGoyTEJoOFBEd01Qait2cjYrR0RkdUhLcFhyNjYzK0t3dUppWW1HRGR1SExwMjdTcEtvU1VpSWlySlRFMU5FUm9hK3M3WE1iU0xqWjJkSFRaczJJQUtGU3BvZEpBelJLTkdqWEQrL0hsUkVFRWlrY0RkM1IzRGhnMkRvNk5qcnRlUVNxVndkWFVWc2tZc0xDeFF0V3BWakJvMVN2VFFwbkxseXRpK2ZUdTJiZHVHUjQ4ZWFTejdOVE16UTdseTVlRG41NGUyYmRzSzIrdlhyNDhaTTJZZ0pTVUZmZnIwTWJnQXJKMmRIVTZjT0dIUXNWUTBHQ0FoSW5wUFdGcGFpdGF1NnJKa3lSS0RydGUwYVZPRHJxZHU5dXpac0xlM3h4ZGZmR0ZRTjVodTNicWhXN2R1UnQxRFhjNHg5dS9mUDgvWFVtRndoSWlJM2dkZVhsNUcvenV1ejRRSkUvUVdQbGVuTDJ1a1g3OStXck03VlB6OC9JeHFqOXU3ZDIvMDd0MWJZN3VxMWtsdXdZdnExYXRqNXN5WkJ0OVBwVk9uVGthZlE4VWZBeVJFUkpSdnJLeXNNR1hLbEtJZUJoRVJFWlZ5NzlMV2wwb3Y3YTBIaUlpSWlJaUlpSWhLRVFaSWlJaUlpSWlJaUtqVVk0Q0VpSWlJaUlpSWlFbzlCa2lJaUlpSWlJaUlxTlJqZ0lTSWlJaUlpSWlJU2owR1NJaUlpSWlJaUlpbzFHT0FoSWlJaUlpSWlJaEtQZk9pSGdBUmthRWlyMFVoWk5XYW9oNEdVYWx5NFo5TFJUMEVvM0d1SUNwOEpYR3VBRlRqNW54QlZKaUs4M3pCQUFrUmxSaFhyMGZoNnZXb29oNEdFUlZ6bkN1SXlGQVhJeTdqWXNUbG9oNEdFUlVUWEdKRFJNVmF1WExPa0VxbFJUME1vbExQeHNZYWxTcFdLT3BoNk1TNWdxaDRLTzV6QlFCVXFsaUI4d1ZSTVZBYzV3dG1rQkJSc2ViYm9qbG1UNXVNcDgrZUYvVlFLSStlUFkzRnd3ZjNBQUNWWEZ6aDdsR2ppRWRFZVZHeFFubTA5dnVvcUllaEUrZUtrdS94b3hnOGVSd0RBSENyVWcxVnFsWXI0aEZSWGhUM3VRSUFXdnQ5QkZOVFU4NFhKZGlUUnpGNC9FZzVYMVNwV2cxdW5DOUtwT0k0WHpCQVFrVEZtb09EUFhwMDdWelV3NkIzc0gzN2RwdzQ5Z2NBb0htenBoZzNlbmdSajRqZVI1d3JTcjUxNjliaDlKOWhBSUJQL2Ywd2JOaXdJaDRSdmEvS09qbHh2aWpoMXExYmgxT3ErYUkxNXd2S1AxeGlRMFJFUkVSRVJFU2xIZ01rUkVSRVJFUkVSRlRxTVVCQ1JFUkVSRVJFUktVZUF5UkVSRVJFUkVSRVZPb3hRRUpFUkVSRVJFUkVwUjRESkVSRVJFUkVSRVJVNmpGQVFrUkVSRVJFUkVTbEhnTWtSRVJFUkVSRVJGVHFNVUJDUkVSRVJFUkVSS1VlQXlSRVJFUkVSRVJFVk9veFFFSkVSRVJFUkVSRXBSNERKRVJFUkVSRVJFUlU2akZBUWtSRVJFUkVSRVNsSGdNa1JFUkVSRVJFUkZUcW1SZjFBSWlJNlAyUmxaVUZoVUloMmlhWHk0VnRjcmtjbVptWkd1ZFpXRmpBeE1Ta1VNWklSRVZMb1ZCQUpwTnB6QlhxMjJReUdlY0tJdUo4UVlXT0FSSWlJc29YbVptWjJMSmxDeElTRWtUYjc5NjlLN3lPakl6RXNtWExSUHZ0N093d2FOQWdXRmxaRmNvNGlhaG9aV1ptWXV2V3JScHp4YzJiTjRYWEZ5NWN3T3ZYcjBYNzdlenNNSGp3WUZoYVdoYktPSW1vNkhHK29NTEdBQWtSRWVVTEN3c0xQSHYyRFB2Mzc5ZllwM3FDYy9mdVhWSEFCQURhdG0zTER6QkVwWWhFSXNsMXJyaDU4NmJvQ3hDZ25Dc2tFa21oakpHSWlnZk9GMVRZV0lPRWlJanloWW1KQ2RxMGFTUGFwbEFvdFA2bkxpQWdnQ213UktVSTV3b2lNaFRuQ3lwc0RKQVFFVkcrYWRLa0NWeGRYUTArM3NYRkJjMmJOeS9BRVJGUmNjUzVnb2dNeGZtQ0NoTURKRVJFbEc4c0xDelF2bjE3MFRZVEV4UFJmK3BhdDI3TkZGaWlVb2h6QlJFWml2TUZGU1lHU0lpSUtGKzFiOThlRmhZV3dudjF0RmYxMXhZV0ZtamR1bldoam8ySWlvLzI3ZHZEM1B6L3l1SHBtaXNrRWdubkNxSlNqdk1GRlJZR1NJaUlLRjg1T2pxaVRwMDZ1UjduN3U2T0NoVXFGTUtJaUtnNGNuUjBoS2VuWjY3SDFhcFZpM01GVVNuSCtZSUtDd01rUkVTVXI2UlNLUm8zYml6YXBxMkFXbzBhTmVEZzRGQ1lReU9pWWtRcWxhSkJnd2FpYmRybWlqcDE2bkN1SUNybE9GOVFZV0dBaElpSThwVzV1VG5xMXEwTEd4c2JyUlhrVFV4TVlHbHBpZnIxNjNPTk1GRXBadWhjVWJkdVhjNFZSS1VjNXdzcUxBeVFFQkZSdnF0WHJ4N0tsaTJyYzc5VUtvVzN0M2Noam9pSWlxUEdqUnZuT2xma3pFZ2pvdEtKOHdVVkJnWklpSWdvMzFXb1VBRWVIaDRBSUhyU28zcnQ0ZUZoVk1zK0luby9WYXBVS2RlNW9sS2xTa1V5TmlJcVhqaGZVR0ZnZ0lTSWlQS2RpWWtKdW5idHFuTi9yMTY5WUdyS2Y0S0lTanRUVTFQT0ZVUmtFTTRYVkJqNE40aUlpQXBFa3laTmhGUllFeE1UNFFtUG82TWptamR2WHBSREk2SmloSE1GRVJtSzh3VVZOQVpJaUlpb1FGaGJXOFBmMzE5ais4Y2Zmd3diRzVzaUdCRVJGVWVjSzRqSVVKd3ZxS0F4UUVKRVJBV21UWnMyTURjM0Y5NmJtWm5oazA4K0tjSVJFVkZ4MUtaTkc1aVptUW52T1ZjUWtTNmNMNmdnTVVCQ1JFUUZ4dDNkSGRXcVZSUGVxeGRZSXlKU2NYZDNoNXVibS9EZXpjMk5jd1VSYWNYNWdnb1NBeVJFUkZSZ3BGS3BhRTF3M2JwMTRlam9XSVFqSXFMaVNDcVZ3c3ZMUzNqdjVlWEZ1WUtJdE9KOFFRV0pBUklpSWlvd0ZoWVdxRmV2SHF5c3JHQmhZWUVHRFJyQTJ0cTZxSWRGUk1XTWhZVUY2dGV2TDh3Vjlldlg1MXhCUkZweHZxQ0NaSjc3SVVSRVJIbFh0MjVkT0RrNUlTMHREVTJiTmkzcTRSQlJNZFd3WVVOaHJtallzR0ZSRDRlSWlqSE9GMVJRR0NBaElxSUM1ZWJtaHFwVnErTE5temVvV2JObVVRK0hpSW9wZDNkM1lhNXdkM2N2NnVFUVVUSEcrWUlLQ2dNa1JGU3NKU2Uvd29uVFovRDA2Zk9pSGdxOWcyeFRDU1EyWmdoWnRiYW9oMEo1VkxGQ2VYenEvekhLT2prVjlWQzA0bHp4ZnVCY1VmSVY5N2tDQUJLVGtuRHFyNzg1WDVSd0ptWVNXTnR5dmlqSml1Tjh3UUFKRVJWckZ5SXVZV0hRajBoKzlhcW9oMEw1NFBpcHY0cDZDSlJIVXFrVTVoYm02UDU1cDZJZWlsYWNLOTR2bkN0S3J1SStWd0RBNmJQaG5DL2VCd29GQU9Eb1NjNFhKVlZ4bkM4WUlDR2lZdTM1OHhmOEFFTlVES1NtcGlJMjlsbFJEME1uemhWRXhVTnhueXNBSURiMkdlZUw5NEdKU1ZHUGdONVJjWnd2R0NBaG9oS2pVY01HK0xoVnk2SWVCbEdwY3VHZlM3Z1ljYm1vaDJFVXpoVkVoYThremhVQTBMeFpFM2gveUFMaVJJV3BPTThYREpBUVVZbmg5VUVEakJzOW9xaUhRVlRLckNtMkgySjA0VnhCVkJSSzNsd0JBTjRmTnVWOFFWVG9pdTk4WVZyVUF5QWlJaUlpSWlJaUttb01rQkFSRVJFUkVSRlJxY2NBQ1JFUkVSRVJFUkdWZWd5UUVCRVJFUkVSRVZHcHh3QUpFUkVSRVJFUkVaVjZESkFRRVJFUkVSRVJVYW5IQUFrUkVSRVJFUkVSbFhvTWtCQVJFUkVSRVJGUnFjY0FDUkVSRVJFUkVSR1ZlZ3lRRUJFUkVSRVJFVkdweHdBSkVSRVJFUkVSRVpWNkRKQVFFUkVSRVJFUlVhbG5YdFFESUNJaUlpSWlvdUpISnBQaHpKa3pPSG55Skc3ZnZvMkVoQVNrcGFWQklwSEF3Y0VCYm01dWFOcTBLYnAzN3c1SFIwY0F3Smd4WTNEKy9Ia0F3T0RCZ3pGNjlPaGM3eE1lSG81dnZ2a0dBRkN4WWtVY1BudzQxM01PSGp5SXVYUG5BZ0FhTjI2TTlldlg2encyT3pzYkZ5NWNRSGg0T0s1ZXZZcUVoQVFrSnlmRHlzb0taY3VXUmExYXRlRGo0d04vZjMvWTJOaG9uUC9zMlROMDZ0UXAxekhwVXE1Y09SdzllalRQNTFQaFlZQ0VpSWlJaUlpSVJDSWlJckJnd1FMRXhzWnE3RXRQVDBkY1hCemk0dUlRRVJFQkZ4Y1hCQVFFQUFCOGZIeUVBTW1GQ3hjTUNwQ2NPM2RPZUIwWEY0ZEhqeDZoYXRXcXVZNVBwVVdMRmpxUE8zdjJMRmFzV0lFSER4NW83RXROVFVWcWFpb2VQWHFFc0xBd2hJU0VZT1RJa2VqV3JWdXVZNmIzRXdNa1JFUkVSRVJFSkRoMTZoU21UcDBLbVV3bWJITjFkWVdMaXd0c2JXMlJtcHFLQnc4ZUlERXhVZU5jSHg4ZkJBY0hBd0J1Mzc2TjE2OWZvMHlaTW5ydnB4NGdBWUNMRnkvbUdpQzVkT21TOEZwWGdPU25uMzdDaGcwYlJOdXNyYTFSdFdwVjJOdmJJelUxRmJHeHNYajE2aFVBSUNrcENkOS8vejJ1WGJ1R1diTm13ZHpjWERqSDM5OWY2ejMrL2ZkZlBIMzZGQUJRdjM1OWxDOWZYdU1ZQndjSHZUOExGUjhNa0JBUkVSRVJFUkVBSUNVbEJYUG56aFdDSTgyYk44ZllzV05ScDA0ZGpXTWZQSGlBdlh2M3dzTENRdGhXcFVvVnVMcTZJalkyRmdxRkFoRVJFVHFEQzRCeStjcmp4NDlGMnk1ZXZJaGV2WHJwUE9meDQ4ZUlqNDhIb0F3KzFLNWRXK09Za0pBUS9QcnJyOEo3ZDNkM2pCbzFDajQrUHBCSUpNTDI3T3hzUkVWRllmMzY5VUxteTZGRGg1Q2RuWTM1OCtjREFCd2RIYkZreVJLdFkvbisrKyt4Yjk4K0FFQy9mdjNRcmwwN25lT200bzlGV29tSWlJaUlpQWdBOE9lZmYrTDE2OWNBQUE4UEQ2eFlzVUpyY0FSUUJoMG1UNTZNTm0zYWlMYTNiTmxTZUgzeDRrVzk5d3NQRHhkZXErNXo2ZElseU9WeW5lZW9aNDk0ZTN2RHhNUkV0UC9zMmJPaTRFam56cDJ4WThjTytQbjVpWUlqQUdCcWFvb1BQdmdBb2FHaG1EQmhnckQ5anovK3dQNzkrL1dPbmQ0L0RKQVFFUkVSRVJFUkFJaHFkWHp5eVNmQ01oTmorUHI2Q3E4TkRaQlVxbFFKOWVyVkE2Q3NEWExyMWkyZDU2alhIL0gyOWhidGs4dmxXTHg0c2ZEZXo4OFBjK2JNTWVqbjZOKy9Qd1lPSENpOFg3bHlKZExUMDNNOWo5NGZESkFRRVJFUkVSRVJBSWd5TjFKU1V2SjBqU1pObWdpWkdrK2VQRUZjWEp6VzQ3S3lzb1Jza05xMWE4UFQwMVBZZCtIQ0JaM1gxMWQvNU04Ly84U3paODhBQUZLcEZMTm16VEpxN0tOR2pVS0ZDaFVBQU1uSnlUaDQ4S0JSNTFQSnhnQUpFUkVSRVJFUkFRQnExYW9sdkQ1NThpU1NrNU9Odm9hVmxSV2FOR2tpdk5lVlJYTDE2bFdrcGFVQlVHYUNORy9lUE5kejd0Ky9qNlNrSkFCQWpSbzE0T3pzTE5vZkZoWW12TzdXclJ2czdlMk5HcnVGaFlXb2k4MlpNMmVNT3A5S05nWklpSWlJaUlpSUNBRFF1blZySWFpUW1KaUlVYU5HYVcyUm14c2ZIeC9odGE1Z2gzcjNtaFl0V3NETnpRMlZLMWNHQUVSRlJlSHQyN2NhNStqTEhsRW9GSWlNakJUZXQyM2IxdWh4QStJYUtsZXZYaFYxODZIM0d3TWtSRVJFUkVSRUJFQzVMR1hldkhsQ3pZNS8vLzBYZmZ2MnhaSWxTNFRNRFVPb0IwaisrZWNmS0JRS2pXTlU5VWZVQXlPcW1pSXltUXlYTDEvV09FZTkva2pPQU1tTEZ5K0VqQmNyS3l2VXJGblQ0UEdxcTFtekpzek16QUFBNmVucFNFaEl5Tk4xcU9SaGdJU0lpSWlJaUlnRXZyNitXTE5tRGNxWEx3OUFHYXpZdVhNbk9uWHFoT1hMbCtQbHk1ZTVYa1BWN2hjQVhyNThpWHYzN29uMng4Zkg0Lzc5K3dERWdRNzExLy84ODQvb0hJVkNnU3RYcmdBQUxDMHQ0ZVhsSmRxdnZoekl5Y2xKQ0hJWXk5emNIR1hLbE5GNlhYcS9NVUJDUkVSRVJFUkVJbDVlWHRpN2R5OEdEaHdvRkZ4TlQwL0hsaTFiOE5sbm4rSG5uMy9PZGVtSnZtVTI2c3RyMUplME5HdldUQWhzNUN6VWV2ZnVYYng2OVFvQTBMaHhZNDJXdmFyMnhBQmdhMnViNjgrb2oxUXFGVjVuWm1hKzA3V281R0NBaElpSWlJaUlpRFRZMk5oZzNMaHhPSGp3SUhyMTZpVUtsSVNHaG1MUW9FRTZPOVFBaGdWSXpNM05SUVZkcFZJcDZ0ZXZEMERaY2xoOWVZdSsraU1BUkFFVFZmSFh2Rkt2ZjJKblovZE8xNktTZ3dFU0lpSWlJaUlpMHFsY3VYS1lNbVVLRGh3NGdHN2R1c0hFeEFRQWNPdldMUXdkT2xSbmJaSW1UWnJBMHRJU0FIRGx5aFZrWldVQlVMWVNWZ1ZNR2pWcUJCc2JHOUY1cWpva2dEaXdvcS8rQ0FCUng1ckV4RVN0ZFU4TUlaZkxSUzJPSFJ3YzhuUWRLbmtZSUNFaUlpSWlJcUpjbFM5ZkhqTm16TUNHRFJ2ZzZPZ0lBSGorL0RtQ2dvSzBIcS9lN2pjOVBSM1hyMThIQUZ5L2ZoMnBxYWtBdEFjNjFMZXBBaVJ5dVZ6b1VGTytmSG00dTd0cm5GZXhZa1dodUd4YVdwcFE0OFJZMGRIUnd2S2hjdVhLTVVCU2lqQkFRa1JFUkVUdm5ZeU1ETnkrZlp1MUE0Z0tRS05HamJCNDhXTGgvWWtUSjNSMmV0RzJ6Q1puZTkrYzZ0V3JKeFJKVloxeisvWnRJYWlpbm1HaXpzcktDZzBhTkJEZW56NTkycUNmSnlmMThUVnUzRGhQMTZDU2lRRVNJcUlTSWlZbUJuUG56c1dvVWFQeTlib1hMMTdFdEduVHNIYnQybnk5YmtsMi8vNTlyRnExQ3F0V3JSS0t3UUhLcDErblRwM0tjOG91RVJXZXFLZ285Ty9mSDYxYnQ0WmNMaS9xNGVpVm1abUpkdTNhWWNpUUlUaDE2bFJSRDRmSUlJMGJOMGExYXRXRTkvLysrNi9XNDNLMit3V0E4K2ZQQTFCMm10SFdpdGZVMUJUTm16Y0hBQ1FrSk9EKy9mdTUxaDlSK2Zqamo0WFhlL2JzUVhwNnVpRS9qaUFyS3d1Ly9mYWI4TDVObXpaR25VOGxtM2xSRDRDSWlBeHo2TkFoSER4NEVBQncrUEJoZE96WU1WK3UrK1RKRTRTRmhlR0REejdBOE9IRGhlM1oyZGw0L1BoeG5xOXJiMjh2cE4vbU5IYnNXR0VkY241cjBLQUJSbzhlL1U3WGVQandJVFp0MmdRQTZOeTVNK3p0N1pHVmxZVnZ2dmtHbHk5ZlJzT0dEVEY5K25SNGVucm14NUNKcUFEY3VuVUxBRkNyVmkyOXJUNFRFaElRRlJXVjUvczBhdFJJbU90eTYraGhabVltMUc1UUZ4NGVqb1NFQkNRa0pHRE1tREY1SGd0UlliTzJ0aFplbTVwcWYvYnU1dVlHVjFkWHhNYkc0dWJObTRpTGk4UHQyN2NCS0ROQnRQMU9xUGFkT0hFQ2dES3dvZ3FRbUppWUNNRVRiYnAxNjRZTkd6WWdOVFVWQ1FrSitQSEhIekY5K25TRGY2WlZxMWJoeFlzWEFKU3RpdFVETHZUK1k0Q0VpS2lFR0RwMEtJNGRPNFpuejU1aDJiSmwrT2lqajRUMDA0THc1czBiZE8vZVBjL25mL25sbC9qbW0yKzA3b3VJaUNpd0FJbXFHRngrczdDd1FJOGVQWER2M2oxY3YzNGRYM3p4QllZTUdZSWhRNFlJNjUySkRDV1R5WERtekJtY1BIa1N0Mi9mUmtKQ0F0TFMwaUNSU09EZzRBQTNOemMwYmRvVTNidDMxd2cwbmpwMUNvR0JnVnF2YTI1dURqczdPM2g0ZUtCWnMyYm8wcVVMeXBZdGE5Q1lmdjMxVjRTRWhBalhDUXNMRXhVOE5GWjZlanJDdzhOeDd0dzUzTHg1RTRtSmlYajE2aFhNemMxaGIyK1B5cFVybzJIRGhtamR1alhxMWFzbk9qYzRPQmc3ZHV3dytGNi8vLzQ3WEZ4Y1JOdXVYYnNHSVBmMCtLaW9LSjEvbm9aWXZYbzFtamR2am1mUG5xRlRwMDU2ancwT0RvYWZuNS9HOXVQSGp3TUFYRnhjMEtoUm96eVBoU2cvWExod0FZMGFOWUtWbFpYZTQrTGo0eEVkSFMyOFY4OG15Y25IeHdlN2R1MUNkblkyRGh3NElHelhsd21pdnUvR2pSdEMvWks2ZGV2cW5adHNiVzB4YXRRb1lRblEzcjE3NGVqb2lKRWpSK3I5ZVFEbFBMaGx5eGJoL2VUSmszVUdmdWo5eEU5MFJFUWxoSldWRmNhTUdZUHAwNmZqNWN1WDJMRmpCNFlORzFaZzl6TXhNY24xdzVHNnJLd3NVUnE3cmlkQ2dESUR4cEJsS2lrcEtlalpzeWNBNE5peFl3YU5vNkFDSkFEUXRtMWJORzdjR045OTl4M09ueitQZGV2V3djM05EUUVCQVFWMlQzci9SRVJFWU1HQ0JZaU5qZFhZbDU2ZWpyaTRPTVRGeFNFaUlnSXVMaTVHL2YyU3lXUklTa3BDVWxJU0lpSWlzSEhqUmt5WU1FSDRQZExuOTk5L0YxM242TkdqNk4yN3Q4SDNWcEhMNWRpM2J4ODJiTmlndFNhQlhDNUhmSHc4NHVQakVSa1ppVjI3ZGlFOFBOem8rK2lUbFpVbHBQTHIrd0ttenN6TUxFKzFCdDRsaUFRb2E2WDg5ZGRmQUlEUFB2dE03OXhKVkJpT0hEbUMrZlBubzNmdjN1alFvUVBLbFN1bmNjeTllL2N3Wjg0Y0lXdXFVYU5HcUZTcGtzNXIrdnI2WXRldVhRQ0FvMGVQQ3R0MTFSSUJsQVZYcTFXcmhwaVlHRnk1Y2dWdjNyd0JZTmp2ZE8vZXZYSGx5aFVoQTJYRGhnMjRldlVxUm8wYWhZWU5HNHArejdLenN4RVZGWVgxNjljTFMzOEFZUERnd1dqWnNtV3U5NkwzQ3dNa1JFUkY1TVdMRjdoNzk2NVI1MWhiVzhQSnlRbE5telpGclZxMWNQYnNXWVBQTlRFeGdhK3ZyOEhIUzZWU2c3NjBaR1ZsNGVlZmY4YW1UWnVFQUVubnpwMHhZTUFBbmVjWStrUmJQVFBEMmRuWm9ITUttck96TTFhdVhJbk5temNEQUlNalpKUlRwMDVoNnRTcG9xVVlycTZ1Y0hGeGdhMnRMVkpUVS9IZ3dRTWtKaVlhZEQxWFYxZWhJS0ZDb2NDYk4yOFFFeE9ESjArZUFGQisrZjdoaHg4Z2w4dlJwMDhmbmRlNWVmTW1Iang0SU5yMisrKy9HeDBnU1VsSndkU3BVMFZ0T1FIbGZPTHE2Z29IQndka1pHVGd4WXNYZVBic21VSFhyRnUzTGlwV3JLajNHUFUwZjBEWlR2VHQyN2NBZ0pDUUVKMVBnTWVOR3llNnhwbzFhd3dhVTI0T0hUb2tCRTZ1WGJzbUxKdHhkWFZGeDQ0ZEVSOGZMem8rT3pzYkFMQisvWHBzMkxBaDErdTd1TGlJbnNJVDViZTR1RGlFaElRZ0pDUUVibTV1cUZLbEN1enQ3WkdXbG9hSER4OGlKaVpHT0ZZcWxXTGF0R2w2cjZkcTk1dVJrU0VzMzYxZHV6YWNuSnowbnRlaVJRdkV4TVNJZm1mMEJWWFVMVml3QUJZV0ZqaHk1QWdBNE5LbFN4ZzhlRERLbGkyTHFsV3JRaXFWSWlVbEJURXhNVWhPVGhhZE8zVG9VSU15VHVqOXd3QUpFVkVSdVhqeEl1Yk9uWnVuYzhQQ3doQVdGbWJVT2FhbXBvaUlpTWpUL1hTSmpJekVnZ1VMaEE5S0hoNGVtRFp0R3J5OHZMUWV2MzM3ZGl4ZHVqUlA5MUsxQ1RUVXpKa3owYlZyVnp4NjlBZ3pac3d3NnR5VWxCVGg5YVJKa3lDUlNIUWVxM282cFdKalk0TjE2OVlaZFQ4cUhWSlNVakIzN2x3aE9OSzhlWE9NSFRzV2RlclUwVGoyd1lNSDJMdDNMeXdzTFBSZXMwbVRKcGc5ZTdiRzlydDM3MkxCZ2dXNGVmTW1BR1dRd04vZkgrWExsOWQ2SGZYc0VWOWZYL3o5OTkrNGZmczI3dDI3aHhvMWFoajg4dzBhTkVqMHhhbDE2OWI0NG9zdlVMOStmWTA2SUs5ZXZjS1pNMmR3Nk5BaHZkZnQyN2V2MFlGSTlXdnFxeStpL3J1ZW42eXRyV0ZqWXdNQVFsdlNpaFVyd3RQVEUzSzVYQWlJNUtSUUtBektyc3V0MWduUnU4ZzVUeng1OGtRSXV1WlVxMVl0ekowN045ZDV3dExTRWsyYU5NbTFlMDFPM3Q3ZW91VjJ0cmEyb2k0MStsaFlXR0RCZ2dYdzh2TEMyclZyaGNCelltS2l6aUIwOWVyVk1XN2NPTFJxMWNxZ2U5RDdod0VTSXFJaVltbHBhWFJxZGtaR2hsQ04zZGh6OVJVcE5OYnIxNit4WXNVSzdOdTNENEJ5K2MvdzRjUFJyMTgvZytweFNDUVN1THE2NW5wY2RuYTI4R1hMM2QzZG9MRTlmdnhZOU9VaFBUMWRLQWFYRi9mdjN6ZnFlS2xVbXVkNzBmdnR6ei8veE92WHJ3RW9nNGtyVnF6UStmdmk3dTZPeVpNbjUvbGVOV3ZXeE9yVnE5RzdkMi9FeGNVaE16TVRodzRkd3VEQmd6V096Y3pNRkphdzFhaFJBNTkrK2luKy92dHZBTXJBeVlRSkUzSzluMXd1eDlTcFU0WGZWNmxVaWg5KytFSHZGeUI3ZTN0MDd0d1puVHQzenN1UHFGTnFhaXIrL1BOUEFNcjZBVldxVkVIVnl1L3pBQUFnQUVsRVFWUndjREFlUFhxRTNyMTdpekxwNnRTcGc2dFhyK2JyL1hOU3BleC85TkZIQUlETm16Y0wyWGJ4OGZFWU1tUUlBR0RhdEdrR3AvUG41M3hPbE5QbzBhUGg3KytQczJmUElpb3FDZzhmUGtSU1VoSmtNaGxzYlcxUnFWSWwxS2xUQjYxYnQ0YTN0N2ZCTlRwOGZIeU1EcEEwYmRvVUZoWVdRdDJ5WnMyYUdWMzNxM3YzN3VqWXNTTk9uanlKOFBCdzNMNTlHMGxKU1VoTFM0T2RuUjNLbGkyTER6NzRBTDYrdm1qWnNpVi92MG81QmtpSWlJcEl1M2J0MEs1ZE82UE8yYlZyRnhZdlhneDdlM3VjUEhreVQvZDk4K1lOL3Z2dlArRjlVbElTQUdYd1JmM0piN2x5NVdCcmE2dHhmbGhZR0lLRGc0V25MMzUrZmdnTURNdzFCVjVkMWFwVnNYUG56bHlQUzA1T1J1dldyUUVvVy9VWjR2UFBQeGZWZHFoY3VUS0NnNE1OSGhzQVhMOStIYi8rK2lzQTVaY1dRNWNFQVdEQlZ0SkpmUW5MSjU5OFV1Qi9WNlJTS1hyMTZvVVZLMVlBVUM0NzBSWWdPWFBtakpCSjBhNWRPL2o1K1dIUm9rWEl5TWpBSDMvOGdiRmp4K1k2MXIxNzl3ckxhaXd0TGJGMjdWclVybDA3bjM4aXcremR1eGNaR1Jsd2RYVkY3OTY5WVdKaUltUnoxS2hSbzFCckNyeDY5VW9JMEtvQ0pCVXFWQkQycXpKM0hCd2M4UG5ubjhQQ3dnTFoyZG5DbDBHSlJNS2FKRlFrNnRTcG96Vzc3VjMwNmROSDcxSS9iYXlzckhEaHdvVjN2cmVWbFJVQ0FnSUtaRm5zakJrempNNVVwZUtMbitLSWlFcVo4K2ZQWThxVUtScmI3OXk1SStwYUV4UVVoRTgvL1ZSNEh4Y1hoMFdMRmdsUGxsMWNYUER0dDkrK1V4cnF1WFBuTkdvVnFMUnIxMDZqSzBWa1pDUk9uejZ0OWZoUFB2bEU2OUllcVZTcXRXdUVQdXJGWnBzM2J3NDNOemVqemlmU1J2M3ZWVUV0N2NpcFZxMWF3bXR0QlZNQkNPM0RBYUJEaHc2UVNxWDQ2S09QY1B6NGNTUWxKZUhjdVhQQ2wzdHRNak16aGJiWUFEQng0c1FpQzQ2a3A2Y0x3YzNQUC85Y0NDNm9sclFVZGplS2l4Y3ZRcUZRd01yS1NtT1pvRnd1eC8vKzl6OEF5cnBOcXVWVVY2NWNFVnF1Ly9MTEx3WXZKeUFpb25mSEFBa1JVU2xqWm1ZbTZrNGpsOHVSbFpVRkV4TVRVUWNZVllxcFhDN0h6cDA3c1hyMWFxU25wOFBjM0J3REJ3N0VrQ0ZEak9weW8wMWtaQ1MyYnQycWRaK0hoNGRHZ09UMjdkczZqNjlRb1lMTzJpZnFUcHc0Z1pjdlh4clUxUU1BWW1KaTlBWklVbE5UOGNjZmY2QlhyMTRHWFk5S0wvVmd4Y21USnpGaXhBZzRPRGdVNkQxenEyR1NrSkFnUEozMTh2SVN1bEFFQkFRSXJXY1BIanlvTjBCeTl1eFpJU3V0VXFWSzZOS2xTMzRNUFUvZXZuMHJaSXowNk5GRDJLNEtrT2pMeGtoTlRVV3paczBNdnBlRGc0UHdaNlNMYW5sTml4WXROR29aL2ZYWFg4S2ZXN2R1M1F5K0x4RVJGUndHU0lpSWlvRTdkKzRJS2RYNnFMbyt5T1Z5dllVSDFaVXJWMDYwL01YUHowL1VuZWEzMzM3RG9rV0wwTEJoUTlGVFlOVzRGaXhZSUtTSU4yM2FGTk9tVFVPMWF0VU11bmRPWGw1ZUdEZHVuRkMxZnRpd1lSZzBhSkRXWXlVU0NWSlRVMFhiZXZYcXBmUExsK3JMeDZCQmc1Q1Nrb0w2OWV0ckhIUGt5QkhNbkRrVGdETGR0bE9uVHJtT2VlUEdqVHF6WkdReUdRSURBeEVSRVlHb3FDak1uajA3MXkra1ZIcTFidDBhSVNFaGVQWHFGUklURXpGcTFDZ3NXTERBNFBvNmVmSDA2VlBodGJaV25ZY1BIeGFDQngwNmRCQzJ0MnpaRWc0T0RraE9Uc2JaczJlUm5KeXNNNWlqbnY3ZW9VT0hJbDFtNXVUa2hJVUxGK0xLbFN1d3M3TVR0bWRtWmdMSWZRbWNydUtwMnFobkJPbVNzLzZJdW0zYnRnRlFCaytZcFVaRVZEd3dRRUpFVkF5TUh6OWVWQmNrTjZtcHFmanFxNjhNT3JaLy8vNEdGVm5VWnZueTVhSUNwM2Z1M01HWFgzNXAxRFdDZzRPRnA3SUZzYVk1SjMxUHIxdTFhb1hxMWF2ajRjT0htRGR2SG14c2JJUWFKN3BFUlVVaElpSkM2NVBsK2ZQbkM1MkJvcUtpa0pLU1lsUzlFaXBkcEZJcDVzMmJoMG1USmtFbWsrSGZmLzlGMzc1OTBhTkhEd3daTWlUWGRwZDVvWjdob08zdnNLb0docm01dVdoSm5ibTVPZHEyYll2ZHUzZERKcFBoNk5Hak9tc0hYTHQyVFhqZHRHblQvQnA2bm4zNDRZY2FQMnRHUmdZQS9SazFVcWxVYUFlcXo4V0xGeEVZR0pqcmNmZnUzY04vLy8wSFUxTlRqUUJKWkdTazBOM0cySm9NUkVSVWNCZ2dJU0lxUml3c0xQUldUNWZKWkVLSGx0eVd0MlJtWmhyMU5OUVFPVE02REtIdkM4bTZkZXMwc2xaVTVzeVpvL0dsWXZmdTNUcmJCRSthTkFuOSt2WFRPeGFwVklxUWtCQU1IRGdReWNuSm1EbHpKc3FWSzRlR0RSdnFQVy9ObWpVYVg3aENRME9GVnFLdXJxNVl0MjRkZ3lPVUsxOWZYNnhac3diVHAwOUhmSHc4WkRJWmR1N2NpZjM3OTZObno1NzQ4c3N2NGVqb21DLzMrdC8vL2lkMGpMQzJ0dFlvVG5qanhnMDhmUGdRZ0xLN1JNN09XQUVCQWRpOWV6Y0FaU0JGMXhkNTlYYVpsU3RYenBleHE1czFheFptelpxbGMvK1lNV09FVExRM2I5NklBallxcXJuci92MzdvaTRhT2Yrc1ZjVmM5VkZmaXFqUGxTdFhBQUIyZG5ZYTgvWEdqUnNCS09jT0h4OGZnNjVIUkVRRmp3RVNJcUppSkRBd1VMUnVQaWRqdXRpTUdERkN5RzdJcTltelorUHQyN2NBbE92bFY2MWFCVmRYVjFHUTR1VEprMWk3ZGkycVZhdUdvS0FnQUlCQ29SQytUT243d3VIbDVZWCsvZnRyM1ZlalJnMVlXbHFLYW52VXFWTkg1L0dHWnFaVXJsd1pTNWN1eGZEaHc1R1ptWWtKRXlaZzgrYk5ldHNPWDcxNkZiLy8vcnV3SkNja0pFUW9CRm0xYWxXc1hidFc2L0lGSW0yOHZMeXdkKzllckYrL0hqdDM3a1JtWmliUzA5T3haY3NXN05tekIwT0hEc1dBQVFPTVhxb2lsOHVSa3BLQ08zZnVZUC8rL1RoeDRvU3diL1RvMFhCMmRoWWRyOG9lQWFDMXMwT0RCZzNnNXVhR0owK2U0TTZkTzRpT2pvYW5wNmZvbU96c2JMeDY5VXA0cjc2c3BTakV4c1ppN05peE92ZHYyTEJCOU43WDE3ZkFhcWEwYmRzV0d6ZHVSRUpDQWxhdlhvMkpFeWNDQUtLam80V2xONDBiTjhibHk1ZEY1OTI5ZTFkNGZmdjJiU0g3UlYzZHVuVU5DdVlRRVpGeEdDQWhJaUtkMUl1a2J0NjhHWUN5cTB1TkdqV0U3UWNPSEFDZ0xFQ3AycTRLcWdES0o5ZTZ0R3paTXRlV20rb2RkN3k4dkF3cXhKcWJSbzBhWWNLRUNWaXlaQW1TazVPeGZ2MTZ6SjA3Vit1eFhsNWVpSXlNeFBMbHk5R3FWU3VzVzdjT3UzYnRBcUFNNHF4ZXZacVpJMlEwR3hzYmpCczNEdjM2OWNPbVRadXdmLzkrSVZBU0docUtreWRQWXNtU0pibTJ6ejV3NElEd082akw0TUdEMGJkdlg5RzJ6TXhNSER0MkRJQXlzMHBYbloyQWdBQ3NYYnNXZ0xKWTY2UkprMFQ3VFV4TVlHSmlBb1ZDSVZ3M3Z6Vm8wRUFvSHF1TmVnMFhhMnRyamZwRGNybGNXQ3JvNmVrcHlnREphejBsUXpnNE9HRHExS2tJREF6RXpwMDcwYjE3ZDFTdFdsWFVodnpnd1lPaUxrSTVxWUxPT1czZnZsMVU5SmVJaVBJSEF5UkVSSlNydExRMG9iMXV6aTlTZCs3Y0FRQlIwQ1F0TFUxNHJRcVFIRHg0VUVnckx5eGp4b3hCbXpadHRPN3IwNmNQcmwrL0RsTlRVOHlZTVVPMFQzMXAwdGl4WS9ITk45OGdPVGtaZmZyMEVXckYxSzlmSHl0WHJpenlKK1pVc3BVclZ3NVRwa3pCb0VHRHNINzlldnp2Zi8rRFFxSEFyVnUzTUhUb1VQejY2Njk1cmsxU3JWbzFqQjgvWG12dzQvVHAwM2o5K2pVQXdOL2ZYK2V5RWZVQXlaRWpSekJ1M0RoUlpvdUppUW5zN095UW5Kd01BRWhLU3RMSVZIbFh2WHIxMHByaG9rMlZLbFdFWUs3S28wZVBoQzR4eTVjdjF3ZzZuVHAxS244R3FvV2ZueDhhTjI2TUsxZXVZTk9tVFpnN2R5NXNiR3owWnF5bHA2Y0xMWm5MbHkrdjBmMEdnTlp0UkVUMDdoZ2dJU0tpWEIwNWNnUnYzNzZGZzRNRFdyUm9JV3gvKy9ZdHJsKy9EZ0NpekE1dEFSTDFELzJHeXNyS2dsd3VoNW1aV1o2Nnc2U25wK3ZkUDNmdVhORjFNek16c1hQblRsRWd4OG5KQ2FOR2pjTGl4WXVGNElpUGp3K0Nnb0wwWnNjUUdhTjgrZktZTVdNR09uYnNpTURBUUx4OCtSTFBuejlIVUZDUXppd0NRTm5lV3JYc3hkVFVGR1hLbEVIbHlwWFJ0R2xUTkc3Y1dHZGJXL1dzaGR5eUdGUmV2bnlKOFBCd2ZQenh4Nkx0bFNwVkVnSWtVVkZScUZtelpxN1hLa3pQbno4SG9Bem01SGZ3eGhCZmZQRUZybHk1Z2hNblRtREtsQ2xvM3J5NTNxeWZTNWN1WWZqdzRRQ0F4WXNYbzBHREJvVTFWQ0tpVW84QkVpSWkwbkRqeGcxNGVIakEydG9hTXBrTVAvLzhNd0NnYTlldW9xZkgvL3p6RDJReUdheXNyRVFmNHQrOGVTTzhWZ1VSZXZYcUphb25Zb2loUTRjaU1qSVN3NGNQeDVBaFE5N2xSOUpLRlJ4UktCUTRkdXdZUWtORGhTOVQ2bnIwNklHREJ3OEsyVEo5K3ZSaGNJUUtSS05HamJCNDhXSjgvZlhYQUlBVEowNGdJU0ZCNXhkN2IyOXZ6SjQ5MjZoNy9QZmZmN2g0OFdLZXh2Zjc3NzlyQkVpYU5Ha2lMR0U1YytZTXVuZnZucWRyRjVSNzkrNEJBTnpjM0tCUUtDQ1R5UXExRlhHTEZpMGdrVWlRbnA2TzY5ZXZ3OXZidTlEdVRVUkV4bUdBaElpSUJEZHUzTUM2ZGVzUUhoNk8vLzN2ZjZoU3BRcTJiOStPWjgrZVFTS1JhSFN4VUhWeGFkbXlwZWdMaDZvR2laV1ZGVXhOVGZNMEZ2VzZBUjkrK0dHZXJtR0lDeGN1WU9YS2xVTHdBMURXRGxBOUVRY0FNek16QkFVRlljQ0FBVWhKU2NHMzMzNkx0V3ZYb2w2OWVnVTJMaXE5R2pkdWpHclZxaUVtSmdZQThPKy8vK1pyNXNQaHc0ZUZaV1QxNnRWRDllclZEVHBIb1ZEZzdObXpTRTVPaG9PRGc3Q3ZWYXRXMkxwMUt3QWdQRHdjZCsvZUxWWlpKTGR1M1JKZTkrelpFd0VCQVJnMmJKakdjYW1wcVZwYkllZWtxcmRpS0V0TFMxU3VYQmtQSHo1RVRFd01BeVJVSWhSMklMRW9xVEpWaVFBR1NJaUk2UCs3ZWZNbXZ2enlTK0Y5Zkh3OEZBcUZVSDlnd0lBQm9pOXBpWW1KT0h2MkxBQ2dZOGVPb211cE1raHNiVzIxM2lzME5GUm9nYWxMVmxhV3NFUm02ZEtsQmdkYVBEdzhOR3FLYUhQanhnMkVob2FLT3YxVXJWb1ZvMGFOQWlBdURnc28yM0V1WHJ3WW8wZVBSbHBhR3NhT0hZdVFrQkNtdjFPQlVNOVF5bXVRVVJmMTdqWFRwazB6cUFOVWZIeThrREYyNU1nUlVkSFhwazJib2s2ZE9rSkFjOWFzV2RpOGVYT3VyY2dMZzBLaHdELy8vQU5BV2UvbDh1WEwyTFJwRTlxMmJhdTFRR3QrdDBaWGNYSnl3c09IRDVHU2tsSWcxeWZTSnl3c0RPSGg0ZWpTcFV1dWhjN2xjamwyNzk2TlgzNzVCU3RXckNqUVlzQXJWNjdFelpzM0FRRHQyclZEMTY1ZEMrUSswZEhSaUl1TDA2akg5UHIxYS96eXl5ODRkT2dRdG16Wmd2TGx5K2Y1SHJkdTNjSzVjK2RRcFVvVnRHM2I5bDJIVEVXSUFSSWlvbElxT3pzYlo4NmN3YjU5K3dBb254WUJ5bzRSdzRjUFIvMzY5ZkhWVjE4aFBUMGRMaTR1R0RSb2tPajhYMzc1QlRLWkRNN096dkQxOVJYdFMwMU5CYUE3UVBMZ3dRTmN1M2JONExGR1JVVVpmS3hjTHRlNy8rN2R1MWk5ZXJVUTNBRUFaMmRuREI4K0hKMDdkNGE1dWJtb1BhcTZaczJhWWVMRWlWaXlaQWxldlhxRkVTTkc0SWNmZnREWkFZUkkzWVVMRjlDb1VhTmNBd2Z4OGZHSWpvNFczdWRucDVXb3FDZ2hNOFhWMWRYZzl0Z2RPM1lVQWcwSER4N1U2SW96YnR3NGpCdzVFZ3FGQXZmdTNjT1lNV01RSEJ3c3lqVFJwU0NmVkYrN2RnMHZYNzRFQUh6MzNYZVlQWHMySWlNak1YLytmR3pZc0VGVW8wVXFsU0lzTEN6WGExNjhlQkVUSmt3d2FoeUppWWtBbE1WVk8zYnNLTXBReTBrOVNETjgrSENkZFdSQ1EwUHpwYXNYdmQ4VUNnWFdyMStQQnc4ZTROR2pSL2psbDEvMEh2L216UnRzM2JvVkNRa0ptRGh4SXJadDIyYlE3N0d4OXUzYkp4cEw0OGFOOC8wZWdQSXp3WGZmZlljN2QrN2cwMDgvRmRWME1qTXp3MisvL1liVTFGUnMzYnBWYU1XZEYxRlJVZmpwcDUvZzYrdHJkSUJFSnBNaE9Ua1ovLzMzSC83Nzd6OGtKQ1NJL25mR2pCa29WNjVjbnNkR3htR0FoSWpvUGFYS3ZzajU5RGs5UFIySERoM0MxcTFiOGVUSkUyRjd2WHIxTUh6NGNQajQrRUF1bDJQU3BFbUlqbzZHcWFrcEZpeFlJSHFpSFJjWGg5OSsrdzBBTUhEZ1FJMHZON2tGU0ZUNjlPbUQwYU5IaTdadDJyUUpQLy84TTdwMTY2YnhKV1RGaWhYWXMyY1BCZzRjS05Sb1VObXpadzlXckZpaDgxN1IwZEZZdjM0OS92enpUMkdialkwTkJnNGNpQUVEQmhqOHRMdFBuejU0OCtZTlZxOWVqZlQwZEV5WU1BRkRodzdGMTE5L3pSUmQwdXZJa1NPWVAzOCtldmZ1alE0ZE9tajl3SHZ2M2ozTW1UTkhDRmcyYXRSSWI0dGJZNmtYWXpYbVE3eS92ejhXTFZxRTlQUjAzTDE3VjJNWlRiTm16VEI4K0hDc1diTUdBQkFaR1ltZVBYdGk4T0RCQ0FnSWdMMjl2Y1kxbno5L2p1UEhqK1BBZ1FQWXUzZnZPL3hVdXFtS29kYW9VUU11TGk3NDl0dHY4Y1VYWCtEcTFhdll2MysveGhOclhkMTgxRGs3TzZOWnMyYVFTcVU2ai9udnYvOVFwa3dabUpxYTR2ZmZmeGVDVXRXcVZVTmFXbHF1QmFSVk1qSXlkTzdMTFJoTUJDZzdWajE0OEFBQURBcnMyZG5aNFljZmZzQ1FJVU1RRnhlSHVYUG5ZdG15WmZrNnB2UG56d3VCQ2dzTEMyUmxaV0h0MnJXb1ZLa1NPblhxbEsvMzJycDFxN0NFTm1mOUpCc2JHL1RxMVF1Yk5tM0NuajE3MEtkUEg3aTR1T1RyL1ZXT0hUdUd2WHYzSWkwdFRmVGYyN2R2a1pXVnBmZmNmZnYyQ1lXYnFlQXhRRUpFOUI2NmNlT0drTzZlODB2WXBrMmJSRjFhUER3OE1IcjBhT0dEUTFaV0ZxWlBueTVrV0V5Y09CRWZmUENCNkJvTEZ5NUVabVlteXBZdHE3VWdveXFOdkV5Wk1uckhhVzV1RGhzYkc5RTJWZUZVYmZ0VWdSaDk1K1VVSFIyTk5XdldDRzJLQWVWVG82NWR1MkxFaUJGd2RIVFVPMFp0aGd3WkFudDdlL3p3d3cvQzA3bUlpQWpNbVRNSFZhcFVNZnA2VkhyRXhjVWhKQ1FFSVNFaGNITnpRNVVxVldCdmI0KzB0RFNoUm9XS1ZDckZ0R25UOHUzZUdSa1pvZ3dKWXdJa05qWTI4UFB6dzVFalJ3QW9sK2xNbWpSSmRNelhYMzh0V3BhWGxKU0U0T0JnTEYyNkZEVnExSUN6c3pNc0xDeVFtcHFLeDQ4ZkMxMnRjZ3RPN3Q2OVc1VHhwVTNqeG8zUnMyZFAwYmI0K0hoaHZLcGxnRFZyMWtTM2J0M3cyMisvSVRRMEZQNysvZ2IrQ2Z5ZnVuWHJDb0VnWFpZdVhZcExseTdCek14TUNIWTVPenZEMjl0YmFPV3N5OVdyVjRVLzI5RFFVSjFaUHZvQ05FU0FNaHRKOWZ2WXBrMGJqWC9MMDlMU3RQNWQ5UER3d0lBQkE3QnQyemJVcVZNSHFhbXBPcGY2U1NRU296TEFybDY5aXNtVEp3c1pxQnMyYk1Dc1diTVFGUldGQlFzV3dOblpXZFF0NzEwOGVmSkUrUG1iTjIrdXRWMzRnQUVEOE50dnZ5RWxKUVhCd2NINDhjY2Y4K1hlMnNaeStmSmxuZnV0ckt6ZzRPQ0E4dVhMbzFLbFNxaFlzYUx3djRiVWlhTDh3d0FKRVZFSnQzMzdkcXhjdVJJMk5qYXdzTEJBZG5hMmtNNE5LSjlBcSt2UW9RTTJidHdJRnhjWGpCZ3hBaDA2ZEJBKytDUW5KMlBxMUtsQ1hZNSsvZnBwcE5MdjI3Y1A0ZUhoQUlCSmt5WnAvWEtqQ3BBVWh3L3dqeDgvRmdWSGZIeDhNR0hDaEhmK3dOR2pSdy9ZMmRsaDFxeFprTWxrdUhyMUtucjI3SWwrL2ZwaDZOQ2h1V2JQVU9tVGMzMzdreWRQUkZsYzZtclZxb1c1YytlaVJvMGErWGIvMDZkUEM5bGQxYXBWRTlvREc2cGp4NDVDd09HUFAvN0F1SEhqTkw0WURSczJESFhyMXNXS0ZTdHcvLzU5QU1vVS8ram9hTkd5SVhWdWJtNTY3eHNWRlpYck1qdUpSS0lSSVBucHA1K1FsWlVGcVZTS2J0MjZDZHVIRHgrT3c0Y1BJems1R2F0WHJ5NlFvcW4xNjlkSFJFU0VFQnlwV0xFaWdvS0NZR1ZsbFd0QVNIM2VsRXFsQmJLOGdVcUhJMGVPSURvNkdwYVdsaGcvZnJ6Ry9vNGRPK0xWcTFkNnI3RjI3Vm9oeUtETndvVUwwYTVkTzRQR0V4RVJnZkhqeHlNOVBSMDJOalpDb0hqNTh1WDQ4c3N2RVJzYmk4REFRQ3hjdUZBajI4Tlk2ZW5wbURKbENqSXlNbUJwYVlucDA2ZHJQYzdPemc1ZmYvMDFsaTVkaWpObnp1RGd3WVBvM0xuek85MWJuNnBWcTJMQ2hBbXdzN09EblowZHlwUXBBM3Q3ZTUwUGVhandNVUJDUkZUQ2VYcDZJak16RTVtWm1hTHRKaVltR0R4NE1PcldyU3ZhWHIxNmRTeGF0QWgrZm40YS95QUhCUVVKd1pHK2ZmdHFQQ0crZnYyNmtCYnI0K09qODBOUlhGd2NBQlNMRC9iKy92Nm9XYk1tTWpNekVSZ1lhTkNUcWR6U1hWWGF0bTJMNnRXclkrYk1tYmgzN3g1a01obkN3c0pFeFc2SlZFYVBIZzEvZjMrY1BYc1dVVkZSZVBqd0laS1NraUNUeVdCcmE0dEtsU3FoVHAwNmFOMjZOYnk5dlF1ME9LdWhYMmpVZmZqaGh5aGJ0aXdTRXhPUm5KeU12Ly8rRzU5ODhvbkdjYjYrdm1qWnNpWE9uVHVIOFBCd1JFWkdJakV4RWE5ZXZZS1ptUm5LbENrRE56YzMxSzFiRno0K1BtamV2UGs3L1Z6YW5EOS9YbGhPMUx0M2IxSFF3Y25KQ1FNSERzVGF0V3NSSGg2dUVVVE9ENTk5OWhtOHZMeVFuWjBOQndjSDFLMWJsMHZ3cUZCbFpHUmc5ZXJWQUlCQmd3YWhZc1dLT285MWNuS0NSQ0l4NnZvSkNRbENBTkFRaHc4ZnhyeDU4eUNUeVdCalk0UFEwRkRVcmwwYmdQS3p3dHExYXpGOCtIREV4c1ppMHFSSkdEOStQUHIzNzIvVW1OUXRYTGdRLy83N0x3RGdtMisrZ2F1cnE4NWplL2Z1aldQSGp1SEdqUnNJQ2dwQ3JWcTFDcXc0cllPREErdVdGWE1Na0JBUkZRUDI5dmJJek13MGFQMTdUdlhxMWNPaVJZc2drOG1nVUNpUW5aMk5NbVhLd05QVEU1VXJWOVo2anE3VStzREFRRVJGUmFGWHIxNFlPSENnYUY5MGREUW1USmdBbVV5R2loVXJZdDY4ZVZxdmtaYVdoa3VYTGdGQW9hYUZxajZvNVN4b2FHSmlncVZMbDZKOCtmSUdwd0dydHdYTkxSUEUwOU1UVzdac3dhcFZxN0J6NTA0RUJRVVZpOEFRRlU5MTZ0UXh1RENxTG41K2ZucFR0WFVKRFExOXAvdWFtWmtaVk1RVVVOWSs4dlgxMVNqZ2JLakF3RUFFQmdibTZkelkyRmloazFXMWF0VXdaTWdRaldNR0RCZ0FtVXlHcjc3NkNoY3ZYZ1NnekhSUkxmc3hoclcxdGNZODRlRGdrSy9GZFltTXRYSGpSc1RGeGFGS2xTcWlvUDIyYmR2UXVuVnJVY0JrMGFKRmFOcTBxVkhYNzltenAxRGJSQitaVEliUTBGQnMyYklGZ0hMcDdZb1ZLOUN3WVVQUmNSVXJWc1M2ZGVzd1lzUUlQSDc4R011V0xjT2pSNDhRR0JobzlHZWpuVHQzNHZEaHd3Q1VuM2Y2OU9tajkzZ3pNelBNblRzWC9mdjNSMXBhR3I3NTVodjg4c3N2ZXVzL3pabzFDeWRQbmhUOW5BQnc3dHc1K1BqNENOdTl2THplZWU2bHdzVUFDUkZSTWJCcjE2NDhuMnRqWTVOdkxlWEtsaTJMMzM3N1RTTUYvTmF0V3hnN2RpeVNrNU5oYlcyTkpVdVd3TUhCQVJzMmJFQ1pNbVhnNU9RRWEydHJwS1dsWWMrZVBVTFhpSll0VytiTHVMUzVkT2tTbmo1OWlqSmx5a0Fta3duRkdMWFZGTkZWZEMwNU9SbHIxNjZGczdNenlwUXBBd3NMQzBSSFJ3c0ZJNlZTS1p5Y25ISWRpMFFpd1lRSkU5QzNiMSs5VCttSXFHREZ4c1ppK1BEaGVQWHFGY3pOelRGLy9ueXRYNjZzcmEyRmx0NHFiOTY4eVZObVRkKytmZk1jekNFcUNERXhNZGk4ZVRNQVlQcjA2VUoyeUxGangvRGpqejlpeFlvVitWNTRWWnVuVDU5aTVzeVp1SDc5T2dCbDU2eVFrQkNkd2NNS0ZTcmc1NTkvUm1CZ0lDSWpJN0Z2M3o1RVJFUmd4b3daYU5hc21VSDNEQXNMdzlLbFN3RW9BNlN6WnMweTZMeHExYXBoM3J4NW1EeDVNaElTRWpCMDZGQ3NXYk5HNXhMQTlQUjByY1dXczdPelJkdjFGVnFtNG9rQkVpSWlFc2taSERsNjlDam16WnVIakl3TVNDUVNMRnUyVEZpMmMvWHFWWncvZjE3cmRRSUNBZ3IwQ1dwc2JDem16NSt2c2QyWUo5Wmx5cFRCL3YzN05aWW5xUXdZTU1Db01URTRRbFMwTEN3c0lKZkxoZTViT1pjWWFtTnVibTV3Rnl0ZDl5UXFMdVJ5T2ViT25RdVpUSVl1WGJvSWdZWFUxRlNoQUttcnF5dWFOV3NHZjM5L3ZIbnp4cUFIQVRuNStQaWdSbzBhV3JNc0ZBcUYwRmt1TFMwTmdMTFQxUTgvL0pCcmhxV0Rnd05XcjE2TlJZc1c0ZURCZzNqeTVBbEdqQmlCenovL0hPUEdqZFBhRVV2bHhJa1RtRGx6SnJLenN5R1ZTckZreVJLTmd1NzYrUHY3WTh5WU1RZ05EVVZjWEJ3R0RScUV4WXNYYTIxQi9OMTMzd21aYW9CeWlYSllXQmk4dmIzeC9mZmZDOXNMcW9VNUZSeitQMFpFUkhwbFpXVWhJeU1EVXFrVXdjSEJvcWM0dFdyVndzV0xGNUdkblMxc3M3ZTN4MmVmZllZeFk4Yms2WDVmZi8wMWhnd1pvclgrd3NTSkV6RisvSGlZbXBvaU9qb2F0V3ZYUmxaV0Z1UnlPUndkSGVIdjc2L1J0bE1mTXpNemVIcDY0dWJObThJMmlVUUNWMWRYZE92V0RiMTY5Y3JUejBCRVJhTkNoUXBZdVhJbEhqNThpRFp0MmhoMFRxdFdyWVRDMCsvQ3hNU0V3UklxY2hzMmJNRDE2OWRSb1VJRlVWdmYwTkJRWVFuWnJGbXpZR0ZoZ1prelorTEJnd2RJU2twQ1VsS1NVZmZ4OWZWRmt5Wk5OSmExM3J4NUUwRkJRY0svcXlZbUpoZzJiQmlHRGgxcWNGMGxpVVNDT1hQbW9GbXpabGk0Y0NIUzB0Snc0TUFCSEQ5K0hOMjdkMGYvL3YzaDdPd3NPdWZFaVJPWVBuMDY1SEk1ckt5c3NITGxTcmk3dXh2MU13SEtlaTFwYVduWXVIRWpYcjU4aVJFalJtRGt5SkVZT0hDZ3FJNlErcks2N094c29YNmJ1Yms1bDluK1AvYnVPeXFxYTIwRCtETU12UWdDQ3RnQUcyTHZHa3NVUDBNTXNRV2pYaFZiWXE5SjFLdUdXSWd0bUJDN2lJVkVVT3dtTVFuVzJEQlJnd1pMb2tZc3FLZ2dxSFFHcG4xL3NPWmNocWswUVhsK2EyVXQ1cHg5OXRrejRJUjUyUHZkcnprR0pFUkVyNUdoUTRkaTZOQ2hyL1NlL2ZyMVEzNStQdHEwYWFQeHk4YjA2ZE14ZmZwMHlPVnlvYkNwTVgrSjFiZU5ub21KaWM1Zm9ncWY4L0x5d3M2ZE80MTlHanBGUkVRQWdGQy9oWVVVaVY1dmpSbzFLdllPUFdYQnpjME5GeTVjS0hVLzdkdTNMMUdOR1NLWlRJYnZ2dnNPUU1FUzByNTkrMElxbFFwL1NBQUthb2NVTGt5OFpjc1dvMnNMRlhYeDRrVmhoa1JpWWlJMmJkb2s3SFFGRkJSL2ZmbnlKYlp2M3k0cytTa3VxVlNLMXExYjQ4cVZLOGpKeVVGa1pDUjI3OTZOZnYzNllkNjhlVEF4TWNHV0xWdUVuWGJNek15d2F0VXFqUm9ueFRGbHloVFkyZGxoOWVyVmtNdmxXTDkrUFg3NzdUZk1uejhmelpvMTAyai85OTkvQzB1TGdZSWR5dXJVcWFNUkh0SHJnUUVKRVJFWk5HalFJTDNueFdMeGF4OHNpRVNpMS80NUVCRlIxV1ZxYW9ybXpac2pMaTRPZVhsNXlNdkxnMWdzRnNLUldyVnFZY2FNR1dyWHRHM2J0dGc3Mktpby9tQWhsOHN4YmRvMFlkdHlrVWlFSVVPR0lDQWdBUDM2OWROYXE2TTQxcTFiaHhNblRtRDE2dFZJVDArSFZDcUZxYWtwSkJJSkZpeFlnRE5uemdBbytBTk5jSEF3T25ic1dLcjdBUVZMYk92VXFZUEZpeGNqS3lzTE4yL2V4S2hSbytEcjY0dWxTNWVxL2I1UU9CVDY5OTkvTVhUb1VJd2VQUm9USjA3VTZQZmF0V3RxUlZ5TDQralJvMm83Y2xINVlFQkNSRVJFUkVUMEJsaXdZQUVrRWdrY0hCeGdiMitQaUlnSVlYYkZ3b1VMTldweURCNDhHSU1IRHk3VlBjVmlNVDcvL0hOTW5qd1pUWnMyeGR5NWM5RzhlWE1vRkFxMTdjVkx5c3JLQ3YzNzkwZXZYcjJ3ZmZ0Mm5EeDVFdE9uVDBkMmRqWnUzNzROQUhCMmRzYnExYXRMdlV0WVlUNCtQbWpVcUJHKytPSUxYTDkrSFVEQmtyekM0WWhFSWtGMGRMVHdXQzZYSXk4dkQ1czNiMkR5ajVnQUFDQUFTVVJCVkVianhvM2g0K09qMXFkU3FTeHhZS1JVS2t0MEhSVVBBeElpSWlJaUlxSTNnTHU3dS9EMW5UdDNzRzNiTmdBRnV5MFp1eE5NU1hUczJCR2hvYUhvMEtHRHNMVEV4TVJFNXk1eUpXRnJhNHVwVTZkaXlwUXBFSWxFc0xhMnhycDE2N0IwNlZJc1g3NGNwMCtmUmtCQVFKbmQ3L2ZmZjBlZE9uVVFIaDZPZmZ2MklUczdHMzUrZm1wdFRwdzRnYXlzTEppWW1FQ2hVS0JwMDZhb1hiczI5dXpaZzRVTEYyTEhqaDFxMzVQR2pSdGo4ZUxGV3UvMzlkZGZJeTR1RHUrLy96NUdqQmloY2I0NEJXZXA1QmlRRUJFUkVSRVJ2VUh5OC9QeHhSZGZRQ2FUb1g3OStwZytmWHE1MzdNc2xyWVlvM0J0RDA5UFR5RUVLbXVxTGNKTlRFeTAxbjlUS0JUNC92dnZBUUNkTzNmR0gzLzhBUUNZT1hNbUxsKytqRHQzN21EZXZIbUlpSWdRaXRuYjJOakF5OHRMNi8xVWhWK3JWNit1c3cyVlB3WWtSRVJFUkVSRWI1QzFhOWNpUGo0ZVptWm1XTDU4dWZCaFh5VTFOVldvR1ZJYTFhcFZRNE1HRFVyZFQxbm8wNmNQMnJWcnAzRjg5dXpaZVBUb0VmejgvREI2OUdpOWZadzhlUkpoWVdHd3RMUTBXR1QxeElrVHVILy9QaHdkSGZIV1cyOEpBWW1GaFFVV0wxNk0wYU5INC9idDI5aS9mei95OC9PRmMxUzVNU0FoSWlJaUlpSjZReHcvZmh5N2R1MENVQkFPRk43VktUOC9IMkt4R0wvOTlodFdybHhaNm51OTlkWmJXTDkrdmNieCtmUG40K3paczZYdVg2Vno1ODRJQ1FuUjI4YmUzaDcyOXZZYXg3T3lzZ0FBRFJvMFFNT0dEZlgyOGRkZmZ3RW9xSHVpajFRcXhhWk5td0FVRkxJdld1VGQyOXNiWThhTVFXNXVMZ1lQSGl6czNzZUFwUEpqUUVKRVJFUkVSUFFHdUhuenBsRGpva21USnJDMnRzYUdEUnR3Nzk0OTNMdDNENG1KaWZqdHQ5OVFxMVl0ZE92V1RXYy8yZG5aaUl1TEExQVFndWphNVUxWFVkUzh2THhTNzE1VHRMK1NrRWdrU0V0TEF3QzR1TGdZYkMrVlNnRVlEa2dpSXlQeDRNRURtSm1aWWZEZ3dUaHg0b1JHbXlsVHBnaGZQMy8rSEFEZzVPUms5TmlwWWpBZ0lTSWlJaUlpZWdOczJyUkpDQ1p1M2JxRkJRc1dxSjIzc3JKQ3RXclYwTDE3ZDNUdjNsMW5QLy8rK3krR0R4OE9BRmk1Y21XSkM0Uys5ZFpicGFwL0Vob2FpcGlZbUJKZkh4OGZMK3orWW1qMkNBRGs1dVlDMEIrUXlHUXlmUGZkZHdDQUlVT0dHQlY2SkNVbEFRQnExS2hoc0MxVkxBWWtSRVJFUkVSRWJ3QnZiMitjTzNjT0FHQnFhb3A2OWVyQjA5TVRucDZlcUZldkh1clhyNjl4emNHREIrSGc0SUFlUFhyb25Da0NGQVFEUC8vOE16dzhQTkNtVFJ1anhtTm5aMWVxZ3FQYWxzd1V4OVdyVndFQVptWm04UFQwTk5oZU5WTkZYMEJpYW1xSzl1M2I0OHFWSy9qNDQ0OE45cWxVS25IMzdsMEFnSWVIaHpIRHBnckVnSVNJaUlpSWlPZ044TzY3NzZKT25Ucnc4dktDcDZjblRFMzFmOXhMVDAvSHQ5OStpOXpjWEl3ZlB4NlRKazNTMlhieDRzVTRmUGd3UEQwOXNYdjNib045VndhblQ1OEdBTFJyMTg2bzhXWm5ad013dk1SbTRNQ0I2TjI3dDFFQnp0MjdkNFdaS1kwYk56YlluaXFXU1VVUGdJaUlpSWlJaUVyUDA5TVRmZnYyUmFOR2pZd0tCSGJ0Mm9YYzNGeVltcHJpZ3c4KzBOdjJQLy81RHdEZy92MzdpSXFLS3BQeGxxZjc5KzhMZFZSNjlPaGgxRFU1T1RrQUFFdExTNzN0dW5mdmp2ZmZmOStvUGk5ZXZBZ0FjSEJ3Z0x1N3UxSFhVTVZoUUVKRVJFUkVSRlRGWkdkblkvZnUzUUNBZnYzNkdTeGkycng1Yy9qNStRRUFObS9lakpTVWxISWZZMm1FaFlVQktBZzcrdlRwWTlRMUdSa1pBQXpQSURFeE1mNWo5TkdqUndFQW5UcDFNcmgxTUZVOEJpUkVSRVJFUkVSdnNLeXNMTVRGeFdIUG5qMjRkT2tTQUNBaUlnS1ptWmt3TlRYRlJ4OTlaRlEvTTJiTWdLV2xKWEp6YzRWdGJpdWp3NGNQNC9qeDR3QUFmMzkvVkt0V3phanJrcE9UQVFDMnRyWmxNbzUvLy8wWC8venpENENDNVU5VStWWCtoV05FUkVSRVJFUmtVSFoyTmg0K2ZJajc5Ky9qM3IxN3VIdjNMdUxqNC9IMDZWT2h6ZUxGaS9INDhXTkVSRVFBQUFZTUdJQmF0V29aMVgrTkdqVXdaTWdRUkVSRTROQ2hRd2dJQ0RDcStPbXJGQmNYaCtYTGx3TUFYRjFkOWRaVktVd2lrUWpGVk4zYzNNcGtMRnUyYkFFQU9EczdvMnZYcm1YU0o1VXZCaVJFUkVSRVJFU3Z1Y3pNVFBUczJWUG5lV3RyYXpSbzBBQU5HemJFcWxXcmtKK2ZEMHRMUzB5WU1FR2piZUhsTTJabVptcm5SbzhlamYzNzl5TW5Kd2ZyMXEzRHQ5OStxL09leDQ0ZHc3Rmp4MHJ3YkVybTNMbHptRHQzTGlRU0NVeE5UYkY0OFdMWTJOZ1lkVzFVVkJTa1Vpa0FvSFhyMXFVZXl4OS8vSUZUcDA0QktIak5Yb2VpdHNTQWhJaUlpSWlJNkxWbloyY0hEdzhQSkNRa29IcjE2dkQyOWthVEprM2c3ZTJOeG8wYm8zYnQyaENKUk1qT3poYVdrb3dlUFJyVnExZkgxYXRYVWIxNmRWaGFXdUw1OCtkQy9ZNGFOV3BvQkNRT0RnNFlObXdZRGh3NGdFNmRPcjN5NTZsTmJtNHVWcTllamYzNzl3TUF4R0l4VnF4WWdRNGRPcWkxMjdoeEkrenQ3ZUhzN0F4cmEydGh1ZEQ1OCtleGQrOWVBRURkdW5WTEhaQ2twS1FnS0NnSUFGQzdkbTBNR2pTb1ZQM1JxOE9BaElpSWlJaUk2QTJ3Yk5reU9EZzR3TlhWVldjYkd4c2JSRVpHSWlZbUJoMDZkSUJZTE1hbm4zNks5UFIwamJaOSsvYlYyc2ZvMGFNeGF0UW9nN1U2Zkh4ODhNVVhYeFR2U1JRU0hCeXNkd1pLVmxZVzl1N2RpNmlvS0x4OCtSSUFZRzl2ajZDZ0lIVHYzbDJqL2JsejUvRHZ2Ly9xN00vYzNCeUxGaTBxVmhGV2JlTGk0cENhbWdvQVdMQmdBU3dzTEVyVkg3MDZERWlJaUlpSWlJamVBRTJhTkRHNmJlRUFvVW1USnNKMnRDS1JDQzR1THZEejg4UDQ4ZU8xWG12c3NoVXpNek00T0RnWVBhYWl6TTNOOVo1LzlPZ1J0bTNiQm9sRUFxQmdwNWpGaXhlalpzMmFXdHMzYTlZTUR4NDhFTnFyV0ZsWm9YMzc5cGcwYVZLeFhrTmRmSDE5OGVlZmY2SldyVm9hczFpb2NtTkFRa1JFUkVSRVZJVnQzTGdSQUtCUUtBQVVieHRiYlZhc1dBRzVYRjdxdWh0QlFVSENVaFZ0dkwyOXNYVHBVbXpmdmgyVEprMUM1ODZkOWZZWEdCaUl3TUJBS0JRSzVPZm5RNmxVUWlRU3dkTFNzbFRqSERwMEtJWU9IYXAyYk42OGVjVjYvbXZXckNuVkdLaHNNQ0FoSWlJaUlpS2lVZ2NqS3E5eVNZbVBqdzk4Zkh5S2RZMkppVW1wUXhGRFdKVDE5VlEyL3dLSWlJaUlpSWlJaUY1akRFaUlpSWlJaUlpSXFNcGpRRUpFUkVSRVJFUkVWUjRERWlJaUlpSWlJaUtxOGhpUUVCRVJFUkVSRVZHVng0Q0VpSWlJaUlpSWlLbzhCaVJFUkVSRVJFUkVWT1ZWNnMyWkwveDVDY0NtaWg0RzBSdXA0Ti9YNnlYdTZuV3MyY0QzQktKWGllOFZSR1NNMS9HOUF1RG5EYUtLVUpuZkx5cDFRSEl4OWpJdXhsNnU2R0VRVVNWeDVkcDFYTGwydmFLSFFVU1ZITjhyaU1oWS9MeEJSSVZWdWlVMmJxNHVzTFcxcmVoaEVGVVoxdFpXY0hOMXFlaGg2RlNqaGpQZkU0Z3FBYjVYRUpFeEt2dDdCY0RQRzBTVlJXVjh2eEFwbFVwbFJRK2lzT2N2WHVEVW1YTjQvT1JwUlErRmpKU1c5aEtwS2M4QUFBNE8xZUZjbzJZRmo0aUt3OVdsSm5yMzZnRW5SOGVLSG9wV2FXbnBPSEhxRE44VFhtTjhqM2d6OEwyQ3l0dUw1OC94NGtVcUFNRFIwUm1PVGs0VlBDSXFpY3IrWGdIdzg4YWJnTzhYYjRiSytINVI2UUlTZXYxRVJVVWhKQ1FFQURCOCtIRE1taldyZ2tkRVJKVUozeU9JeUJpYk4yOUdXRmdZQUdEaXhJbVlNR0ZDQlkrSWlDb3J2bDlRZWFsMFMyeUlpSWlJaUlpSWlGNDFCaVJFUkVSRVJFUkVWT1V4SUNFaUlpSWlJaUtpS284QkNSRVJFUkVSRVJGVmVReElpSWlJaUlpSWlLaktZMEJDUkVSRVJFUkVSRlVlQXhJaUlpSWlJaUlpcXZJWWtCQVJFUkVSRVJGUmxjZUFoSWlJaUlpSWlJaXFQQVlrUkVSRVJFUkVSRlRsTVNBaElpSWlJaUlpb2lxUEFRa1JFUkVSRVJFUlZYa01TSWlJaUlpSWlJaW95bU5BUWtSRVJFUkVSRVJWSGdNU0lpSWlJaUlpSXFyeUdKQVFFUkVSRVJFUlVaWEhnSVNJaUlpSWlJaUlxandHSkVSRVJFUkVSRVJVNVRFZ0lTSWlJaUlpSXFJcWp3RUpFUkVSRVJFUkVWVjVERWlJaUlpSWlJaUlxTXBqUUVKRVJFUkVSRVJFVlI0REVpSWlJaUlpSWlLcThoaVFFQkVSRVJFUkVWR1Z4NENFaUlpSWlJaUlpS284QmlSRVJFUkVSRVJFVk9VeElDRWlJaUlpSWlLaUtvOEJDUkVSRVJFUkVSRlZlUXhJaUlpSWlJaUlpS2pLWTBCQ1JFUkVSRVJFUkZVZUF4SWlJaUlpSWlJaXF2SVlrQkFSRVJFUkVSRlJsY2VBaElpSWlJaUlpSWlxUEFZa1JFUkVSRVJFUkZUbG1WYjBBT2pOa3BXVmhhZFBuMWIwTUlpb0Vzbkl5SUJTcVFRQVBIdjJERmV2WHEzZ0VWRkZ5c3ZMdzdObno2QlFLT0RxNmdvTEM0dUtIaEpWRWtsSlNjSjdSV1ptSm4rZklDS2RNak16SzNvSTlJWVNLVlgvSnlJcW9haW9LSVNFaEZUME1JaUk2RFdpK3ZWREpCSlY4RWlJaU9oMU5uSGlSRXlZTUtHaWgwRnZDQzZ4b1ZLenRiV0ZtWmxaUlErRGlJaUlpSWlxRUZOVFU5aloyVlgwTU9nTndpVTJWR3J0MjdkSGp4NDk4TTgvLzFUMFVJaW9FcExMNWNqSXlFQitmbjVGRDRVcUFibGNEcEZJQkpGSUJLVlNDUk1UL3EyRzFKbVptY0hlM2g1aXNiaWloMEpFbFp5WGx4ZTZkZXRXMGNPZ053aVgyQkFSRWRFcjA2dFhMNlNucHdNQXJLMnRFUk1UVThFaklpSWlJaXJBUDlzUUVSRVJFUkVSVVpYSGdJU0lpSWlJaUlpSXFqd0dKRVJFUkVSRVJFUlU1VEVnSVNJaUlpSWlJcUlxandFSkVSRVJFUkVSRVZWNURFaUlpSWlJaUlpSXFNcGpRRUpFUkVSRVJFUkVWUjRERWlJaUlpSWlJaUtxOGhpUUVCRVJFUkVSRVZHVng0Q0VpSWlJaUlpSWlLbzhCaVJFUkVSRVJFUkVWT1V4SUNFaUlpSWlJaUtpS3MrMG9nZEFSRVJFYjU3MDlIUWNQSGdRV1ZsWmFzZHpjbktnVkNvQkFCS0pCT3ZXclZNN2IyNXVqc0dEQjhQUjBmR1ZqWldJaUlnSUFFUksxVzhwUkVSRVJHWGt5Wk1uNk51M0wwUWlVYkd1VXlxVitPbW5uMUMzYnQxeUdoa1JFUkdSZGx4aVEwUkVSR1d1VnExYXNMZTNML1oxdHJhMkRFZUlpSWlvUWpBZ0lTSWlvbkl4WWNJRXRjZEtwVkxyZjRWOS9QSEhyM0tJUkVSRVJBSXVzU0VpSXFKeTA2NWR1MksxdjN6NWNqbU5oSWlJaUVnL3ppQWhJaUtpY2xPblRoM2g2Nkl6Um9vK2RuRnhlYVZqSXlJaUlpcU1BUWtSRVJHVm01RWpSMEtoVUJoc3AxUXEwYjkvLzFjd0lpSWlJaUx0R0pBUUVSRlJ1V25jdURIRVlySEJkaUtSQ00yYU5Yc0ZJeUlpSWlMU2pnRUpFUkVSbFJzdkx5L1kyTmhBcVZRS1cvNFdYbG9qRW9tZ1ZDcGhZV0dCbGkxYlZ1UlFpWWlJcUlwalFFSkVSRVRseHNMQ0FzMmJOemZZcm5IanhpWGFGcGlJaUlpb3JEQWdJU0lpb25JMWZ2eDR0UmtqS29WbmxFeWJOcTFDeGtaRVJFU2t3b0NFaUlpSXlsWHIxcTFoYm02dTg3eVptUm5hdDIvL0NrZEVSRVJFcElrQkNSRVJFWlc3QVFNRzZEem41K2YzQ2tkQ1JFUkVwSjFJcVpyelNrUkVSRlJPNUhJNTJyZHZEeE1UOWIvTktKVkt4TWJHR3JYVERSRVJFVkY1NGd3U0lpSWlLbmRpc1ZockVWWWJHeHVHSTBSRVJGUXBNQ0FoSWlLaVY2Si8vLzRvUEhGVnFWU2llL2Z1RlRnaUlpSWlvdjloUUVKRVJFU3ZSTmV1WFRXT2RlblNwUUpHUWtSRVJLU0pBUWtSRVJHOUVrMmFOSUdWbFJXVVNpV1VTaVhNemMzUnVYUG5paDRXRVJFUkVRQUdKRVJFUlBTSzJOdmJ3OFBEQXdBZ0Vvbmc1dVlHWjJmbkNoNFZFUkVSVVFFR0pFUkVSUFRLakJvMUNrQkIvWkhSbzBkWDhHaUlpSWlJL29mYi9CSVJFZEVyMWI1OWV5aVZTbHkrZkxtaWgwSkVSRVFrTUszb0FSQVJGZlhpNVV2OEVuMFVEeDRsVnZSUWlLZ2NWTE4zZ0Z3dXg1S3Z2cW5vb1JCUkdhdmw1b3IrNzcrSEdzNU9GVDBVSXFKaVkwQkNSSlhPSHhkaThjMmFEY2pLeXFyb29SQlJPVkFxNVlCQ2llOGlkbGIwVUlpb2pGbGJXOEhPMWhaREJnMnM2S0VRRVJVYkF4SWlxblJTVWxJWmpoQzl3VVFpTVNDdTZGRVFVWG5JeWNuRjA2VGtpaDRHRVZHSk1DQWhva3F0WS91MjhPM2RxNktIUVVSRVJIcWNQZmNIenA3N282S0hRVVJVS2d4SWlLaFNhK2JkQkIrTkdsSFJ3eUFpSWlJOU1qTXpHWkFRMFd1UDIvd1NFUkVSRVJFUlVaWEhnSVNJaUlpSWlJaUlxandHSkVSRVJFUkVSRVJVNVRFZ0lTSWlJaUlpSXFJcWp3RUpFUkVSRVJFUkVWVjVERWlJaUlpSWlJaUlxTXBqUUVKRVJFUkVSRVJFVlI0REVpSWlJaUlpSWlLcThoaVFFQkVSRVJFUkVWR1Z4NENFaUlpSWlJaUlpS284QmlSRVJFUkVSRVJFVk9VeElDRWlJaUlpSWlLaUtvOEJDUkVSRVJFUkVSRlZlUXhJaUlpSWlJaUlpS2pLWTBCQ1JFUkVSRVJFUkZVZUF4SWlJcUpLVENhVFFTYVRHZFZXS3BVaU16TVRXVmxaNVR3cWRkbloyYS8wZmtSRVJFVGxnUUVKRVJGUkpYWG56aDEwNnRRSm5UcDFRbkp5c3NIMnYvenlDM3IyN0luMzNudFBPS1pRS1BEZ3dZTnlHMk5TVWhKNjllcUY4ZVBISXlVbHBVUjkvUFhYWHlXNkxpSWlBcDA3ZDhhb1VhTktkRDBBWEx0MkRULzg4QU91WDc5ZTRqNklpSWpveldCYTBRTWdJaUtpc21GaFlRR2dJQlJSV2JWcUZRNGNPSURBd0VDOC8vNzdaWDdQUFh2MlFDYVRJUzB0RGM3T3pzVzZWaWFUSVNnb0NOSFIwWmc1YzZiT29DTXZMdzh6Wjg2RWw1Y1hCZzhlakRwMTZnQUE1SEk1cEZJcDh2UHpTenordzRjUFkrL2V2UmcyYkJoYXRHZ2hISmRJSkxoNjlXcUord1VBRnhjWGVIaDRsS29QSWlJaWVuVVlrQkFSRWIwaExDMHRBVUJZa2lPWHk1R1Nrb0s4dkR3c1hMZ1ExNjVkdyt6WnMyRm1acVoyWFZwYUd1N2N1V093Znlzckt6UnIxa3g0bkpPVGd4OSsrQUVBTUhMa1NJaEVvbUtOMTlUVUZDWW1CWk5aMTY5ZmoxYXRXcUZWcTFZYTdhNWN1WUxZMkZqRXhzWmkyTEJoeGJwSFNhV2twR0RLbENtbDZzUGYzeCtCZ1lGbE5DSWlJaUlxYnd4SWlJaUkzaENxR1NTcWdFUXNGdU9ycjc2Q2w1Y1hObXpZZ1AzNzkrUFdyVnRZdVhJbFhGeGNoT3ZpNHVJd2UvWnNnLzNYcjE4ZisvYnRFeDd2M3IwYm1abVpBSURnNEdBRUJ3ZnJ2VDQwTkJRdFc3WlVPelozN2x6RXhjWGg4ZVBIK1B6eno3Rm56eDdZMnRxcXRibHc0UUlBd052Ykc2NnVyZ2JIV1JZc0xDelFxbFVydkhqeEFvOGVQWUs1dVRtOHZiME5YaWVWU25IanhnMmhEeUlpSW5wOU1DQWhJaUo2UTZobWtBQUZIOVJWTTBYR2poMExUMDlQZlA3NTUvajc3NzhSRXhPRER6LzhVT042WjJkbk5HclVDTG01dWJoeTVRcHNiVzNSb2tVTDVPZm40L0xseTJwdHM3T3pFUmtaS1R5V1NDUUd4eWVYeXpXT1dWdGI0OHN2djhTNGNlT1FsSlNFWmN1V1ljV0tGV3B0ZnZ2dE53Q0FqNCtQd1h1VWxabzFheUk4UEJ6UG56OUgvLzc5SVpGSU1HblNKSFRzMkZIdmRTRWhJYmh4NHdhc3JLd3dZc1NJVnpSYUlpSWlLZ3NNU0lpSWlGNERpWW1KeU0zTjFUaHVZMk9ER2pWcUFGQ2ZzWkNYbDZlMmxLWm56NTRJRFEzRmlSTW50SVlqQU5DNWMyY0VCUVVoSVNFQmd3WU5nb2VIQjlhdlg0L2s1R1Q0K2ZtcHRkMjZkU3N5TWpJQUFELy8vRE1jSEJ5MDloa2RIWTBWSzFhZ1dyVnFhTlNva2RZMnJWdTN4dkRodzdGejUwNGNPM1lNM2J0M0YrNzN6ei8vNFBIang4STl3OFBEaGV0VU0yWHUzTG1EcmwyN2F1MGJBS1pObXlZc3pjbkx5eE5tdlFEL0MzWWtFZ2xTVTFPRjQ3YTJ0ckMwdElTVGt4TSsrdWdqYk55NEVRc1hMc1QyN2R2Vlp0OFVkdURBQVVSRlJRRUE1c3laQXpjM041MWpJaUlpb3NxSEFRa1JFZEZyWU1LRUNWcVArL3I2Q2pNdUNzOGcwVmE0VkZlTmorSjYrUENoRUFRQUJjSEE5T25UTmRybDV1Wmk2OWF0QUlCUm8wWnBMSjBwYk1xVUtUaHo1Z3lVU3FWYVlkT0RCdzhLWCtzcXhxcFVLdlhPWUpGS3BjTFh2LzMyR3hZc1dLRFI1b2NmZmhEcXFRQlFLeG83WnN3WW5EOS9IbkZ4Y1pneVpRbzJiTmlnc2RUbisrKy94N3AxNjRUbk9tREFBSjNqSVNJaW9zcUpBUWtSRWRGcm9IRDRVWmk1dWJuV050b0NnNXljSER4Nzlnekp5Y2xRS3BYbzNMbHpzY2VoVkNxeGZQbHl5R1F5dUx1N0l6RXhFVkZSVWZqZ2d3K0UzV1ZVMXE1ZGk1U1VGTlNxVmN0Z2NWVkxTMHVFaElUQTFkVlZDRkl5TWpKdzVNZ1JBQVcxU2dwdlh3d0FVVkZSMkx4NU14bzBhSUJ0MjdicDdMdnd6QnBUVTFPMTEwa21rMEVtazhIVTFCU21wdi83dGFqdzdCdXhXSXh2dnZrR0V5Wk13TjI3ZHpGcTFDZ3NYYm9VSFR0MnhMTm56N0I4K1hMRXhNUUFLQWhIWnM2Y3FmZTVFaEVSVWVYRWdJU0lpT2cxY1BEZ1FaMUxPd0FnTXpNVHljbkp3dVBJeUVqSVpESWtKU1hoMmJOblNFcEtRbFpXbG5EZXc4TURCdzRjS1BZNDl1M2JoOWpZV0loRUlpeGR1aFNIRHg5R1ZGUVVsaTVkaW8wYk53cTcwcHcvZng1NzkrNEZVQkJ1NkFwNENtdllzS0hhNDEyN2RrRWlrY0RPemc3OSsvZlg2RU1WRHBtWW1NRE96czZvOGZ2NitzTFgxMWQ0SEJ3Y2pMMTc5Mkx3NE1GNkM5VTZPRGdnTkRRVXMyYk53dlhyMXpGNThtUjA3OTRkbHk1ZFFtNXVMc3pNelBEWlo1OWh5SkFoUm8yRGlJaUlLaDhHSkVSRVJLK3BhZE9tNGZIangzajI3Sm5HakJGVk9GR1lTQ1NDbzZNamF0YXNDWGQzOXhMZDgrYk5td0NBNGNPSG8yblRwbkIzZDhleFk4Y1FHeHVMYmR1MllmejQ4VWhNVEJTMnR4MDRjQ0M2ZGV0VzdQdWtwNmRqNTg2ZEFBcTJ5elVtWUNsdlRrNU8rUGJiYnpGbXpCZzhmdnhZbURVQ0FJc1hMMGFmUG4wcWNIUkVSRVJVV2d4SWlJaUlYbE5KU1VsNCtQQWhnSUpaRkU1T1RraE5UWVZTcVlTUGp3OWF0bXlKbWpWcndzWEZCUzR1THFoWnM2YmFNcEtTV0xCZ0FaeWNuREIrL0hnQUJVVmlGeTFhaEJrelptRFRwazJ3c2JIQm5qMTdrSjZlanZyMTYyUE9uRGxhKzltN2R5LysrZWNmamVOejU4NkZ0YlUxTEMwdE1YbnlaT3pZc1FNQkFRR2xHbk5wS1JRS1hMNThHZEhSMFRoMjdKalc1VXVCZ1lIWXZYczNldlRvZ2E1ZHU2Smh3NGJDYkJvaUlpSjZQVEFnSVNJaWVrMHRXclFJUU1HV3RNN096aENMeGZEejgwTnljckxHVWhJVmhVSlJxZy91SmlZbW1EWnRtdHF4TGwyNllNS0VDUWdMQzBOSVNBaUFndGtXYTlldTFUbnpJelkyRmlkUG50UTQvdW1ubjhMYTJob1dGaFlZTm13WUJnOGVYT3BRcHlUUzB0Snc2ZElsL1A3Nzc0aUppY0hMbHkrRmMxWldWdkQzOThmUW9VTng0Y0lGUkVSRUlERXhFZGV2WDhmMTY5ZXhmdjE2Mk5qWW9HblRwbWpRb0FINjlPbURGaTFhdlBMblFFUkVSTVhEZ0lTSWlPZzFwZTFEdDZPakk1S1RrNUdXbHFaeFRpYVRJU0FnQUYyNmRNSFlzV00xNm5iazVlVWhOVFZWQ0FOa01wbmFZMzFjWFYwaEVvbWdWQ29CQUY1ZVhyQ3hzZEhadm12WHJuQjJkZ1pRc0p6bTZOR2p3cm43OSs4Yk5XdkUyRzErQWFCdTNicll2WHUzd1Q0QklEVTFGUU1HRE5DWUtlTHQ3WTBCQXdiQXo4OVBlRzZEQmcyQ3Y3OC9ZbU5qOGNzdnZ5QW1KZ1laR1JuSXpzNUdiR3dzNHVMaU1IejRjS1B1UzBSRVJCV0xBUWtSRWRFYnhOSFJFUUNRa3BLaWNXNzM3dDJJajQ5SGZIdzhldlRvb2JIbDcvSGp4M0g4K0hIaDhhMWJ0L0R1dSsvcXZkL0Rodyt4Yk5reVhMcDBDVURCekpIbno1L2pqei8rZ0wrL1B6NzY2Q090TlVRR0Rod29mSDNuemgyMWdFUXVsK3ZkdHJjb1E5djhBZ1ZiRGh0RElwRkFLcFZpNU1pUkNBOFBSNHNXTGRDOWUzZjA3dDFiYlplZXpaczNJenc4SEowN2Q4YnExYXZSc1dOSGRPellFWEs1SE5ldVhjT2xTNWR3OWVwVk5HblNCTFZyMXpiNnVSQVJFVkhGWVVCQ1JFUlVTV3pZc0FGUlVWSENZOVZzREtDZ1VHbFJSNDhlRmJiRVZYRnpjd01BdFIxdEFDQXhNUkdob2FFQWdINzkrbW1FSXdCZ2JXME5SMGRIWWZjYk16TXp1TGk0UUM2WDQrblRwMnB0VTFOVHNXdlhMa1JGUlNFL1AxOFk0Nnhac3hBVEU0T2xTNWZpNWN1WENBa0p3Ylp0MitEbjV3Yy9QejgwYWRJRUlwRkk3K3RRdjM1OW5ENTlXdU40UkVRRXdzUEQwYVpORzZ4YXRVbzRIaE1UZ3dVTEZzRFMwbExZRnJnb1E4dUsvdnp6VDR3Wk13WTNiOTZFcjY4dkFnTURFUkFRb1BINnFraWxVa2lsVW1FV2k0cFlMRWFiTm0zUXBrMGJ2ZmNqSWlLaXlvY0JDUkVSVVNXUm41K3ZjeWFFdHVPRkF4UVYxV3lGeDQ4ZkM4ZmtjamtXTDE0TWlVUUNCd2NIekpneFErczlldlhxaGFDZ0lDUWtKR0RRb0VIdzh2TEM5dTNia1p5Y0REOC9Qd0RBM2J0M3NXUEhEa1JIUnd2aGdKdWJHd0lEQS9IV1cyOEJBTjU1NXgyMGFkTUdhOWFzUVhSME5OTFMwaEFWRllXb3FDZzRPenRqKy9idGNIVjExZms2Nk5xMlYvVjhyYXlzMU01YldWa0pYeHZhN2pjbEpVV1kzWEhseWhYY3VYTkhlRjRBWUdwcUNnc0xpMHF4YXc0UkVSRzlXZ3hJaUlpSUtwbWVQWHRpeVpJbFdzL2R2MzhmbzBhTjBubXRoNGNIQUNBaElVRTR0bTdkT3NURnhRRW9LT3lxV29aVFhFcWxFaXRXckJENnNyS3l3dWpSb3pGeTVFaU5RTUhaMlJsTGxpeEJRRUFBdG0zYmhwTW5UMEtwVk1MTnpVMXZPS0pQUmtZR0FPaXRiV0pJWkdTa3NIMXdZUzFidHNTNGNlUFF0bTFiSVhBWk1XS0UydXRZbUNvY3VuanhvdDc2SjVzM2IwYXpaczFLUEY0aUlpSjZkUmlRRUJFUlZUSW1KaWF3dHJiV2VzN0N3a0x2dFkwYU5RSlFzQXRMU2tvS0xsNjhpTWpJU0FEQTRNR0Q4ZmJiYjVkNFhDS1JDRUZCUVJnOWVqUjhmSHp3OXR0dnc4bkpDZmZ1M2RONzNaZ3hZekJvMENCY3ZYcTFWTHU1UEhqd0FBQlFvMFlObzYvWnVYTW5rcE9UTVdEQUFEUm8wQUMxYTllR2xaVVZPbmZ1akM1ZHVpQTJOaGJIamgxRHMyYk5OSUtPM054Y2c3Vk5GQXFGM2pZS2hjTG9zUklSRVZIRllrQkNSRVQwQm5GemMwTzFhdFdRa1pHQnpaczM0NmVmZmdJQXRHM2JGck5uenk1MS83VnIxOGFSSTBkdzVjb1ZUSnc0MGVqck9uVG9nRTJiTnBYNHZxbXBxYmh5NVFvQW9HblRwa1pmOS9EaFEremZ2eDlKU1VsWXVYSWwzbi8vZmZqNys4UE16QXdBRUI4ZnIvUGFkZXZXUVNxVmFqMFhGUldGQXdjT29IWHIxbGl3WUlIT1BsUTFZWWlJaUtqeVkwQkNSRVQwaG1uZHVqWE9uajJMZ3djUEFpalk0dmJycjcrR3FXblovRysvY0Q4bUppYW9XN2V1enJZWkdSbEdiUk5zeUpvMWF5Q1R5V0JwYVlsdTNib1pmZDN6NTg4Qi9LODJpNjZpcTlybzIzM0czdDRlUU1FeUk5V3lKaUlpSW5xOU1TQWhJaUo2dzdpNHVBaGZ1N201SVN3c0RBNE9Ec0t4SzFldVFLbFVsc2xPSzNaMmRrSVFvMDFVVkJSQ1FrSktkWSt3c0RCRVIwY0RBSVlQSDY1UmlGVXNGZ01vS0VaYmxLcFlyYnU3ZTZuR1FFUkVSRzgrQmlSRVJFUnZDSWxFZ3VEZ1lCdzZkRWc0RmhnWXFCYVlBTUNaTTJjUUVSR0JMbDI2WU4yNmRhOTZtRVpMVFUzRlYxOTloVk9uVGdFQW1qZHZqbkhqeG1tMFU5VWtrVXFsT0hMa0NMcDM3dzZsVW9rTEZ5N2c5dTNiQUZDc1Fxa0pDUW5JeTh2VDIrYkZpeGNBZ096c2JQejc3Nzk2MnpvNE9HaDhENGlJaUtqeVlVQkNSRVQwQnJoOSt6Ym16NSt2c2V2S3FWT25oTzEzVlo0K2ZRcEFjN2xKZW5vNmJ0eTRJWnpQemMzRmpSczNoRENndkNRbUptb2MyN1p0Rzc3N1VENmJEd0FBSUFCSlJFRlU3anZrNXVZQ0FGcTBhSUhWcTFkckxWTGJzR0ZEMUtwVkMwK2VQRUZnWUtERytXYk5tZ25GYTQweFo4NGNnNFZuVmE1ZHU0Ymh3NGZyYmVQdjc2OTFYRVJFUkZTNU1DQWhJaUtxWkJRS0JYSnljclNlS3pxeklTTWpBNkdob2RpL2Y3K3dZNHFmbng4YU5XcUVOV3ZXNEtlZmZzTElrU1BWNm9UY3YzOGZRRUd3VUZoTVRBeGlZbUtFeDNmdjNzWElrU1BMNURucDh2dnZ2K1B6eno4WEh1L2R1eGNUSmt5QWw1Y1hjbk56SVJhTEVSQVFnRW1USnNIYzNGeHJIMlptWmxpOWVqVldyVnFGVzdkdUlUYzNGeUtSQ1BiMjltalhyaDFtekpoUnJERlZxMVpOcURHaWkwUWlRVjVlSGt4TlRRMXVPNnhyUnlJaUlpS3FYQmlRRUJFUlZUS25UNTlHOSs3ZERiYTdkT2tTbGk1ZGlyUzBOQUFGTTBMbXpadUg5OTU3RHhLSkJCRVJFWGo1OGlVV0xseUl6WnMzdzh6TURES1pUSmhsMHJoeFk3WCtxbGV2am5yMTZtbmNSeXFWNHNhTkcyWHd6TlNkT0hFQ2dZR0JrTWxrcUZldkhoSVRFeEVXRmdhcFZJcng0OGZqeXkrL1JLdFdyVkNuVGgyRGZUVm8wQURyMTY4dmszRnQyN2JOWUpzTkd6WWdQRHdjSFRwMEtMUDdFaEVSVWNWaVFFSkVSRlRKV0ZoWW9GcTFhbHJQeWVWeVljbExzMmJOVUtOR0RhU2xwY0hQenc4elo4NkVzN016QU1EUzBoS1RKMC9HOHVYTGNlM2FOWHp5eVNjSUNnckNoUXNYSUpQSkFCVFU5Q2lzYTlldUNBb0swcmhuY25JeS9Qejh0STVISnBQaGp6LyswUGxjVkxOVml2cjExMSt4ZVBGaUtCUUtOR3JVU05pU2VQWHExUWdQRDBkMGREUjhmWDNoNk9nSWlVUUNCd2NIbUpxYXdzVEVSTzAva1VnRXVWd09tVXltOFYvUjQ5N2UzaG83K1Vna0VnQUZ1L0VRRVJGUjFjYUFoSWlJcUpMcDJyVXJ2djc2YTYzbjd0eTVnNkZEaHdJbzJHSTJPRGdZTDErK1JPdldyVFhhK3Z2NzQ3ZmZmc1BGaXhkeDRjSUZ2UHZ1dThLNWhnMGJvbnIxNmdBQVYxZFg5TzNiVjJzZkFGQ3paazNFeE1Sb0RSR3lzN014ZmZyMFlqL0g0OGVQUTZGUXdOWFZGZXZYcjBlMWF0VXdjdVJJMk5uWjRkdHZ2MFZTVWhJaUlpSVFFUkZSN0w2MXFWMjdOZzRkT29SSGp4N2gzcjE3Y0haMlJuWjJ0ckNrU0JVc0VSRVJVZFhGZ0lTSWlLaVNzTE96UTQwYU5kUzI1QzJxWnMyYW1EOS9Qb0NDV1NMdTd1NDZ0N0FWaVVRSURnN0dwRW1UY092V0xiVnpxcEFGQUx5OXZiWE9IQ25jajY0NkdtS3hXR01tU21FcEtTbDQ4dVNKeHZHUFAvNFljWEZ4V0w5K3ZWbzRNWERnUUx6OTl0czRjdVFJVHA0OGlidDM3eUlqSTBObi84WlN6WUI1OXV3WlB2dnNNNDN6blRwMUt2VTlpSWlJNlBYR2dJU0lpS2lTR0RkdW5OWnRiQXVyVnEwYVB2endRNlA3dExPenc5YXRXeEVXRm9ibzZHaElKQklNSERnUUgzendRV21IQzZDZzdrbDRlTGpPODFGUlVRZ0pDZEU0M3FKRkMyemZ2aDBlSGg0YTV4d2RIVEY4K0hCaGQ1amMzRnlrcDZkRExwZERvVkJBTHBjTFh5dVZTclVsTjJLeFdPdGpPenM3QUlDbnB5ZE1URXlFZ3JZMWF0VEF4eDkvREM4dnI3SjRPWWlJaU9nMXhvQ0VpSWpvRFdkbFpZVlBQdmtFbjN6eVNabjEyYjU5ZTF5K2ZObGd1OEpCUjFIYXdoRnRyS3lzWUdWbFZheng2ZUxvNklqWTJGZ29GQW9vRkFxTm1pVEdtanAxS3FaT25Wb21ZeUlpSXFMS2dRRUpFUkVSVlRtcUdTWkVSRVJFS3Z6TmdJaUlpSWlJaUlpcVBBWWtSRVJFUkVSRVJGVGxNU0FoSWlJaUlpSWlvaXFQQVFrUkVSRVJFUkVSVlhrTVNJaUlpSWlJaUlpb3ltTkFRa1JFcFpLY25GenNheDQ5ZWxRT0k2bWFzckt5S25vSVpVb21rMEVta3huVlZpcVZJak16ODVXL0J0bloyYS8wZmhWRnFWUkNxVlMrc3Z1OWFUL0xSRVQwK21GQVFrUkVKU0tYeTdGMjdWcjA3OThmcDArZk52cTYzMy8vSGY3Ky9wZy9mejdTMHRMS2NZUmw3L3o1OHpoNDhDQ1NrcEswbnMvSXlNQ05HemR3NDhZTlNDU1NjaDNMeTVjdnNXalJJdmo2K3VMdTNidmxkcDl6NTg1aHlKQWhXTHQyTFo0L2YxNXU5d0dBTzNmdW9GT25UdWpVcVpOUndkc3Z2L3lDbmoxNzRyMzMzaE9PS1JRS1BIandvTnpHbUpTVWhGNjllbUg4K1BGSVNVa3BWVjhTaVFURGhnM0R5cFVyY2ZQbVRZUHRqeDA3aGpGanhtRERoZzJ2NU4vTy92MzcwYk5uVHl4WXNLQmM3NU9kblkzMTY5ZmozWGZmeGZYcjE4djFYa1JFUlBxWVZ2UUFpSWpvOVNRU2lYRC8vbjNJWkRMTW5Uc1hxMWV2eGx0dnZhWDNtaHMzYm1EZXZIbFFLQlM0ZmZzMjVISzVVZmU2ZmZ0MmlXYXE2Rk9uVGgxNGVub1c2NXB0MjdZaExpNE9wcWFtT0hMa0NLcFhyNjUyL3M4Ly84VGN1WE1CQUZGUlVmRHk4aXF6OFJabFoyZUh2Ly8rRzNsNWVmanFxNit3WmN1V01yOUhSa1lHbGl4Wmd0VFVWSWhFSWt5Wk1xWE03MUVhRmhZV0FBcENFWlZWcTFiaHdJRURDQXdNeFB2dnYxL205OXl6Wnc5a01oblMwdExnN094Y3FyNWlZbUp3Ky9adDNMNTlHeDA3ZG9TM3Q3ZmU5c2VPSGNQMTY5ZVJrSkNBOGVQSGwrcmVodVRtNW1MTGxpM0l5c3BDaHc0ZHl2VmU2ZW5wMkxWckZ5UVNDUllzV0lEZHUzZkQwdEt5WE85SlJFU2tEUU1TSWlJcUVSTVRFeXhmdmh6anhvM0RyVnUzTUd2V0xLeGJ0dzd0MnJYVDJqNCtQaDVUcDA1RlRrNE8zTjNkRVJZV0JpY25KNlB1dFhQblR2enl5eTlsT1h3RUJBVGcwMDgvTmJyOTQ4ZVBFUmNYQndEbzJiT25SamhTVm94ZFhnSUEvLzN2ZnpGbHloVDg5ZGRmaUk2T2hxK3ZyOUhYbXBvYS9oVmd4WW9WU0UxTkJWRHdlaVVrSkJqZHQ0ZUhoOUZqS1NuVmgyalZheWFYeTVHU2tvSzh2RHdzWExnUTE2NWR3K3paczJGbVpxWjJYVnBhR3U3Y3VXT3dmeXNyS3pScjFreDRuSk9UZ3g5KytBRUFNSExrU0loRW9sS04vOGlSSXdBQVYxZFhkTy9lWFc5YmlVU0M4K2ZQQXdCOGZYMWhibTV1MUQwVUNvWFJzNWtzTEN3Z0Zvc0JBTjk5OXgyZVAzK09Pblhxb0Z1M2JucG5yTmphMmhyMTg2UkxyVnExTUhIaVJLeFpzd2FQSGoxQ2FHaG9zZjV0RWhFUmxSVUdKRVJFVkdKV1ZsWllzMllOUm8wYUJhbFVDcWxVcXJPdFhDNkhtWmtaNnRTcGc3Q3dzQkw5OWQzWjJibllzejZLaW8rUEw5SHloT2pvYU9IcklVT0dsR29NdXR5NGNRTWpSNDRzMGJVTEZpd28xbEtJNzcvL0hpMWF0TkI1UGlJaUFzZU9IUk1lTDE2ODJPaStIUjBkY2Z6NGNhUGJsNVJxQm9rcUlCR0x4ZmpxcTYvZzVlV0ZEUnMyWVAvKy9iaDE2eFpXcmx3SkZ4Y1g0YnE0dURqTW5qM2JZUC8xNjlmSHZuMzdoTWU3ZCs5R1ptWW1BQ0E0T0JqQndjRjZydzhORFVYTGxpMjFubnYrL0RsaVltSUFGUHc4cVlJSlhVNmRPaVVFSFgzNzlqVTRkcFY3OSs1aDZOQ2hSclVORGc1Rzc5NjlFUjhmaiszYnR3TUFFaE1UOGM0NzcraTlidXZXcldqVHBvM1JZOUptK1BEaCtPV1hYM0QzN2wxRVJVV2hUNTgrQm1mVUVCRVJsVFVHSkVSRVpKUmV2WG9oTHk5UDZ6blZCOVJaczJicDdVTW1reUU5UFIwREJ3N1UyZWJISDM5RWpSbzF0SjdyM0xremdvS0NqQnl4ZGpObnpzUzVjK2VLZFkxTUpzT1BQLzRJQUdqUW9JSE9XVExHaW8yTnhiWnQyL0RsbDEraVpzMmF3bkZ6YzNQVXFWT25WSDJyU0NRU3Zjc1U5TTFBT0h2MkxOYXVYUXVnWUhhRG5aMmR3ZnNwRkFxaEZvcUp5YXNwY1ZiNCtVbWxVbUdteU5peFkrSHA2WW5QUC84Y2YvLzlOMkppWXZEaGh4OXFYTy9zN0l4R2pSb2hOemNYVjY1Y2dhMnRMVnEwYUlIOC9IeGN2bnhaclcxMmRqWWlJeU9GeDhiTXlpaTZoQ3czTjFmNE4zVHc0RUVoTlBUeDhkRUk3VXhOVFdGcmF5czhWczFjY1hKeWdyVzF0Y0VaTVBYcTFZTzV1VG5FWXJIYTY2UlFLSkNmbncrUlNDUUVUQ3Bpc1JneW1ReEJRVUdReVdSd2RYWFZPVlBxeVpNblNFOVBCd0NOR1RvbFlXcHFpczgrK3d4VHAwNkZpNHNMQzdZU0VWR0ZZRUJDUkVSR3ljbkowVHREQkRCK2VZaStkb1hyU1ZRV3g0NGRFd3F6amhrenBsUjlKU1VsWWQ2OGVVaExTOE93WWNPd2I5OCtPRG82QWdBYU5teUluMzc2U2VPYXc0Y1BZK3ZXclFnSkNURnE2WXBNSnNQUW9VUGg3dTZPcVZPbm9rR0RCa2FQTHpZMkZ2UG56NGRTcVVTSERoMndldlZxbytwQkJBVUY0ZTdkdXhDTHhaZzNiNTdSOTlNbE1URVJ1Ym01R3NkdGJHeUVBSzN3Qi95OHZEeTFEK285ZS9aRWFHZ29UcHc0b1RVY0FmNFh1Q1VrSkdEUW9FSHc4UERBK3ZYcmtaeWNERDgvUDdXMlc3ZHVSVVpHQmdEZzU1OS9ob09EZzlZK282T2pzV0xGQ2xTclZnMk5HalZTTzdkMjdWcnMzYnRYN1poVUtzVUhIM3lnMFUrM2J0MndaczBhQUFXN1Bxa0NtK2ZQbnhzMUkrVEFnUVB3OFBDQXA2Y25mdi85ZCtINHdZTUhzV3paTXZUczJSUGZmUE9OeG5YQndjRzRlZk1tSEIwZHNXUEhEcTBCU1dKaUlrYU1HQUVBZU8rOTk5QzhlWE90WTdoNTg2YXdSTXRZZmZyMGdZK1BEeVFTaVRERHhoaXRXclZDdFdyVmluVXZJaUtpb2hpUUVCR1JVVTZkT21YVWxwL2ZmZmNkd3NQRFlXSmlnbDkvL1ZYdHIrREdzTEt5S3VrUXk0VlNxUlNXRzlTdVhSdnZ2dnR1aWZ2S3pjM0Y3Tm16aGRrQy92NytRamlpNy82SERoMUNRa0lDNXMyYmg4aklTSU4vc2QrOWV6Y1NFaEtRbUppSVNaTW1HVDIraXhjdjR0TlBQMFZlWGg3YXRHbGpkRGl5YXRVcUhEcDBDQ1ltSmxpNmRDbDhmSHlNdnFjdUV5Wk0wSHJjMTljWEsxYXNBS0ErZ3lRL1AxK2piYXRXcmRDcVZhdFNqK1hodzRlSWlvb1NIaDg0Y0FEVHAwL1hhSmVibTR1dFc3Y0NBRWFOR2xYc24zMWRDdC9iV0xwK1JpNWV2QWdBNk5peG84YTU2T2hvSWNCWnRHaVIxbkFrUHo4ZjgrYk5RMVpXRnBvMWE2WjNXVmQ0ZURoT25qeFo3TEdyYXJNVVIxa3M4eUVpSW1KQVFrUkVSakUydVBqenp6OEJGSHc0TGJ4OHBDeWNPbldxMU51QUZuYzNuSFBuemduTEdjYU1HV093Vm9RdU1wa01jK2JNRWJaejdkNjlPeVpQbm16d09wRkloS0NnSUF3ZE9oVHg4ZkhZc21XTDN0MWswdExTaEIxdFB2NzRZelJ1M05pbzhSMC9maHdMRnk1RWZuNCtXclpzaWJWcjF4b1Zqb1NIaDJQSGpoMEFJR3c3WEJaMDNidncwcURDYmJRdGVjbkp5Y0d6WjgrUW5Kd01wVktKenAwN0Yzc2NTcVVTeTVjdmgwd21nN3U3T3hJVEV4RVZGWVVQUHZoQVl6blUyclZya1pLU2dscTFhbUhZc0dFNisyemF0S25XMlJzQThQWFhYK1BVcVZQQzR4Y3ZYZ2l6aXY3em4vOWd4b3daT3ZzOWR1eVlVQ3RHVzBDaVZDcHg2ZElsQUpvQlNXeHNMTDc4OGtzQVFQLysvZEcyYlZ2azVPUm85TEYyN1ZyY3ZIa1REZzRPV0xKa0NlUnl1ZEJPSkJLcHZVOVlXbHErc3Qxb1N2cnZrb2lJcURBR0pFUkVaQlM1WEs2ekJvbEtSa1lHL3Zubkh3QUZIOEMwZmNEU3g5cmFXdS81N094c1pHZG5GNnRQUTdaczJZSzB0RFI4OE1FSGFOaXdvZG81dVZ5T2RldldDWThMNzJoU0hBcUZBa0ZCUWNJdUpGNWVYbGk2ZEtsYXJZNlltQmloN29ldVBvQ0M0cXFGUDBBWGxaV1ZKZFJ2T0hMa2lONWlxZVBIajhjNzc3eURqUnMzSWp3OFhEaCs3ZG8xZzd1cWFMTm8wU0lzV3JSSTQvakdqUnZScVZPbll2VjE4T0JCdGNLcVJXVm1acXFGWFpHUmtaREpaRWhLU3NLelo4K1FsSlNrVnNmQ3c4TURCdzRjS05ZWUFHRGZ2bjJJalkyRlNDVEMwcVZMY2Zqd1lVUkZSV0hwMHFYWXVIR2o4RDA4Zi82OE1QdGk3dHk1ZW9NQk16TXpuYyt0NkhXUmtaSEl5OHVEaFlVRnhvNGRxMUUzcExEQ3UrcG9DMGorL3Z0dnBLV2xvVTZkT21wTHRXN2Z2bzNQUHZzTVVxa1VscGFXT0hUb0VBNGRPcVR6UGtCQkVPZnY3Njh4OXNMTGVaWXNXWUlsUzVibzdZZUlpS2d5WVVCQ1JFUkd1WFRwa3Q2WkMwV0ZoWVVoTEN5c1dQY29XaGl6S0dOblhlano5ZGRmQzl2MUFzRFZxMWR4L3Z4NVBINzhHS3RYcjFacnUzLy9mcUh3YUVuSjVYSXNXclFJaHc4ZkJsRHdRWDNEaGcwYXl5OHlNek54Nzk0OW8vb3pwaDBBUEhqd1FPLzVqSXdNWExod1FRaEgzbm5uSGVUbDVSa3NZcXNLYTBRaWtkNnRic3U2bnN5MGFkUHcrUEZqUEh2MlRHUEdTTkhhSHFyeE9UbzZvbWJObW5CM2R5L1JQVlV6Zm9ZUEg0Nm1UWnZDM2QwZHg0NGRFd3J0amg4L0hvbUppUWdNREFRQURCdzRFTjI2ZFN2UnZZcEtURXpFcmwyN0FBQ0RCdzgydVBOVDRkZGJXMENpV3JyU3UzZHZ0ZU51Ym01bzNMZ3hVbEpTRUJBUWdPRGdZSzFGWEZXdnViYnd4OWl0aEM5ZnZvdzZkZXJvRGI5MFVTZ1UrT0tMTDlDOWUzZjQrUGk4c3RrcFJFUlVkVEFnSVNJaW81aVptY0hlM2w1dm04SzdXaGlhRFZJUzl2YjI4UEx5S2xVZnZYdjNScjE2OVlUQ2txb1B3SzFidDFacmw1NmVqazJiTnBYcVhsS3BGQXNXTEJCbWNkU3FWUXVob2FGYWF6djQrdnFpWjgrZXBicGZjWm1ibThQVTFCUno1ODVGVWxJU3BrK2ZyamZ3VU9uYXRTc2tFZ25telp1bnN3QnFYbDRldW5UcFVxYmpUVXBLd3NPSER3RVU3SlRqNU9TRTFOUlVLSlZLK1BqNG9HWExscWhac3laY1hGemc0dUtDbWpWcnd0UzBkTC9xTEZpd0FFNU9UaGcvZmp5QWdpS3hpeFl0d293Wk03QnAweWJZMk5oZ3o1NDlTRTlQUi8zNjlURm56cHhTUDArVnNMQXdTS1ZTVks5ZVhiaS9Qb1dMSHhjTlNPUnl1YkJ0YzY5ZXZkVGFXbGxaWWNPR0RVaExTOFBmZi84TkFHalRwbzJ3VkFzb1dLNmttbFYwOHVSSnRmRGt5Wk1uNk5ldm45NnhaV1ZsWWZUbzBVaElTRUJBUUFBKy9mUlRnOCtucU11WEwrUG8wYU00ZXZRb2V2VG9nVysvL2JiWWZSQVJFZW5EZ0lTSWlJelN0bTFidlFVWHIxKy9MdXp3OHQvLy9sZGorbjFwcU9wT0ZOMEt0U1QrODUvL0NGL0h4OGNMZmJadDIxYXQzZHExYTRWZFMwb2lJeU1Ea3lkUEZtYXIxSzlmSHhzMmJOQlpsOFhVMUxUVUgrWkxhc2lRSVJWeTMrSlNMZCtwV2JNbW5KMmRJUmFMNGVmbmgrVGtaUGo2K21xdGY2SlFLRXExN2JDSmlRbW1UWnVtZHF4TGx5NllNR0VDd3NMQ0VCSVNBcUJnKzExajY3WVlhLzc4K1hCM2QwZnQyclZoWldXRjgrZlA0NjIzM3RMWlhsOUFjdjc4ZWJ4NDhRSkFRUUhab2s2ZlBnMVhWMWNoSUNscnRyYTJxRjY5T2hJU0V2RFRUejloOHVUSnhYNnRqaDQ5S256ZHAwK2ZzaDRpRVJFUkF4SWlJaW9iRVJFUkFBbytDTDMzM250bDJyZXFHT2FGQ3hkdzhlSkZkT3pZMGFpWkRyb29sVXJjdTNjUHk1WXRBd0E0T3p1amFkT213dm1ZbUJqOCtPT1B3cjBURXhPTGZZODVjK1lnTXpNVEFOQ3laVXVzV2JPbVdOdVFuanAxcWtTN2wrZ1RHQmhvMURiQmxWV0xGaTAwamprNk9pSTVPVmxyZUNhVHlSQVFFSUF1WGJwZzdOaXhzTE96VXp1Zmw1ZUgxTlJVdkh6NVVtaGYrTEUrcnE2dUVJbEV3czVPWGw1ZXNMR3hLY25UMHNuYTJocmp4bzFEUmtZR0prNmNpTGk0T0N4YnRreG5PQ0NYeXdFVUZDd3RHZ3FwQ3VrQ2dKMmRuWEErSXlQRHFOMnB5c0tRSVVNUUZ4ZUh6TXhNUkVkSEZ5dEVsY2xrUWtCcloyZjN5bWRiRVJGUjFjQ0FoSWlJOUpKS3BRWUxvejU3OWd5blQ1OEdVREI5UHk4dnoyQkJWMzFzYlczVlpsUDQrdm9pTEN3TWVYbDVtREpsU3Fsblc4aGtNclcvdG84Yk4wN29MeTB0VGRqTnc4bkpDZE9tVGNPOGVmT0tmUTlWT09McjY0dEZpeFlWKzYvbHo1NDl3MTkvL1ZYcysrcWpyV2h1Ykd3czFxOWZYNngrVk4vYjdkdTM0K2VmZjliYXB2Q0g3cFVyVjZyVlhCa3hZa1NaN1hhajJpWTVKU1ZGNDl6dTNic1JIeCtQK1BoNDlPalJRMlBMMytQSGo2c1ZzYjExNjViQmJad2ZQbnlJWmN1V0NidkJPRGs1NGZuejUvampqei9nNysrUGp6NzZDUDcrL21VNms2Unc4QklVRklSNjllcXBCWG9xcXAvcG9yTkgvdjMzWDhUR3hncVBJeU1qVWJkdVhRREErKysvajZTa0pJMitGQXFGMnM5TGJtNnUydGVxTUFZd3Z2NUlyMTY5NE9qb2lCY3ZYbURQbmozRkNrZ3VYTGdnTE9GNzc3MzMxSFl6SWlJaUtpc01TSWlJU0s5ejU4NWg5dXpaUnJjM1pnY01ROExDd3RDK2ZYdmhzWnViRzlhc1dZTlZxMVloUGo1ZUkrQW9DWkZJQkU5UFQ0d2FOVXF0ZnNJMzMzd2pMRVdZUDMrKzBiVlVVbE5UOGNzdnZ3aVB4V0l4WnM2Y2lSRWpScFJxbkgzNzlpMVJ2WWJDaGc4ZnJuTjc0L1QwOUJJdnEzank1QW1lUEhsaXNGMUNRb0xhNDlUVVZBREFoZzBiMUdiSkZBNVZ0SDE0UG5yMHFFWnhXemMzTndDYTJ6Y25KaVlpTkRRVUFOQ3ZYeitOY0FRb21LSGg2T2dvN0g2ajJsMUdMcGZqNmRPbkdtUGV0V3NYb3FLaWtKK2ZMNHh4MXF4WmlJbUp3ZEtsUy9IeTVVdUVoSVJnMjdadDhQUHpnNStmSDVvMGFhSXgyK25hdFd2bzJyV3JsbGVxSUpBc1Npd1dZL255NVJnMmJCalMwdEl3YTlZczdOeTVVd2lIaWw1Yk5Ed292RU9Sc2E1Y3VhSnpKNlAvKzcvL0szWi9RTUV5c243OSttSDc5dTI0YytjT0xsKytqSGJ0MmhsMXJXcXJZd0FZTUdCQWllNVBSRVJrQ0FNU0lpTFN5OXpjWEc5eDF0emNYT0VEbzQyTlRablUwZERXUjRjT0hSQVZGUVdaVEliMDlQUlNMUXNRaVVTd3Q3ZlhlcC9hdFdzREtQZ1E1dVBqZzRzWEwrcnRTNmxVNG9jZmZzQ2FOV3ZVdHBWZHNXSkZpVDlJRm1adWJnNEhCNGRTOWFGdk9WS0hEaDN3L2ZmZkY2dS9pUk1uSWk4dkQ2TkdqVUt2WHIyMHRwRktwVUpoMFRsejVxaHRrYXdLTmZMejgzWE9QdEIyWE52M1hQWDlldno0c1hCTUxwZGo4ZUxGa0Vna2NIQnd3SXdaTTdUZW8xZXZYZ2dLQ2tKQ1FnSUdEUm9FTHk4dmJOKytIY25KeWZEejh3TUEzTDE3Rnp0MjdFQjBkTFFReXJtNXVTRXdNRkNvQi9MT08rK2dUWnMyV0xObURhS2pvNUdXbG9hb3FDaEVSVVhCMmRrWjI3ZHZoNnVycTlyek1IYldoVXJObWpVUkZCU0VtVE5uNHRtelo1ZzNieDVDUTBNaEZvdUZOcXJ4RlE1SXJsMjdoaE1uVGdBb21KbFYrR2RVSDB0TFM5U3FWVXQ0ckZBb2hLREwwOU5UN1dkS0pwTUp4WE1OOGZmM3gvYnQyd0VVelBBeEppQkpTMHZEMmJObkFSUnN0ZDJrU1JPajdrVkVSRlJjREVpSWlFaXZybDI3Nml6Tyt1TEZDd3dmUGh3cEtTbW9XN2N1b3FLaXltWDNtc0pNVFUxeDhPQkJiTnUyVGZoQWE4aVdMVnZ3L2ZmZnc5dmJHMXUzYnRYYmR2RGd3WWlKaWNGLy8vdGZnLzFldTNZTnExYXR3clZyMXpUT3FlcW1WSGIyOXZaYWEzdm9vL3B3WEx0MmJaM1hGbDVpNWVucHFmY2VQWHYyeEpJbFM3U2V1My8vdnRhaW9pcXFtaXFGWjZtc1c3ZE9LSTY3YU5FaWpaa1d4bElxbFZpeFlvWFFsNVdWRlVhUEhvMlJJMGRxTEtGeGRuYkdraVZMRUJBUWdHM2J0dUhreVpOUUtwVndjM05UQzBjQW9FbVRKa0w5bTZKV3IxNk5tSmdZcmVlNmRldUdZY09HWWRldVhiaDgrVEkyYmRxRXFWT25DdWUxelNCUjdmVGk1K2VIKy9mdkM3czI2YUxhS3JoVnExYll1SEdqY0x6d0xqWTdkKzRzOWk0MktuWHExRUdIRGgwUUd4dUxNMmZPSURVMTFlRDJ4WVhES1YyN0poRVJFWlVGQmlSRVJGUWljcmtjbjMvK09WSlNVbUJxYW9vVksxYVVlemlpa3ArZkQ2bFVxbFlId1ZCN2lVUmkxRi90bloyZHNXWExGcjAxSkc3ZXZJblEwRkQ4L3Z2dndqRjNkM2QwNnRRSmUvZnVOV3BNOUQ4bUppWTZmM1lLZnhEWHBsR2pSZ0FLWmhta3BLVGc0c1dMaUl5TUJGQVFkcjM5OXRzbEhwZElKRUpRVUJCR2p4NE5IeDhmdlAzMjIzQnljc0s5ZS9mMFhqZG16QmdNR2pRSVY2OWUxUm9NV1ZoWTZDeVdXM1FKVVZIVHBrMURURXdNRWhNVDhkMTMzNkZqeDQ3bzBLRURBTTJBUkM2WHc5blpHWmFXbHBnK2ZUbysrK3d6Zzg5WlZYZkUwT3RlR3YzNjlVTnNiQ3prY2prT0hUcUVqejc2U0c5N1ZjRmtXMXZiTXF0ZFEwUkVwQTBERWlJaUtwR3Z2dnBLS1B3NFljSUV1THU3YXkwQ2FxemloQ3VxSlQzbFZhaFIzMjRrcDA2ZFVxdkpZbVZsaFk4Ly9oZ0JBUUU0YytaTW1RY2txcDFXU2tNMUs4QVFxVlNxdFFhR0x2bjUrVHEvNTZydlVYbHpjM05EdFdyVmtKR1JnYzJiTnd1MUt0cTJiVnVzMmptNjFLNWRHMGVPSE1HVksxY3djZUpFbzYvcjBLRURObTNhVk9yN0YyVnBhWW1GQ3hkaXdvUUp3bGJIS3FwWk82cC9GMkt4R0N0V3JNQzVjK2QwYmk5ZGxHb0pUbm1HbmYvM2YvK0hyNzc2Q2prNU9mamhoeDh3ZHV4WW5jdkFMbDI2aEx0Mzd3SUFCZzRjV0tiRmI0bUlpSXBpUUVKRVJNWDJ6VGZmNE9EQmc4TGpqUnMzcWszSEw0blRwMCtyYmNNYUZ4ZW5zMTZDNmkvNHVibTVPcGNqRktiYXBqY3pNMU5uZXhzYkc3UnQyOVpnWDIrLy9UYWFOMitPK1BoNGZQamhoeGc3ZGl5cVY2OXU4THFpbmp4NWdsMjdkcUYzNzk1bzJiS2x6ZytJdi83NkszNzk5ZGRpOTE4U2E5YXN3YTVkdTR4dUh4SVNncENRa0hJY2tYRmF0MjZOczJmUENqK1RkZXZXeGRkZmYxMG05WEFBOVpvNEppWW13ZzR3Mm1Sa1pCaTFUWEJwdEd2WERnc1hMa1NQSGozVTZ0T29RcW5Dc3ovTXpNemc0K05qZE4rcWYzUEp5Y2xxeFpZTEIyZS8vdnFyMm11aWJZdGxmU3d0TGRHN2QyOGNPblFJVDU0OHdZVUxGNFI2TGtYdDNyMGJRTUhyUG5UbzBHTGRoNGlJcUxnWWtCQVJrZEhrY2psV3JseUovZnYzQXdEYXQyOFBVMU5UblhVTjVISzU4SUhMenM0T0ppWW1PdnN1R2hDRWhJUVlySmR3Ky9adGZQTEpKMGFQUHpFeFVXZjcrdlhyWTkrK2ZRYjdFSXZGQ0E0T2hxbXBxY0hhQ2Zva0pTVUpoVHdYTFZxRS92MzdhMjNuNHVLQyt2WHJBeWdJVlI0OGVBQWJHeHUwYk5sU28rMlZLMWVRbTV1THVuWHJxdFZBdVh6NXNsRXpPaXdzTEF3dThRRCs5eUhhd3NKQ1kwdFpiZTNLbTR1TGkvQzFtNXNid3NMQzFJS0RLMWV1UUtsVW9rMmJOcVcrbDUyZG5WbzRXRlJVVk5RckNZMjA3ZVNpMm9xM05MTXNWTVZXNCtMaWhOb3JSZW1xbjFJY2ZuNStRZ0J6OE9CQnJRSEowNmRQY2ViTUdRQkFqeDQ5MUlyR0VoRVJsUWNHSkVSRVpKU3NyQ3pNbXpjUDU4K2ZCd0MwYU5FQ3ExYXQwanNWLy9yMTZ4Z3paZ3dBSURJeVV1OWYzb3Z5OXZhR2xaV1Z6bjZsVWlscTFhcWxVUUJUbXlkUG5pQXBLUWxXVmxidzl2Ylcya2ExRzRveGpMbW5JWVZuR1doYi90Q2hRd2Q4OGNVWDhQVDBST3ZXclFFVWhFWVBIandRZGt3cGF2RGd3YmgzN3g3Njl1MkxjZVBHQ2NlUEhUdUc3T3hzNFFQbXFsV3IwS0JCQS9UczJSUFZxbFVUMmsyZlBoM1RwMDgzT1BhdVhidENJcEhnczg4KzAxazBNeTh2RDEyNmRESFlWMmxJSkJJRUJ3ZXJ6WFFJREF4VUMwd0E0TXlaTTRpSWlFQ1hMbDJ3YnQyNmNoMVRSVkl0c1NsTi9SQlZLRGxpeEFoNGVub0t4NlZTS1lLRGd3RVViSDlkZUdsUGVucDZzVi9YZHUzYW9VYU5Ha2hKU2NIWnMyZngvUGx6T0RrNXFiWFp2WHUzc0R5c3ROdGxFeEVSR1lNQkNSRVJHWFR6NWswRUJnYml3WU1IQUlDT0hUdmkyMisvMVJsZ2xJWEF3RUN0eDdPeXNvU3RaY2VQSDY5ejVrVmhHelpzUUhoNE9EdzhQTEJseTVZeUhXZEpQWHIwU1BoYTIxL0c2OWV2TDh3Y0FRcDJWRGwzN2h3QXdNdkxxMWozS2xyWTh1elpzOWl4WXdlU2s1T0ZyWGpMbXJtNXVWQmNzMGFOR21YZS8rM2J0ekYvL255MTNXdUFnaG94UldjalBIMzZGSUJtQWRUMDlIVGN1SEZET0orYm00c2JOMjdneFlzWFpUN2VWeUU3T3h1QTRSa2tnWUdCUW9qeS9QbHo0WGhXVnBZd2cyVGt5SkZxMzdlY25Cd2hJUG03L0EwbUFBQWdBRWxFUVZSLzl1NDhLc3E2Ly8vNGEyQkdSRUJjRUhGZlNjMmxzdFRNY3Y5WmxwcVZXVmFhM1phWmxkcnRIcGxhbWRubVVtcTR0SGlYcHBWMWwybTNXV3BvYUdxWmxtYTRwaUp1Q0lpeURjenZEdzd6WldTR0dkWkJydWZqSE05aDV2cGNuK3NOeUFYem1zL1N0Mi9mUEx2WUZEUWc4Zkh4VWUvZXZSVVRFNk9CQXdmbW1hYVdrSkJnSDZuV3BrMmJZaG45QXdDQU93UWtBQUNYYkRhYmxpMWJwZ1VMRnRpMzJlemJ0NjhpSWlMeW5WcFJrbGF1WEduZnZTWm45NDZ5eUdhejVYczg1NFc5Mld6MmFQVEtWMTk5WlgveGV2dnR0eGVwdHJObnowb3EyYTJJVFNhVHh5T0dzckt5WEM3Mm1udTdZQ2w3alkrRkN4ZnE4ODgvdDQ4dXVQUE9PeFVlSHE2NWMrZnF2Ly85cndZUEh1eHc3U05IamtpU21qWnQ2dEJYVkZTVXc1bzBodzRkMHVEQmd6MnF1U2lTazVPMWMrZE9wOGR5QnhhRjZWZHl2OERxbjMvKzZmVDVUWnMyU2NyZXlha2tRcTByalJvMXl1WGFPNTk4OG9sOTE2bkhIbnVzeEdzQkFFQWlJQUVBdUxGMTYxWlpyVmFaeldhTkhqMWFEejMwa05kcWlZNk8xcUpGaXlSSjNicDFVNjFhdGJ4V2l6TzVwNnY4ODg4L2F0Njh1ZE4yNmVucDJyNTl1NlRza1NLNXB5czRFeFVWcFRmZWVFTlM5bWlRSmsyYUZMckc4K2ZQMjllcWNMWFZiSDVzTnBzOUxIUDE0cmFnTm0zYXBOdHV1ODF0dTUwN2QrcVZWMTZ4THdvYUdCaW9TWk1tcVhmdjNrcE5UZFd5WmN0MDRjSUZ2ZmppaTFxMGFKRXNGb3VzVnFzOWpMcm1tbXNjK3F0YXRhcnExNitmNXpvWkdSbmF0MjlmTVh4bXpoMDZkS2hBTytKNHdtYXoyVWNsdVZ0SFp2YnMyWG1tSVZXcVZFbGZmdm1sSk9ubW0yOHVjajBYTDE0c2ROaVRucDV1M3cycVpzMmFxbGV2WHA2UlFsZnk4ZkZ4K3IwRUFLQWdDRWdBQUM2WlRDWk5uVHBWWThlTzFRc3Z2S0JXclZySlpyUFpYMkM3ay9NT2NNN0hubXdEN09QamsyZUtnTlZxMWNjZmY2eUZDeGZLYXJXcWF0V3FHajkrZk1FK21WS1FPM0I0KysyM2RmSGlSZFdwVThjaFNMaDQ4YUsrK09JTG5UbHpScEowNjYyM3V1d3ZLU2xKa1pHUldyVnFsYkt5c2xTN2R1MTh0NjdOMlFVb3Z4ZW1lL2Jza1pROWNxVXdRY3VCQXdmc0FVbHhiYm5xNStmbkVDN2xscG1aYVoveTBySmxTOVdvVVVNSkNRbTY4ODQ3TlhyMGFQdEN1UlVyVnRSVFR6MmxWMTk5Vlh2MjdOR1lNV00wZmZwMGJkdTJ6VjV2cTFhdEhQcnUxS21UcGsrZm51ZWFwMCtmMXAxMzN1bTBIcXZWcXA5Ly90bmw1NUl6V2lVL0pwUEo1VG9oR1JrWjloRlN1YVdrcE9qSWtTTzY5dHByblo0WEZSVmxIMEhpTGpoczFLaFJudEU5Ky9idDArN2R1eVZKWGJ0MmRmczU1SmF6QUhEdS8rZi8rOS8vTkhQbXpBTDE0OHpwMDZkZHJuT1RXMkJnb0gxQlZ3QUFDb3VBQkFDUXJ6cDE2bWpGaWhYMkZ6K25UcDFTMzc1OUM5elBndzgrNkZHN3NMQXcrN2EybHk5ZjFuZmZmYWRseTViWjN4MnZWcTJhM24zMzNUenZnSmNGb2FHaDZ0dTNyNzc1NWh1ZFBYdFdyNzc2cXR2MlYzNWQwdFBUdFd2WEx2M3d3dzlhdDI2ZFBXUnEyTENoNXM2ZG0yY2h5OXpxMTYrdjMzLy9YZDk5OTUyNmQrK3U4UEJ3KzdHc3JDd2RQbnhZYytiTWtaUTlQYWxDaFFvdSs5cTJiWnRpWW1JVUhCd3NmMzkvV1N3V3hjZkg2Nk9QUHJLM0tjcElsdHc2ZGVwa0h5RnpwWU1IRDlxM2QvWDM5OWVzV2JOMDRjSUYrOEsxdWQxNzc3MzY0WWNmdEgzN2RtM2J0czFoS2xMVHBrM3Q2MXlFaFlXcFQ1OCtUdnVRc3I4dlVWRlJUbmRkdW5UcGtrY0wyZWFuVFpzMmV2Lzk5NTBlZStHRkY3UnUzYm84ejFzc0ZqMzIyR01LQ3d2VHpUZmZyQll0V3FoV3JWcnk4ZkhSdm4zN0hQcHpOUUxreGh0dlZHaG9hSjYxZ3pJeU11eEJVWlVxVlR4YVhQZm8wYU1LQ2dxU241K2YxcXhaSXluN1p4TUFnS3NaQVFrQXdLM2M3d3o3K1BoNHRCVnNZZVh1ZThhTUdmcnV1Ky9zanp0MTZxUVhYM3l4U052cmxyU0lpQWcxYk5oUUd6WnNVR3hzYko0MU5IeDlmVldqUmcyMWJkdFd3NFlOc3djZTBkSFJXckJnZ1E0ZVBPaXdKYS9aYk5hQUFRUDA3TFBQdWgyeE1YRGdRSDN6elRkS1NrclNpQkVqWExiejhmRnh1NjVEYkd5c1BVeHhwbTNidGk2bkVIa3FLQ2hJTldyVWNOaVM5MHFob2FHYVBIbXlwT3hSSWcwYU5GQ0RCZzJjdGpXWlRKbzFhNVpHakJpaHYvNzZ5K0ZZVHNnaVplK1E1R3prU081K1hLM2o0ZXZybTJja1NtNW56NTVWYkd5c3krT0ZaVGFiVmJkdVhSMDlldFMrZUtremZmdjJkVmpjTjdmbm5udk82Zk5SVVZFNmVQQ2dwT3lka0R6WkJXZjI3Tm4yUllOenRHM2IxdjV4bno1OUNqd1NwU2p5MjBJY0FBQlBFWkFBQUFva0xDeXMxSWF5UjBSRUtDWW1ScFVyVjlhd1ljUHk3RTVTRmxrc0ZnMGRPdFMrdmJHbnJydnVPcDA1YzhZZWpvU0dodXFPTys3UXdJRURQVjVyNWRwcnI5WGN1WE1WR1JtcHc0Y1BPMHh4a3JJRGhpWk5tdWlKSjU3UWpUZmVtRzlmVjY3WGthTmF0V3JxMnJXclJvMGE1VkZOK1huODhjY2R0aU4ycG5MbHloNU5zY2dSRkJTa0pVdVdLREl5VW12WHJsVnFhcXI2OSsrdmUrNjVwNmpsU3NvTzhGeU4vcENrNWN1WDY2MjMzaXFXYTEycGR1M2FMdGZpcUZLbGl1Ni8vMzYzWDA5bnVuYnRxZzRkT2lnbUpzYmxHa01WSzFiVWtpVkxKR1h2VU5TbVRSdDdRT0xuNTZlMmJkdnFtV2VlY1doZlhGT3dBQUFvTFNhYnUyWDJBYUNVZmJCc3VWNStMWHU0L1dPREg5S1V5V1Z2clFtVW5veU1ESy90bUZQYW9xT2pkZmp3WWJWdDIxYk5talVyTSsrS1oyVmx5V2F6eVdReWxabWFya1p4Y1hHS2o0OVhwVXFWQ3JWQXJwVDl2VWhMUzFOYVdwcFNVMU9WbnA0dWYzOS9oWVNFRkduUjNQajRlUDM1NTU4ZUxaYWJXMlptcG54OGZJcHR3VjVjdmViT2YwOXo1MGRLa2tZL1BVS2pueTdlaFlnQm9EUXdnZ1FBVUtZWkpSeVJwSTRkTzViSlVUS0VJc1VqTEN4TVlXRmhSZXJEeDhkSC92NytlZFlSS2FwcTFhb1ZPQnlSNUhZSEpnQUFyaWI4eFFNQUFBQUFBQXlQZ0FRQUFBQUFBQmdlQVFrQUFBQUFBREE4QWhJQUFBQUFBR0I0QkNRQUFBQUFBTUR3Q0VnQUFBQUFBSURoRVpBQUFBQUFBQURESXlBQkFBQUFBQUNHUjBBQ0FBQUFBQUFNajRBRUFBQUFBQUFZSGdFSkFBQUFBQUF3UEFJU0FBQUFBQUJnZUFRa0FBQUFBQURBOEFoSUFBQUFBQUNBNFptOVhRQUE1Q2ZtMEdGOS91WFgzaTREQUFEa1k5LytBOTR1QVFDS2pJQUVRSm0yNWVkdDJ2THpObStYQVFBQUFLQ2NZNG9OZ0RLbmV2V3FxbFRKMzl0bEFBQ0FBdkx6ODFPTkdpSGVMZ01BQ3NWa3M5bHMzaTRDQUhJN2R6NWVxNzc0VWtlTy91UHRVZ0FVcytQSGp1anM2VGhKVXZVYU5kU2dVVk12VndTZ09OV3ZWMWNENzd0Yk5VTkR2VjBLQUJRWUFRa0FBQ2cxenp6empLS2pveVZKclZ1MzFvY2ZmdWpsaWdBQUFMSXh4UVlBQUFBQUFCZ2VBUWtBQUFBQUFEQThBaElBQUFBQUFHQjRCQ1FBQUFBQUFNRHdDRWdBQUFBQUFJRGhFWkFBQUFBQUFBRERJeUFCQUFBQUFBQ0dSMEFDQUFBQUFBQU1qNEFFQUFBQUFBQVlIZ0VKQUFBQUFBQXdQQUlTQUFBQUFBQmdlQVFrQUFBQUFBREE4QWhJQUFBQUFBQ0E0UkdRQUFBQUFBQUF3eU1nQVFBQUFBQUFoa2RBQWdBQUFBQUFESStBQkFBQUFBQUFHQjRCQ1FBQUFBQUFNRHdDRWdBQUFBQUFZSGdFSkFBQUFBQUF3UEFJU0FBQUFBQUFnT0VSa0FBQUFBQUFBTU1qSUFFQUFBQUFBSVpIUUFJQUFBQUFBQXlQZ0FRQUFBQUFBQmdlQVFrQUFBQUFBREE4QWhJQUFBQUFBR0I0QkNRQUFBQUFBTUR3ek40dUFBRGdmWW1KaWRxNmRhdE9uRGpoN1ZKUXpoMC9mdHorOFprelo3Um8wU0l2VmdPakNBME5WWmN1WFZTMWFsVnZsd0lBS01NSVNBQUEycmx6cDJiUG5xMzQrSGh2bDRKeXptYXp5V1F5U1pKT256NnR5TWhJTDFjRUl3Z0lDSkRaYkZhZlBuMjhYUW9Bb0F4amlnMEFRS2RQbnlZY1FhbXgyV3plTGdFR2MrblNKY1hHeG5xN0RBQkFHY2NJRWdDQWc5YXRXK3VXVzI3eGRoa29wMUpUVTNYMDZGR1pUQ2JWcjE5Zi92NyszaTRKNWRqT25UdTFhOWN1YjVjQkFMaEtFSkFBQUJ5MGJ0MWF3NGNQOTNZWkFGQXNDRWdBQUo1aWlnMEFBQUFBQURBOEFoSUFBQUFBQUdCNEJDUUFBQUFBQU1Ed0NFZ0FBQUFBQUlEaEVaQUFBQUFBQUFEREl5QUJBQUFBQUFDR1IwQUNBQUFBQUFBTXorenRBZ0FBcFNjek0xUHg4Zkd5V3EwT3p5Y2xKY2xtczBtU2twT1RkZXJVcVR6bmhvU0V5R0t4bEVxZEFGQVFWcXRWOGZIeHlzek1kSGcrOTcwdEtTa3B6NzNOeDhkSDFhdFhsOW5NbjhRQUFNbGt5L210QVFBbzk5TFQwL1hpaXk5cS8vNzlEczhuSnlmcndvVUxrcVNnb0NCVnFWTEY0WGhBUUlDV0xsMHFmMy8vVXFzVkFEeVZscGFtQ1JNbTZPalJvdzdQSnlVbEtURXhVWklVSEJ5c3lwVXJPeHl2VWFPRzVzK2ZMejgvdjFLckZRQlFkaEdYQTRDQlZLaFFRVTJiTnRYMzMzK2Y1NWpKWkpLVUhaWWtKeWM3SE92ZnZ6L2hDSUF5eTgvUFQrSGg0ZHF5WlV1ZVl6bjN0cVNrSkNVbEpUa2N1L1hXV3dsSEFBQjJyRUVDQUFiVHJWczNoOGMybTgzcHY5enV2ZmZlMGl3UkFBcnM5dHR2ZDNqc3liMnRiOSsrcFZraUFLQ01JeUFCQUlOcDFLaVJXcmR1N1hIN1pzMmFxVVdMRmlWWUVRQVVYWk1tVFFwMGI3djIybXQxelRYWGxHQkZBSUNyRFFFSkFCaU1qNCtQZXZmdW5lZDVrOGxrSDRxZVcrZk9uZVhqdzY4TEFHVmJRZTl0UFh2MjVONEdBSERBYndVQU1LQk9uVHJsV2F6UW1jREFRTjE4ODgybFVCRUFGRjJuVHAwVUdCam90bDJWS2xWMHl5MjNsRUpGQUlDckNRRUpBQmhRbFNwVjFMSmxTN2Z0NnRhdHE1bzFhNVpDUlFCUWRGV3FWRkd6WnMzY3Rnc1BEMWUxYXRWS29TSUF3TldFZ0FRQURNamYzMS9YWDMrOXc5RHozQXNZNWp6WG9FRURWYTllM1d0MUFrQkIrUHY3cTJYTGxtN3ZiUzFhdFBCb0ZCMEF3RmdJU0FEQWdIeDlmZFd5WmN0ODMwRTFtODFxMTY2ZEtsU29VSXFWQVVEaCtmcjZxazJiTmdvS0NuTFp4dC9mWDIzYXRKSEZZaW5GeWdBQVZ3TUNFZ0F3cU9iTm15czBOTlRsOFFvVktxaGp4NDZsV0JFQUZGMmJObTFVdFdwVmw4Y0RBZ0xVcGsyYlVxd0lBSEMxSUNBQkFJT3FXcldxZlV2TTNEczg1SHg4M1hYWEtTd3N6Q3UxQVVCaFZhOWUzZTI5amFtREFBQm5DRWdBd01EdXV1c3VsOGVHREJsU2lwVUFRUEc1OTk1N1hSNTc0SUVIU3JFU0FNRFZoSUFFQUF5c2VmUG1xbHUzcmlRNUxHb1lHaHFxdG0zYmVyTTBBQ2kwbGkxYnFuYnQycEljNzIyMWF0VmllZzBBd0NVQ0VnQXdNTFBaN0hRVXlhMjMzaXF6MmV5RmlnQ2c2TXhtczNyMTZwWG4rVzdkdXJFNEt3REFKUUlTQURDNE8rNjRRMzUrZnZiSEZvdEZ0OTEybXhjckFvQ2k2OW16cDhNdVhCVXFWRkNYTGwyOFdCRUFvS3dqSUFFQWd3c05EVlhUcGszdGordldyYXY2OWV0N3NTSUFLTHBhdFdxcFljT0c5c2NOR3phMFR5a0VBTUFaQWhJQU1MZ0tGU3FvZmZ2MjlzZXRXclZTelpvMXZWZ1JBQlJkUUVDQWJyamhCdnZqRzI2NFFkV3FWZk5pUlFDQXNvNkFCQUFNenNmSFJ5MWJ0bFRseXBWbE5wdlZxbFVyK2Z2N2U3c3NBQ2dTaThXaWxpMWJLaUFnUUg1K2ZtclpzcVhEbEJzQUFLNUVRQUlBMExYWFhxdXdzREJaTEJhSDBTUUFjRFc3L3ZyclZiVnFWUVVHQnVyNjY2LzNkamtBZ0RLT0xRb0FBS3BaczZiQ3c4TmxzVmhZZndSQXVWR25UaDJGaDRjck9UbFpkZXJVOFhZNUFJQXl6bVN6Mld6ZUxnSkErWlNRa0toTlVWdDA3SjhUM2k0RkhqaCs3S2hTVTFNVjNxeTV0MHVCaCtyVXFhVnVuVzlWZGRaVjhKcno4ZkhhK05NV25UeDV5dHVsd0lXalJ3NHJNOU9xSmsydjhYWXBjQ0tzWnFoNmR1L0NmUXhBbWNBSUVnQWxadHVPblpyeCt0czZmejdlMjZYQUF6YWJUU2FUcEEyYnZGMEtQRlFsT0ZnbWswbjMzZDNYMjZVWTFxYW9yWHAxMXR0S1NFejBkaWx3SWVlOVFKUHBSeTlYQW1jQ0F3Tmx0cGk1andFb0V3aElBSlNZVTZkT0U0NWNSVXdtazdkTFFBRWxKQ2JxeElsWWI1ZGhhQ2RPeEJLT2xISGMyOHEyNU9SazdtTUF5Z3dDRWdDbDR2bzJyZFhsdGx1OFhRWlFMbXo3WmFlMjc5amw3VEp3aFE3dGJ0VE43Vy95ZGhuQVZZSDdHSUN5aUlBRVFLbTQ0YnJXR3YzMENHK1hBWlFUNy9IQ29neTZ1ZjFOM09jQWozRWZBMUQyc00wdkFBQUFBQUF3UEFJU0FBQUFBQUJnZUFRa0FBQUFBQURBOEFoSUFBQUFBQUNBNFJHUUFBQUFBQUFBd3lNZ0FRQUFBQUFBaGtkQUFnQUFBQUFBREkrQUJBQUFBQUFBR0I0QkNRQUFBQUFBTUR3Q0VnQUFBQUFBWUhnRUpBQUFBQUFBd1BBSVNBQUFBQUFBZ09FUmtBQUFBQUFBQU1NaklBRUFBQUFBQUlaSFFBSUFBQUFBQUF5UGdBUUFBQUFBQUJnZUFRa0FBQUFBQURBOEFoSUFBQUFBQUdCNEJDUUFBQUFBQU1Ed0NFZ0FBQUFBQUlEaEVaQUFBQUFBQUFEREl5QUJBQUFBQUFDR1IwQUNBQUFBQUFBTWo0QUVBQUFBQUFBWUhnRUpBQUFBQUFBd1BBSVNBQUFBQUFCZ2VBUWtBQUFBQUFEQThBaElBTUFGbTgybXVMZzRiNWRSN0pLVGszWHAwcVVDblpPVWxLU0VoSVFTcWdoQWVaS1ptZW1WNjU0K2ZickE1eHcvZnJ3RUtnRUFYSzBJU0FEQWllam9hQTBjT0ZELyt0ZS9sSnFhNnUxeWlzM2ZmLyt0aHg5K1dLTkhqL2I0ODdKYXJSbzNicHp1di85Ky9mREREeVZjWWZIS3lzclNlKys5cHgwN2RpZ2pJOE5wbTBPSERtbmZ2bjA2Y2VKRUtWY0hsRS8vL3ZlLzlmVFRUeXM2T3JwVXJwZVptYWw1OCthcFg3OSsyclJwazhmbmJkMjZWZmZlZTY4bVQ1NTgxUVhBMGRIUldyMTZ0Y3NRUHlrcFNmdjI3ZE8rZmZ2SzFlOHdBQ2hwWm04WEFBQmxrZFZxMWVIRGh5Vkp5NVl0MC9EaHc0dWwzeWVlZUVLeHNiSEYwcGNralJzM1R0MjZkZk80L2VYTGwzWDY5R21kT0hGQ1k4ZU8xZXpaczFXaFFnV1g3Yk95c2pSdDJqVHQyclZMa25UbXpCbVBycE9hbXFvZE8zWjRYSmVuYnJubEZ2bjYrbnJjZnRldVhWcThlTEVXTDE2c1FZTUdhZHk0Y1huYVRKbzBTWWNQSDFhWExsMzA5dHR2RjJlNVFLazRkKzZjenA4LzcvSjRwVXFWVks5ZVBVblpQNXV1d3NMOCtQajRLQ0Fnd0cyN0xWdTJhTXVXTFpLa0xsMjZxR1BIamdXK1ZrR1pUQ1lkT1hKRVZxdFZFeWRPMUp3NWM5eGVkOSsrZlpvMGFaS3lzckwwOTk5L2V6enE1ZSsvL3k3VVNKWDgxSzFiVjQwYU5TclFPVXVYTHRWdnYvMG1zOW1zNzc3N1RsV3JWblU0L3NzdnYyaml4SW1TcE9YTGw2dFpzMmJGVmk4QWxHY0VKQURneEcyMzNhYU9IVHNxT2pwYUgzLzhzUVlPSEtncVZhb1V1ZDh6Wjg0VTY3U2RsSlNVQXJXLy92cnJOVzNhTkVWRVJHamJ0bTJhTkdtU1huLzlkWm5OZVg4ZDJHdzJ6Wmd4USt2V3JaTWtQZmZjY3hvMGFKQkgxNG1QajllWU1XTUtWSnNub3FLaVZLbFNKWS9icjFtenh2N3h2ZmZlVyt6MUFHWEJ5cFVyOWY3Nzc3czgzclp0V3kxZXZGaVM5TlpiYjJuMTZ0VUZ2a2JEaGczMXhSZGY1TnNtSlNWRmI3enhoaVNwVmF0V3V1dXV1M1Q1OHVVQ1gwdVMvUHo4UEE1RGZYeDg5T3FycityeHh4L1hYMy85cGJGangrcWRkOTdSalRmZTZMUjlURXlNbm43NmFWMitmRmtOR2pSUVpHU2txbGV2N3RHMVB2bmtFNGY3U25GNDVKRkg5Tnh6ejNuYy91VEprL3J0dDk4a1NWMjdkczBUamdBQUNvK0FCSUFoTEZpd1FEdDM3aXpRT1JjdVhKQWtYYnAwU2YvNjE3OEtGSkQwNk5GRER6LzhzTXZqRHp6d1FKRmVzQThhTkVoWldWbUZPdmVPTys3UWlSTW50SERoUWdVRUJDZ2pJOE5sUUpMei9PalJvL1hJSTQ4VTZuclhYWGRkdnFOVTNMbDgrYkwrL1BQUEFwK1htcHFxSDMvOFVaSjA0NDAzcW5IanhvV3VBYmdhaElXRk9ZeEVPSC8rdlA3KysyK25iWDE5ZldXeFdOejJtWm1acVl5TURBVUZCYmx0KytxcnI5cW5xdjN4eHgvcTNMbXpoNVhuTld2V0xQWHMyZFBqOXY3Ky9wbzdkNjZHREJtaWpJeU1mRWZKWkdabXltS3hxRzdkdW9xTWpGUklTRWlCNndzSkNTbndxSThyeGNURUZHcHF6OXExYSswZkR4dzRzRWcxQUFBY0VaQUFNSVFqUjQ3bzk5OS9ML1Q1eDQ0ZDA3Rmp4enh1NzI0NGM3VnExZFMwYWROQzErT0pqei8rV0FzWExzeTN6WTgvL21nUEVmSVRHUm1weU1oSXA4ZjY5ZXRuSDhydHpDdXZ2S0xhdFd1N3ZZWXIrL2J0MCtEQmd3dDgzcnAxNit6dlhqL3d3QU9GdnI2VS9ZSnE3Tml4NnR5NU15TlJVR1oxNjliTllSclpoZzBiWFA1czl1N2RXOU9uVDNmYjU0b1ZLL1RtbTIrNkRVaSsvdnByaHhmdTFhcFZLOUIwT0NrNzBNa0pmazBtazh0MjNidDNWMXBhbXROalZxdFZralIyN05oOHIyVzFXcFdZbUtqKy9mdTdiUFBWVjErcFJvMGFUby9kZlBQTkhuMzk4ak42OUdqN2RDUlBXYTFXZmZYVlY1S2tKazJhdUJ3bDQ2a2RPM1pvNmRLbGV1bWxseFFhR2xxa3ZnQ2dQQ0FnQVdBSVE0Y08xWjEzM3VueStJVUxGd28wVERrakl5UGZkMS9yMXExYm9QcEtRa1pHaHR2RitUeGR2QysvZHE1ZXFIaFRWbGFXbGkxYkprbXFYNzkrZ2RacGNXYisvUG1LaW9wU1ZGU1V6cHc1b3hFalJoUkhtVUNaZC9ic1dVbFM1Y3FWWGJiWnZuMjdac3lZSVNsN1pFcG1acVk2ZE9pZ2wxOStPZCtnSTdmMzMzOWY4K2ZQbDVROVBhZFRwMDR1MjE2K2ZObnRPaW81UVlrNytiVXI3Q2k5a3JSKy9YcjdOTTJoUTRjV3FhKzR1RGhObWpSSkNRa0pHalJva0Q3NzdETlZxMWF0T01vRWdLc1dBUWtBUTJqWnNxVmF0bXlaNS9ta3BDVE5uRGxUdTNmdjFvb1ZLenlhUnZQNzc3OHJJaUpDVTZkT1ZidDI3VXFpM0dJeGVQQmdqMFpPcEtlbnEzZnYza3BQVDllZ1FZTTBjdVRJQWwzSDJmUWNiL3Z4eHgvMXp6Ly9TSkllZSt3eCtmZ1VmdE8yNzc3N1RoOTk5SkdrN0hmRjc3bm5ubUtwRWJnYTVLeDFFUllXNXZUNEgzLzhvYkZqeDhwcXRhcGp4NDRhT25Tb1JvNGNxWFhyMWlrb0tFZ1RKa3pJTnlUSnlNalFtMisrcWM4Ly8xeFM5bG9uYytiTVVjV0tGVjJlczNIalJ0bHNOcmUxZi9EQkIzci8vZmZsNCtPamI3LzlWb0dCZ1c3UHljM2YzNzlBN1V1YXpXYXozNHZxMUttajIyKy92ZEI5cGFTa2FOeTRjZllwUHZmZWV5L2hDQUNJZ0FTQXdSMDRjRURyMTYrWEpFMmJOazF6NXN4eGU4N3MyYk4xNnRRcFBmWFVVL3I4ODgvVnNHSERraTZ6VU14bXMwZmh4ZTdkdTVXZW5pNHBlOWVKZ2l5QzZva1JJMFlVS1VRcHpBaVZEei84VUZMMmk3cjhSZzY1czJQSERrMmRPbFZTOXRmempUZmVVTTJhTlF2ZEgxQVdwYVNrYVB2MjdhcFJvNGFDZzRNVkdCaW9peGN2NnJQUFB0T2VQWHNrU2UzYnQ4OXozdDY5ZXpWcTFDaWxwS1FvUER4Y3MyYk5Va0JBZ0NaTW1LQ1pNMmRxMWFwVmlvK1AxN1JwMDV5R0RmLzg4NDhpSWlLMGI5OCtTZGxCOXJ4NTg5d0cxWjRHRjcvODhvdWs3SFdRaW52NnlNYU5HN1YzNzk0aTlWSFEzWEMyYk5taWd3Y1BTc29lUFZMUUtVdzVyRmFyeG84ZnIvMzc5MHZLWHBUOHFhZWVLbFJmQUZEZUVKQUFNTFIyN2RycG9ZY2UwdkxseXhVVkZhWFBQLzljQXdZTWNObCt3NFlOOWorS0gzend3VElianVSSVRVMTFPMHg4OCtiTmtySmZkRFJyMXF4QXUwNVlMQmEzQ3oyZVBIblM0LzQ4a1p5Y3JOR2pSK3VlZSs1Uno1NDk4N3pUL0wvLy9jLytoMyt6WnMwS0hjN3MyN2ZQL3M2NEpFMlpNa1hYWDM5OTBZb0h5aUN6MmF3SkV5YTQzT3EyWGJ0MjZ0Q2hnOE56UC8zMGt5Wk5tcVMwdERUVnFsVkw4K2JOczI4RFBHREFBS1drcEdqT25EbmFzR0dERGg0OHFCa3pacWg1OCthU3NrZXRmZnp4eDFxOGVMRTluTzNkdTdjaUlpSThDajh5TXpQZEJxZEpTVW4yeFozYnQyOWY0TjEwM0FYRmx5NWQwcVZMbHdyVXB6dUxGeTlXUWtLQzdybm5uanhyVkdWbVp1cWRkOTZ4UDNZMkl0SVRXVmxabWo1OXVxS2pveVZsM3lOZmVlV1ZJbzJ5QTREeWhJQUVnT0U5ODh3eit2bm5uM1gwNkZITm5qMWJOOTk4czlNMVJGSlRVelY3OW14SlV0T21UVFZxMUtoQ1h6TWpJNlBRMjE4V3hNaVJJejFlbkRZbEphWEFhM1VNSHo1Y1R6NzVaTDV0NXM2ZDYzS2hRMDhjUG54WUw3endndjN4a1NOSHRIdjNidTNldlZ0Tm1qUlJpeFl0N01kU1UxTTFiOTY4UWw4cng5NjllL1hNTTgvWVh3Q05IejllZmZyMEtYSy9RRW42L3Z2djdhTXhKQ2t4TWRHajh5d1dpNjY5OWxvZFBIaFFhV2xwOWxDMVpzMmF1djMyMi9QOGpKOCtmVm9USjA1VWVucTZmU2VZSzBkb0RCNDhXTldyVjlkTEw3MmtvMGVQYXZEZ3dSb3dZSUJhdEdpaHlNaEkrem9hQVFFQkdqZHVuUHIxNitmeDU3bHo1ODRDVFFYTWI1RnBWM2J0MnBYdjhlSVlkZkhHRzIvWXB6QkoyZE0zbzZPamRmTGt5VHlqR1QvLy9ITWRPblNvU05mTHpNelUxS2xUN1Z1M04yellVUFBuenkvdzFDTUFLTThJU0FBWW5wK2ZueUlpSXZURUUwL0lZckVvTmpiV2FVQ1M4MGQ5aFFvVk5HUEdqQ0p0WGJ0a3lSSXRXYktrS0dWN0pDZ29TTUhCd1M2UHA2V2wyUmRnRFFvS0t2QzdpUG10RTVDamNlUEdSZHJGcG5MbHlycjc3cnNsWmIvVG5UTTZ4Ti9mWCtIaDRRNXRQL3JvSS9zTHI4TDY5ZGRmTldiTUdIczQ4dlRUVCt2QkJ4OHNVcDlBYVRoMzdwek9uVHRYcUhOenBxVkoyVk13Zkh4OFhONFBhdGFzcVpkZWVrbExsaXpSL1BuelhXNlRlK2VkZHlvOFBGelBQLys4RGg4K3JGV3JWamtjNzlXcmw4YU9IVnZnYlhZdEZrdSs5elhwLzhJaGk4VlM3Tk1HSlNrNE9OanRibVh1OU96WlUvWHIxMWVyVnEwa3lYNXZ1M0trV21KaW90NTc3NzBpWFNzakkwTlRwa3pSOTk5L0wwbXFYYnUyRmk1Y1dLREZ5UUhBQ0FoSUFCaEtSa2FHMDNkVjY5ZXZyeUZEaHFoSGp4NEtDd3ZMOHlMajVNbVQrdVNUVHlSbHZ6TmFwVW9WbHk5RXpHYXpSNHU5bG9hNWMrZm1lL3laWjU1UmRIUzBhdGFzcVcrKythYlFjOXF2bERzOFNraElLRkpBVXF0V0xiMzQ0b3YyeDduWEZjZzlmZWI0OGVQMkJRd0xhKzNhdFpvK2ZicDlXczIvLy8xdlBmend3MFhxRXlndDk5OS92OFBJdGsyYk5tbktsQ2tGN3NlVGFXbi83Ly85UDNYcjFzMWwyeE1uVGlnNk9scFJVVkU2Y2VLRTB6Wm56NTdWRHovOG9PN2R1eGRvbEZuYnRtM3ozWjU4Nzk2OTloMWVKa3lZVUt4YmMrZmMyM0lXTnkySzNNRnJURXlNdmMrMmJkczZ0SnMzYjU2U2twSUtmWjJrcENROTlkUlQ5dEVxalJzMzF2ejU4OW5XRndDY0lDQUJZQ2kvL3ZwcnZrT3pjN2FHemMvU3BVdTFkT2xTbDhmRHc4UDE2YWVmT2ozV3RtMWIxYXRYVDMzNjlORWRkOXpodm1BWFJvMGFwYXlzckNKTlhUbDQ4S0I5SHZwOTk5MVhiT0dJSkZXdlhsMFZLMVpVYW1xcWxpNWRxbW5UcGlrb0tLaElmYWFrcE9qcnI3KzJyNW5TcFVzWCs3SE16RXhObVRKRmFXbHBzbGdzcWxxMXFzNmNPVk9nL25mdDJtWHYyMncyYStyVXFVVmE0QlVvYldhejJXRzBSSDZqM0g3ODhVZnQzcjNiNDc1OWZYMjFldlhxUE5lVHN0ZmorUHZ2djdWLy8zN3QzYnRYdi83NmE1NEFPU1FrUk4yN2QxZjE2dFcxWWNNR3hjVEU2TGZmZnROdnYvMm0xMTkvWGZYcTFkTU5OOXlnMXExYnEzSGp4bXJVcUpIYlVTS3U1TnpIQXdNRDFidDM3MEwxNFVyTzZFMWMwT2NBQUNBQVNVUkJWTUp0MjdacCsvYnRhdCsrdmNkYkdUdGpzOWwwK1BCaCt6YkpJU0VodXZiYWErM0hvNktpOU5WWFg5bXY3U3BzeXMvNDhlTjE4ZUpGU1ZLYk5tMDBkKzdjZkxkdEJnQWpJeUFCWUZpZVRBOHA3bjV6ZGtRcEtuZnJiRnk4ZU5IbGdvczVja1piK1BqNHFHdlhya1Y2UjlSc05qdk1ZemVaVE9yYnQ2OCsrK3d6YmRxMFNWMjdkaTN5MXp0bktwQ1V2Y1ZsMzc1OTdZL2ZmLzk5KytLNXc0Y1AxNVl0V3dvY2tDUW5KMHZLSGpvL2MrYk1QSXRTQXVYSjVjdVhDN1FPVWs2QW1wV1ZwYSsrK2twSGp4N1ZQLy84b3lOSGpqaDkwVzR5bWRTOGVYT0ZoSVNvUllzVzZ0eTVzMzI5b01jZmYxeEhqeDdWbGkxYnRHUEhEdjMyMjI4NmZ2eTRqaDgvcnErLy90cmVSK1hLbFZXOWVuV0ZoSVJvNU1pUmF0R2loZHVGVWMrY09hTk5telpKa3JwMzc2NjB0TFJDN1lTVkl6QXcwR0dVVEs5ZXZSUVpHYW0wdERTTkhEblM0OTNDWExGYXJmWVJhMUwyMXlhbnY0U0VCTDMwMGt1U3NrUG5aNTU1UnBNbVRTcndOWExDa1Y2OWVtbnExS2tsOXJzUEFNb0RBaElBaHJWNjllcHl1MlhyRTA4OG9aaVlHSS9hWm1WbGFlREFnVVc2WHR1MmJiVjQ4V0tINTBhTkdpVmZYMSt0V2JOR3ljbkpEZ0ZIWWZuNys2dGJ0MjU2OXRsbjdidGRIRGx5eEw2ZVMvUG16VFZreUJCdDJiTEZvLzdXcjErdlU2ZE8yUiszYU5GQ2I3enhobXJWcWxYa1dvR3lySGZ2M25yKytlZlZ2MzkvblQ5L1hpdFhyblE2Rlc3bHlwVjY5OTEzMWJoeFkwblpnZXJ2di8rdU5XdldPTFFMREF4VWl4WXQxS3BWSzdWdTNWcHQyN1pWVUZDUXhvd1pvMFdMRnVuSWtTTjY3YlhYN08wYk5teW9oZzBiNnBGSEhsRm1acVlPSHo2c0F3Y082TUNCQTRxSmlkSHg0OGQxNXN3WkpTVWw2WVliYmxDYk5tMjBjZU5HalJzM3p1UFA4ZXV2djNZSVhBb2pNakpTTjkxMGsvMXhyVnExTkhmdVhNMmVQVnN4TVRGNUFvN0NNSmxNYXRTb2tZWU1HZUlRL0w3NTVwdUtqNCtYSkUyZVBObmp0VlRPblR2bjhQM3g5ZlhWNk5Ham1TNElBQjRnSUFHQUV2YkNDeTg0N0ZTUW4rSERoOXNYSkpXa0J4NTR3RDZ5d1owWk0yYllGL2VyWExteXkrSHBOcHZOUHAvZDE5ZTNXSFl3Y05aSHBVcVZOSDc4ZUkwZlAxNUpTVW4yN1R3THEyTEZpazZ2VTZOR0RWa3NGcG5OWnMyWU1jT2pkM05Qbmp5cG1UTm4ycWNZU2RuaHlOS2xTK1huNTFla09vR3JnYSt2cnlwVnFxUldyVnBwOCtiTjJyOS9mNTZ0WmFYLzI4MmxmZnYyOXVkR2p4NHRLVHZrYU5La2lSbzNicXc2ZGVvNG5XcVNNOVVtdjlEUjE5ZFg0ZUhoQ2c4UGQ5Z3R5bXExS2k0dXpuNXVoUW9WOHAxMms1S1NZci9QQkFRRUZHbGtSdzVuZmJScjEwN0xseStYMVdwVlltS2liRFpib2ZzM21Vd0tEZzUyZXAwNmRlcElrdTYrKzI1MTY5Wk4yN2R2ejdjdm04Mm1MNy84VW5QbnpuWDR2VEZ6NWt6MTZOR2owRFVDZ0pFUWtBQXdsSnp0S3lVVjY1b2IrVGwzN3B6SE82dGNPWHc4TGk3TzQ0QWs5ekR5UllzV3VXeTNkT2xTTFZpd1FKSTBjZUpFM1hmZmZSNzFYeFJCUVVIcTJMR2pwT3l0TFcrNzdiWjgyMmRtWnFwejU4NzI5cmZjY292THRvR0JnZXJYcjUrdXZmWmFOV3pZTU45K0wxKytyT1hMbCt1RER6N0lNNklsTkRTVWNBUlh0ZlQwZFB0MENra2VqZHBxMDZhTk5tL2VySjkvL3RsaDlJS1VQZTBzSnlESi9UTllyVm8xVFo4KzNXR2F6dm56NTUzMkh4c2JLeWs3dEMzSURqdFZxbFNSMld4MjJGR3NVNmRPTGhkbmpZK1AxME1QUGFTelo4K3FYcjE2V3I1OGVZbnNYcE9iMld6VzZ0V3J0WFRwVWpWcjFzeWpSYUlYTDE2c0R6LzhVQzFhdEhDN2s5bjk5OSt2cUtnb1RaZ3d3VzIvZS9iczBlelpzN1ZuejU0OHg1enR5Z1lBY0k2QUJJQ2g1QjRLWFJ6dkxoYkVnQUVEZFAvOTl6czlObm55WkIwK2ZOamx1Uk1uVHN5enMwR09oeDkrMk9NaDNyLzg4b3NXTGx3b1NlclJvMGVwaENOU2R1Q1JrWkhoY1h1YnpXWi9jZWR1TFJVcGV5dmVnSUFBbDhkVFUxUDEyV2VmNmNNUFA3U3Z0ZUxqNDZNQkF3Wm82OWF0T25ueXBNZTFBV1hWRjE5OG9TKysrS0pBNTNUcDBrWHZ2UE9PZnZycEoxMjZkTW5oNTJqZHVuVktUMDlYalJvMTFLNWR1enpuL3VjLy84azNqTTN0M1hmZjFidnZ2dXR4WGF0WHIxYURCZzA4YXB1Wm1hbm5uMzllWjgrZWxkbHMxc3laTTBzOEhNbVJucDZ1akl3TWorNVRPZTFUVTFNOUNxOUNRa0swZVBIaWZOY00yYjkvdnhZdVhLaXRXN2ZhbjJ2UW9JRTZkT2lRWjF0bEFJQjdCQ1FBRENVbEpjWCtjWDQ3UEpTRWF0V3FPUjNDTHNudHlJVmF0V3E1UE5mVEhSUmlZbUkwY2VKRTJXdzJoWVNFYU96WXNRVmFwUEZLRm90RkZvdkZvN2E1cDllVXhOYzl2M0RFWnJQcFgvLzZsdzRjT0dCLzdvWWJidERFaVJNVkhoN3VNclFDcmpZaElTSDJhUm1TbEppWXFLTkhqK1o3VHFOR2pkUzRjV01kUG54WTY5YXQwNEFCQXlSbGo3YkxlWUhkdDI5ZnB5UHVUQ2FUZkh4OFhQWnRzOW5zMDAveWE1ZGJ6aWkvZ2t6OWUrMjExN1JqeHc1SjJkTVVHelJvVUtSN1cwSENsWng3VzBuOVBzbnYzbmJsbWl6Ky92NGFObXlZSG5ua0VXM2V2Sm1BQkFBS2dZQUVnS0VrSmlaS3lyc2RabmwzOU9oUmpSdzUwcjcyeUxsejU0cThoZTJnUVlNYy9qaVBqNC9YbjMvKzZiUnQ3bUgvQnc0Y2NMc2VTZTZwVUs3NmxMTFhEUWtKQ2NtM0w1UEpwS2VlZWtwanhveFI4K2JOTldMRUNMZFRmRno1K09PUEZSQVFvRzdkdXFsS2xTcUY2Z01vYmpranlPNjY2eTZOR2pYSy92eUdEUnMwY2VKRXQrZjM3OTlmYjcvOXRqNzY2Q1AxNzk5ZlpyTlo2OWV2MStIRGgxV2hRZ1dYSWVMdzRjTTFmUGh3bC8yKy92cnJXcmx5cGVyVnEyZmZxalkvTzNmdTFKTlBQaW5KODREa3pUZmZkTmgrZU1HQ0JmWXBoSVcxYWRNbWgyM0pmL3Z0TjVkVEhYTkcvcVdrcENncUtzcHQzems3L2x5OGVORmwrNENBQUpjakJuUHIzTG16V3JWcXBaaVlHQTBZTUVDUFBmYVlxbGF0NnZhOEs4WEd4bXJGaWhYcTJiT24yclJwVTZSdGl3SGdha2RBQXNCUVRwOCtMVW41THZSWDN1emZ2MTlqeG94UmZIeTh6R2F6SG5ua0VYMzU1WmN1MjErNmRFbFdxMVVXaXlYZkVDbG5GNWtjZi83NXA4YU1HZU8ybnJsejUzcGV2SlJuZDV6Y1pzMmFwWjQ5ZTdydDQ3YmJidE5ISDMya1ZxMWFGZWphVjRxS2l0TE9uVHUxWk1rU2ZmdnR0MFhxQ3lndU9hTWxDcnQ5NnozMzNLTWxTNVlvTmpaV3ExYXRVdi8rL2ZYT08rOUl5cDRhR0JvYVd1QStVMU5UdFg3OWVrblphNGQ0SWlkSXRWZ3Nia2ZWWldabTZ2WFhYOWZubjM4dVNicnBwcHRrTnB1MWYvOStsKzF6UW82Z29LQjhSN1JjR1JDODlkWmJMdnZOOGZmZmYzdDAvOHR4NHNRSmwrMGJOMjZzeno3N3pHMGZ2cjYrbWpWcmxzeG1zOXVnT0Q5eGNYRmF2bnk1bGk5ZnJxbFRwNnBmdjM2Rjdnc0FybllFSkFBTTVaOS8vcEVrcDl0WmxrY2JOMjdVQ3krOG9OVFVWUG42K3VybGwxOVdyMTY5OU95eno3bzg1NWxubmxGMGRMUjY5dXlwVjE1NXhlTnJCUWNIdTN6WDgvejU4enAyN0pna2VmVE9xTTFtcysvODA2UkpFNWVCVmtIZUxTMXFPQ0pKRnk1Y2tLUkN2V0FFU2twUkE1SktsU3BwOE9EQm1qOS92dWJQbjY5ZmYvMVZjWEZ4cWxLbGlvWU5HMWFvUGxldVhHbi9lYm5ubm5zOE9pY25JS2xjdVhLKzdaS1RrelZwMGlUN0xsU3RXN2ZXN05tejh3MTA5KzdkcTZGRGgwcktYanVsWHIxNkh0VWtaWTlVdXpJUXp0MXZSa2FHYXRldXJiQ3dNTGQ5eGNiR0tpNHVUdjcrL21yUm9vWFROcm1uU2JuanlUWGR5ZmsrU2R6YkFJQ0FCSUNoL1BISEg1S3lYM1NYWjFhclZRc1hMdFJISDMwa204MG1pOFdpMTE1N1RWMjdkaTJ4YTdacDA4YmxhSTg1Yytib1AvLzVqOExDd3ZJZEVaTERhcldxUTRjT2txUm5uMzIyMEZOaWlwUE5ack12NW1xVWdBMVhoMU9uVGtuSzN2SzZzSVlNR2FKMTY5YnA4T0hEMnJoeG82VHN4YUVMTTVYczRNR0Rpb3lNbEpROWVzdlYra2xYaW8rUGw1Ui84TGwvLzM1RlJFVFlBOWYyN2R2cjdiZmZkaGxnRkllSWlBaW56eWNuSjZ0NzkrNlNwQ2VlZU1LamtSZno1OC9YKysrL3I0WU5HM3AwTHl3Tng0OGZ0My9NdlEyQTBYbTJZaFlBbEFQNzkrKzNUN0c1NFlZYnZGeE55VGwyN0ppR0RoMnFEei84VURhYlRWV3FWTkhDaFF0TE5CekpUMUpTa3I3NTVodEoyUzlteXFxY3hTUmRpWXVMcys4ODRXNDdZYUEwSFRseVJGTFIvbCtheldiZGRkZGQ5c2NoSVNHNjlkWmJDOXhQWEZ5Y25udnVPYVdscGNuZjM5K2pOVkJ5NUd3VjdDd2dzZGxzK3Vpamp6UjA2RkI3T05LM2IxL05temV2Uk1PUi9LeGN1ZEsrZTQyelhYN0tDbmYzdHB5RmZNMW1jNEZHcndCQWVVUkFBc0F3VnE1Y0tTbjdqOERPblR1WCt2VlRVMU9Wa0pEZzlKKzdiWHF6c3JKa3RWcWQvcnZTbVRObjdQUGxXN1Jvb1U4KytjUnJnVkI2ZXJxZWYvNTVKU1FreUdReTZjRUhIL1JLSGZuSkdjNmYrMTFVWjNJdnFCZ2VIbDZpTlFHZU9ubnlwQklTRXVUajQxT2tnR1RWcWxVTzIvQ2VPM2RPanovK3VPTGk0anp1NDhDQkF4bzJiSmhpWTJObE1wazBmZnAwMWFwVnkrUHpjNlpBdWhvSnMzWHJWbG10VnBuTlpvMGRPMWJUcGszemVDZXQ0aFlkSFczZjRyaGJ0MjRGK2p4TFErNXBTamxmVjJmUzA5TzFmZnQyU2Rscm56amJyUWdBaklRcE5nQU00YSsvL3RMYXRXc2xTYjE2OVhJN3g3MGtMRnUyVE11V0xTdlV1Zi8rOTc4OWJ0dXVYVHNOSERoUVpyTlpvMGFOa3NWaVVYcDZ1dHNRSmtmT082S1ptWmtlYjVWWm9VSUZtYzJPdjFJT0hUcWtxVk9uMnNPYW9VT0hxbG16Wmg1L0hxV2xVYU5HMnIxN3Q0NGNPYUtwVTZlcWUvZnVEbXM1WkdWbDZjQ0JBMXF5WkltazdBVWt5L0pJR0JqTDVzMmJKV1dQaWl2TVNJcTB0RFM5ODg0N1dyRmloU1NwWThlT2F0dTJyUllzV0tBREJ3N29nUWNlME5peFk5VzNiMStYdTV0a1ptWnF4WW9WV3JCZ2dkTFMwbVF5bVRSeDRrVDE2TkhENHpyT25UdW5YMy85VlpMektaQW1rMGxUcDA3VjJMRmo5Y0lMTDZoVnExYXkyV3dPVzdmbkoyZjBWODdIbnR6YmZIeDg4cXpyWXJWYTlmSEhIMnZod29XeVdxMnFXcldxeG84ZjcxRU5wU2wzV1BiMjIyL3I0c1dMcWxPbmpzUDM4T0xGaS9yaWl5OTA1c3daU1NyVWlDRUFLRzhJU0FDVWU4bkp5WXFJaUZCbVpxWXNGa3UrMjFLV0pEOC9QNWVMS0NZbko5dURDV2VDZzROVm9VSUZwOGZPbmoyYjU3a0pFeVk0L0NFOFk4WU1yVm16cGtEMXJsKy8zcjRMaFR1NWR6NzQ2NisvdEdMRkNxMWJ0ODcrT2QxMzMzMGFPWEprZ2E1ZldnWVBIcXcxYTlZb0l5TkRhOWFzY2Z0MUdqNTh1S0cyaUViWmx2UC90VWVQSHNyTXpGUktTb3A5aTl3REJ3NUlrc09XdGJuOThzc3ZtakZqaG4zcjJZRURCMnJjdUhIeTlmVlY4K2JOTlhYcVZNWEh4MnY2OU9sYXRXcVZSb3dZb1U2ZE90bnZMVGFiVFQvKytLTWlJeU4xNk5BaFNkbTdXNzM4OHN2cTFxMWJudXQ5K3Vtbk1wdk5DZzRPVmxCUWtBSUNBbVEybTNYczJERXRXYkpFbHk5ZmxzbGtjbnF1bEwxNDZZb1ZLK3pYUDNYcWxQcjI3VnZncjVtbkk5bkN3c0xzdTFWZHZueFozMzMzblpZdFcyWWZiVmF0V2pXOSsrNjdxbG16Wm9GcktHbWhvYUhxMjdldnZ2bm1HNTA5ZTFhdnZ2cXEyL1psY1lRZkFKUTJBaElBNVY1eWNySVNFaElrU1U4OTlWU0JkaThvVG84KytxaWVmUEpKcDhjZWVlU1JmTGVSbkQ1OXVzdUZTbSsrK1dabFpHUTRQSGZsTzcwVksxYTB2MmdxQ1RuRDNBOGVQS2hISDMzVVBsb2xNREJRWThlT0xkUGJSalpvMEVETGxpMVRaR1NrWW1KaUZCOGZuMmZPZm1CZ29PclZxNmY3N3J0UHZYdjM5bEtsZ0tQbzZHZ2RPSEJBZ1lHQnV1T09PMlN6MmRTalJ3LzUrZm5KWXJIWTczdXRXN2ZPYys2RkN4ZjAzSFBQS1RVMVZjSEJ3Um8zYnB6dXZQTk8rL0ZiYnJsRnExYXQwcHc1YzdSbXpScnQzNzlmbzBlUFZwOCtmVFIrL0hpdFhyMWFYMzc1cGNQMGpYYnQydW5GRjE5MHVkRG41czJiOWNzdnYrVDdPVDM2NktOcTBLQ0J5K081NzIwK1BqNGxlbC9MM2ZlTUdUUDAzWGZmMlI5MzZ0UkpMNzc0WXBHMjF5MXBFUkVSYXRpd29UWnMyS0RZMkZpbHBhVTVIUGYxOVZXTkdqWFV0bTFiRFJzMlROV3JWL2RTcFFCUWRoQ1FBQ2ozd3NMQzlPcXJyMnIxNnRVYU1tU0l0OHZ4aXNtVEoydnk1TWtsZnAybVRac3FJaUpDczJmUDFqMzMzS05ISDMzVTVSYTlaY2sxMTF5anQ5NTZ5OXRsQUFYU3ZuMTdEUnMyVEpVclY3Yi9uRFZ1M0ZneE1UR3kyV3lxV0xHaXVuVHA0blJrUU5XcVZUVjY5R2p0M2J0WFk4ZU9kYnBiVGRXcVZUVjkrblE5K09DRFdyUm9rUklURXpWeDRrU1pUQ2I5OTcvL3RZY2o0ZUhoZXVxcHA5U2xTNWQ4NjIzWnNxVisvLzMzUEMvVUxSYUxtalZycG9FREJ6b3NGT3RPV0ZpWWZZcFJTWXVJaUZCTVRJd3FWNjZzWWNPR3FXUEhqcVZ5M2FLd1dDd2FPblNvZlh0akFJQjdKcHU3cGEwQm9KQStXTFpjTDcvMmhpVHBzY0VQYWNwazc4N1R0dGxzTHVmUW8zaGxaR1I0YmZGRUk1ZzcvejNOblorOWplcm9wMGRvOU5QT1J5YWg1TTJkSDZtNTg5K1RKSTErK2ttTmZucUVseXZLWnJWYTVldnJXNnozdk56MzBKaVlHTDMvL3Z1Njk5NTdDN1dEaTlWcVZXWm1wa3dtazh2cGcyVU45N1hpeFgwTVFGbkVDQklBaGtFNFVucDRFUUY0MTVXTEpoZUgzUGZROFBCd3padzVzOUI5bWMzbUVxbXhKSEZmQTREeWoyMStBUUFBQUFDQTRSR1FBQUFBQUFBQXd5TWdBUUFBQUFBQWhrZEFBZ0FBQUFBQURJK0FCQUFBQUFBQUdCNEJDUUFBQUFBQU1Ed0NFZ0FBQUFBQVlIZ0VKQUFBQUFBQXdQQUlTQUFBQUFBQWdPRVJrQUFBQUFBQUFNTWpJQUVBQUFBQUFJWkhRQUlBQUFBQUFBeVBnQVFBQUFBQUFCZ2VBUWtBQUFBQUFEQThBaElBQUFBQUFHQjRCQ1FBQUFBQUFNRHdDRWdBQUFBQUFJRGhFWkFBQUFBQUFBRERJeUFCQUFBQUFBQ0dSMEFDQUFBQUFBQU1qNEFFQUFBQUFBQVlIZ0VKQUFBQUFBQXdQQUlTQUFBQUFBQmdlQVFrQUFBQUFBREE4QWhJQUFBQUFBQ0E0UkdRQUFBQUFBQUF3ek43dXdBQXh2RGI3M3MxZC81NzNpNERLQmUyL2JMVDJ5WEFpZXp2Qy9jNXdCUGN4d0NVUlFRa0FFckY3ajE3dFh2UFhtK1hBUUFsWnZ1T1hkcStZNWUzeXdBQUFJWEVGQnNBSmFaR2pSQUZCMWYyZGhsQXVSVVlHS2hhWVRXOVhZYWgxUXFycWNEQVFHK1hBVnkxS2xYeTV6NEdvTXd3Mld3Mm03ZUxBRkErSlNRa2F1TlBXL1RQOFJQZUxnVnVuRDF6V3JFbnM3OVBOV3FFcW5iZGVsNnVDSjZvVTZlV3VuVytWZFdyVmZOMktZWjFQajVlR3pkdjBjbllVOTR1QlU3RXhzYnExS25zNzAydFdyVlV1M1p0TDFlRUs0WFZERlhQN2wyNGp3RW9Fd2hJQUFCYXZueTUzbnJyTFVuU1F3ODlwTEZqeDNxNUlnQW91a1dMRmlreU1sS1M5T1NUVDJyNDhPRmVyZ2dBVUpZeHhRWUFBQUFBQUJnZUFRa0FBQUFBQURBOEFoSUFBQUFBQUdCNEJDUUFBQUFBQU1Ed0NFZ0FBQUFBQUlEaEVaQUFBQUFBQUFEREl5QUJBQUFBQUFDR1IwQUNBQUFBQUFBTWo0QUVBQUFBQUFBWUhnRUpBQUFBQUFBd1BBSVNBQUFBQUFCZ2VBUWtBQUFBQUFEQThBaElBQUFBQUFDQTRSR1FBQUFBQUFBQXd5TWdBUUFBQUFBQWhrZEFBZ0FBQUFBQURJK0FCQUFBQUFBQUdCNEJDUUFBQUFBQU1Ed0NFZ0FBQUFBQVlIZ0VKQUFBQUFBQXdQQUlTQUFBQUFBQWdPRVJrQUFBQUFBQUFNTWpJQUVBQUFBQUFJWkhRQUlBQUFBQUFBeVBnQVFBQUFBQUFCZ2VBUWtBQUFBQUFEQThBaElBQUFBQUFHQjRCQ1FBQUFBQUFNRHd6TjR1QUFCUXR1emR1MWVMRmkzeWRoa29wMUpUVTNYczJERkpVdjM2OWVYdjcrL2xpbENlN2R5NTA5c2xBQUN1SWdRa0FBQUhlL2Z1MWQ2OWU3MWRCc3Fwckt3c21Vd21tVXdtYjVjQ0FBRGdnQ2syQUFDRmhJU29jdVhLM2k0REJrQTRBbS93OS9kWGFHaW90OHNBQUpSeEpwdk5adk4yRVFBQTcwcE1UTlNXTFZ0MDh1UkpiNWVDY3U3YmI3L1ZpUk1uSkVrMWE5WlUvLzc5dlZ3UmpDQTBORlJkdW5SUjFhcFZ2VjBLQUtBTVk0b05BRURCd2NHNjY2Njd2RjBHREdEUG5qMzJnQ1EwTkZURGh3LzNja1VBQUFEWm1HSURBQUFBQUFBTWo0QUVBQUFBQUFBWUhnRUpBQUFBQUFBd1BBSVNBQUFBQUFCZ2VBUWtBQUFBQUFEQThBaElBQUFBQUFDQTRSR1FBQUFBQUFBQXd6Tjd1d0FBQUZEK3BLV2w2ZURCZzdKYXJRN1BKeVVseVdhelNaS1NrNVAxKysrL094dzNtODFxMHFTSktsYXNXR3ExQWdBQVNKTEpsdk5YQ2dBQVFERkpTa3JTM1hmZnJVdVhMams4bjVtWmFROUlUQ2FUZkgxOUhZNEhCQVRvcTYrK1VuQndjS25WQ2dBQUlESEZCZ0FBbElES2xTdXJUcDA2eXN6TWRQZ25aUWNqSnBOSmt2SWNyMU9uRHVFSUFBRHdDZ0lTQUFCUUlvWU1HZUx3Mkdhek9mMlgzemtBQUFDbGhZQUVBQUNVaU83ZHV4ZG9MWkdLRlN1cWUvZnVKVmdSQUFDQWF3UWtBQUNnUkpqTlpuWG8wQ0hQODdtbjJPVFd0bTFibWMyc0h3OEFBTHlEZ0FRQUFKU1kvdjM3ZTl6MjdydnZMc0ZLQUFBQThrZEFBZ0FBU2t6RGhnMFZFQkRndGwxQVFJQWFOR2hRQ2hVQkFBQTRSMEFDQUFCS1RHaG9xQm8wYUNDYnpXYWZWcE43Y1ZhVHlTU2J6YWJhdFd1clRwMDYzaXdWQUFBWUhBRUpBQUFvTVJVclZsUzdkdTJjcmptU3cyUXlxVjI3ZHFwVXFWSXBWZ1lBQU9DSWdBUUFBSlNvM3IxN3k4Zkg5WjhjUGo0KzZ0dTNieWxXQkFBQWtCY0JDUUFBS0ZIaDRlRUtEUTJWSkllUkpEa2ZoNGFHNnBwcnJ2RktiUUFBQURrSVNBQUFRSWtiTW1SSW9ZNEJBQUNVRnBNdFo1VTBBQUNBRXBLU2txTE9uVHNyS3l2TDRYa2ZIeC85OU5OUDh2ZjM5MUpsQUFBQTJSaEJBZ0FBU3B5L3Y3K2FOMitlNS9ubXpac1RqZ0FBZ0RLQmdBUUFBSlNLL3YzN096eTIyV3g1bmdNQUFQQVdBaElBQUZBcVdyVnFKVDgvUC92akNoVXFxRldyVmw2c0NBQUE0UDhRa0FBQWdGSlJ0MjVkTldyVVNEYWJUVGFiVFhYcTFGSGR1blc5WFJZQUFJQWtBaElBQUZCS0FnSUNkUDMxMTh0a01zbGtNcWxWcTFZS0NBandkbGtBQUFDU0NFZ0FBRUFwNnRXcmwwd21rM3g4Zk5TblR4OXZsd01BQUdCbjluWUJBQURBT0s2Nzdqb0ZCd2ZMWnJPcFhidDIzaTRIQUFEQXptU3oyV3plTGdJQXJnWUpDWW5hc0dtelRwNDg1ZTFTZ0t2YTl1Z3Rra3pxMExHVHQwc0JybXBoTlVQVnMzc1hWYTlXemR1bEFFQzV3QWdTQVBEUXRoMDc5ZXFzdDVXUW1PanRVb0NyV2xaV2xpUnAyNjk3dlZ3SmNIVUxEQXlVMldMV2ZYZjM5WFlwQUZBdUVKQUFnSWRPblRwTk9BSVVBeDhmbGtBRGlrTnljckpPbklqMWRoa0FVRzRRa0FCQUlYUm9kNk51Ym4rVHQ4c0FBQmpRdGw5MmF2dU9YZDR1QXdES0hRSVNBQ2lFbTl2ZnBORlBqL0IyR1FBQVEzcVBnQVFBU2dCalhBRUFBQUFBZ09FUmtBQUFBQUFBQU1NaklBRUFBQUFBQUlaSFFBSUFBQUFBQUF5UGdBUUFBQUFBQUJnZUFRa0FBQUFBQURBOEFoSUFBQUFBQUdCNEJDUUFBQUFBQU1Ed0NFZ0FBQUFBQUlEaEVaQUFBQUFBQUFEREl5QUJBQUFBQUFDR1IwQUNBQUFBQUFBTWo0QUVBQUFBQUFBWUhnRUpBQUFBQUFBd1BBSVNBQUFBQUFCZ2VBUWtBQUFBQUFEQThBaElBQUFBQUFDQTRSR1FBQUFBQUFBQXd5TWdBUUFBQUFBQWhrZEFBZ0FBQUFBQURJK0FCQUFBQUFBQUdCNEJDUUFBQUFBQU1Ed0NFZ0FBQUFBQVlIZ0VKQUFBQUFBQXdQQUlTQUFBQUFBQWdPRVJrQUFBQUFBQUFNTWpJQUVBQUFBQUFJWkhRQUlBQUFBQUFBeVBnQVFBQUFBQUFCZ2VBUWtBQUFBQUFEQThBaElBQUFBQUFHQjRCQ1FBQUFBQUFNRHdDRWdBQUFBQUFJRGhFWkFBQUFBQUFBRERJeUFCQUFBQUFBQ0dSMEFDQUNnUnljbkozaTZoV0ZtdFZsbXRWby9hWm1SazZPTEZpNlgrTmJoMDZWS3BYaytTMHRMU1pMUFpTdjI2cGEyOC9YOTJKeU1qd3l2WE5jTC9KUUJBMlVWQUFnQW9WaGN1WE5EVXFWUFZxMWN2SFRwMHFNU3VzMlhMRmcwY09GRHo1czNUK2ZQblMrdzZrblR3NEVGMTZOQkJIVHAwME9uVHA5MjJYN05tamJwMjdhcmV2WHZibjh2S3l0S3hZOGRLck1hNHVEaDE3OTVkVHp6eGhNNmVQVnRpMTduU2tpVkxkTWNkZCtpMTExNHIxUG1YTGwzUzJyVnIzYlk3ZS9hc09uWHFwRTZkT21uUG5qMU8yM1R2M2wyZE9uWHlxRDlQV2ExV2ZmcnBwK3JYcjU5V3JseFpiUDNHeGNWcHpKZ3grdm5ubi9OdFo3UFpOR0xFQ0MxZXZGZ1hMMTRzdHV2blY5ZXNXYk4wKysyMzYrVEpreVYrdlJ3SkNRbDY5OTEzMWE5ZlA4WEh4NWZhZFFFQXlJMkFCQUJRcklLQ2d2VEhIMzhvTFMydDBDK2EzVWxLU3RMTEw3K3NRNGNPYWV2V3JRb09EaTZSNnhTV241K2ZwT3hRSk1mczJiTTFhTkFnZmZ2dHR5Vnl6WlVyVjhwcXRTb2hJVUVoSVNFbGNnMW5mdnp4UjUwN2QwNkppWWtGUGpjdUxrNFBQUENBcGt5Wm92WHIxK2ZiTmlzclM2bXBxVXBOVFZWbVpxYlROcGN2WDFacWFxckhJMzA4a1JPUUpDWW1hczZjT1RweTVFaXg5THRzMlRKRlJVWHBoUmRlVUZ4Y25NdDIyN2R2MTQ0ZE8vVGhoeC9LWkRJVnk3WHpjL3o0Y2ExYXRVcUppWWw2L2ZYWFMveDZ1YTFldlZxeHNiR2FPM2R1cVY0WEFJQWNabThYQUFDNE9oVGtSZWVFQ1JNMGN1UkkvZnJycjFxN2RxMTY5ZXJsOGJsbXMvdGZUVE5uenRTNWMrY2tTWTg4OG9pT0hqM3FjZDhOR3piMHVKYkNxbGl4b3FULys1cGxabWJxN05telNrdEwwNHN2dnFnOWUvWm8zTGh4c2xnc0R1Y2xKQ1RvNE1HRGJ2djM5L2RYeTVZdDdZOHZYNzZzTDcvOFVwSTBlUERnQXIrUVhyOSt2VFp1M09pMlhaczJiVFJvMENENzQ4T0hEOXUvOXYzNjlTdlFOU1dwWnMyYXFsT25qazZkT3FXWFgzNVp6WnMzVi8zNjlRdmNUMG1xV0xHaXBrMmJwbUhEaGlrOVBWMVRwMDdWQng5OElGOWYzeUwxKyt5enoycnIxcTA2Y2VLRVhucnBKUzFZc01CcHUvLys5NytTcEI0OWVpZ3dNTEJJMS9SRXUzYnQxS05IRC8zd3d3L2FzbVdMZnZycEozWHUzTGxRZlZtdFZxV25wM3ZVdGtLRkNob3hZb1JtelpxbE5XdldxRStmUGc3L3gvUGo2K3RyRHlVQkFDZ0tBaElBZ0Z2Nzl1M1Q0TUdEQzNYdWxDbFROR1hLRkkvYmYvamhoMnJkdXJYTDQ4dVdMWE1ZYlRCdDJqU1ArNjVXclpxKy8vNTdqOXNYVnM2THRaeUF4TmZYVjYrOTlwcWFOV3VtK2ZQbjYvUFBQOWRmZi8ybDExOS9YVFZyMXJTZjk5dHZ2Mm5jdUhGdSsyL2N1TEUrKyt3eisrTlBQLzNVUHYxaTFxeFptalZyVnI3bkwxeTRVRzNhdExFL2pvbUpjVHVDSTBmdWdHVERoZzJTcEpDUUVIWG8wTUdqODNNem1VeDY2YVdYTkhEZ1FDVW5KMnZTcEVsYXRteVpSeUZaYWJyKyt1dlZyMTgvclYyN1ZpMWJ0bFJhV3BvcVZhcFVwRDc5L2YwMVpjb1VQZm5razlxK2ZiczJidHlvYnQyNk9iU0ppNHZURHovOElFbnEwcVdMRWhJU1BPN2ZaRElWZW1UVnFGR2p0SG56WmxtdFZyMzExbHZxMkxGam5qRFBFMnZYcnRYMDZkTUxWY09JRVNNOGJ0dTllM2U5OGNZYmhib09BQUM1bGEyL1FBQUFaVktGQ2hWVXQyN2RZdWtyTlRYVlBzTEMxYlZjejk2WGx3QUFJQUJKUkVGVStlbW5uelJ2M2p4SlVsaFltSUtDZ3R4ZUx5c3J5NzRXaW85UDZjd3N6ZjM1WldSazJGOWNQdmJZWTJyVXFKR2VmLzU1L2ZISEg0cUtpdEtBQVFQeW5COFNFcUx3OEhDbHBLUm85KzdkQ2d3TVZPdldyWldlbnE1ZHUzWTV0TDEwNlpMKzg1Ly8yQitucHFhNnJlL0tLU3JkdTNkWDdkcTFYYmIvK3V1dm5hNzdrVE5kNks2NzdpcjAxN1ptelpxYVBIbXlJaUlpZE9EQUFTMWN1RkRQUHZ0c29mcnkxT1RKay9YVFR6OFY2SnlzckN4bFpXWHA2NisvMXRkZmYrM3hlUjkvL0xFYU5Xcms5TmhOTjkya0J4OThVUFhyMTFlWEx2K2Z2ZnVPYStwcy93ZitDUnZaSUFqdUt0U0JndFpSVVhIVlNiVmFxdUpqMVZaYnJVL1Z1cDdXdHRhOWF0MTdiOFZSeGJyUXFuV2hvS0oxVm14UlFBV1VJVFBzUUg1LzVKZnpUY2dnWVVnbG4vZnJ4Y3ZrekRzSU4rZGM1N3F2dTdQSytuMzc5Z24vVjk5OTk1MWU3Yld6czhPRkN4ZjAya2V1ZHUzYThQZjN4NE1IRHpCMjdOaFNCVWNVR1JzYnc5blp1VXpIVUNjakl3UFoyZG5sZmx3aUlqSmNESkFRRVZHSjNOM2RoVlIvUmFkUG44YldyVnV4Yk5reW5ZYXVTQ1FTQkFRRW9GNjllaGczYmh3YU5teW9jeHZDdzhQeHd3OC9RQ3FWb2syYk5saTVjcVhXUUl2Y25EbHo4UFRwVXhnYkcrUDc3Ny9YK1h5YXhNYkdJaWNuUjJXNWxaV1ZjQk9vbU82Zmw1ZW5kSVBacFVzWGJOaXdBZWZQbjFjYkhBR0FkdTNhWWM2Y09ZaUppY0VubjN5Qyt2WHJZKzNhdFVoSVNJQ2ZuNS9TdGx1M2JrVkdSZ1lBNE1TSkU3QzN0MWQ3ek9EZ1lDeGF0QWkydHJidzhQQlFXdGVrU1JNMGFkSkU0MmUrZS9ldVNvRGs3dDI3aUkyTkJRQUVCZ2JxVmNDMGVOQ2dkKy9lT0hueUpNTEN3ckJyMXk3NCt2cWlSWXNXbURGamhsRHpRM0dJMTd4NTg5Um1jTWhuWHRtOGVUTU9IVG9rTFBmeThsSUtNT1RsNWVrVVNGSkgzLzNrQVk1cjE2NWg0Y0tGR3JmYnZYdTM4UHFUVHo1QjM3NTljZVRJRVFDeW55ZDloMDFaV2xvQ0FQNzQ0dy9NbkRsVHIzMEJXVURJeU1nSTA2Wk4wMnMvSnljbmxRQlM3ZHExRVJRVXBIR2Zodzhmb2s2ZE9ucG52Q3hkdWhUNzkrL1hheDhpSWlKdEdDQWhJcUpTa1VxbE9INzhPR0ppWXZEOTk5OWp6NTQ5SlQ1cFBuRGdBR0ppWWhBYkc2dFhDdjJOR3pjd2VmSms1T1hsb1dYTGxqb0hSMWFzV0lIang0L0R5TWdJOCtmUFZ4bkNVQnBqeG94UnU3eG56NTVZdEdnUkFPVU1FblUxR0x5OXZlSHQ3VjNtdGp4Ly9oeUJnWUhDK3lOSGpxak52c2pKeWNIV3JWc0JBQ05HakNpWFdoWW5UNTRVWGhjVUZPZzFMYXk2SXFzLy9QQURCZzBhaE02ZE82TkJnd1lBZ09qb2FFUkVSS2hzVzlKc1FDOWZ2c1RMbHkrRjk1cUNSbTNidHNYWFgzK3RjN3QxRlJzYmk1OSsra2xwV1U1T2p0WmlySXJTMDlPeGZ2MTY1T1hsb1diTm1nZ0tDaEordCtURmFvMk1qSFQ2SFpCSUpLVU9CcFdHdXVDaE50ZXVYY09rU1pNQUFGT25Uc1dRSVVNcW9sbEVSRVE2WVlDRWlJaEtSU1FTWWM2Y09RZ0lDRUJrWkNTMmJObWk5V1l6TFMwTlc3WnNBUUI4OGNVWGVQZmRkM1U2ejdsejV6Qno1a3prNStmRHk4c0xxMWV2MXVuR2NQdjI3ZGk3ZHk4QUNOTU9sd2RONTFZY0dxUzRqYnFiMCt6c2JDUW1KaUloSVFGU3FSVHQyclhUdXgxU3FSUUxGeTZFUkNKQnZYcjFFQnNiaThEQVFIejg4Y2NxdzZGV3IxNk5wS1FrMUt4WlU2bUdTR2xsWm1iaTlPblRBSUJwMDZhaFdiTm1hcmZic1dNSExseTRBRzl2YjZYYUtuWHExRkhadGxhdFd0aTdkNjhRSEFHQXlaTW5DOWt4NmVucG1EZHZIZ0JnL1BqeGFqT1d2di8rZXlGTHFVMmJOc0p5SnljbnRlMnp0N2RYcW5kei9mcDFORzdjV0dOQVJmNlpFaE1UMGFSSkU0MkZhZVhaRzRwYXRXcUZUWnMyQVFEV3JGbURodzhmWXRpd1lmRDE5VlhaTmpFeFVjajYrTzkvLzZzVWVJeUtpa0pBUUlETzlYUmF0MjZ0c1FBc0FOeThlUk03ZCs0RUFDeGN1RkRyWjllRjR1OUJ5NVl0TVd2V0xJMUQ0YUtqby9IRER6K2dxS2dJWGJ0MnhhQkJnL1E2VisvZXZmSHV1KzlxSFI1R1JFU2tEd1pJaUloSXE1Q1FFS0h1aHpyeXFXeDM3dHlwZFNZVXNWZ01zVmdNQURoejVveldtN3ZSbzBlalI0OGVXTDkrUGJadjN5NHN2My8vdnRvYnlwTE1talVMczJiTlVsbStmdjE2dll1TEJnVUZLUlZXTFM0ek14TUpDUW5DK3oxNzlrQWlrZURWcTFkSVRFekVxMWV2aE84REFOU3ZYMThZU3FHUFgzLzlGZUhoNFJDSlJKZy9mejVPbno2TndNQkF6SjgvSCt2WHJ4ZHFnb1NGaFFuRFRhWk5tNlpUY0tra1I0OGVGUUkvOWVyVlE5T21UZFZ1Sng4V1U3OStmWTNiS0ZJTWpnQ3lvSUtjWXZaRnk1WXQwYUpGQzVYOTVjTlFHamR1ckhlMlVFeE1EQ1pQbmd4alkyTU1HVElFdzRjUFZ6dms0L2ZmZjBka1pDUjY5KzZ0MTh3OURnNE9hTjI2TlFBSXc0UGMzZDJGWlhMNStmbjR6My8rQTZsVUNrOVBUL1RwMDBldnoxR2NrNU9UeGdBUkFNVEZ4UW12MzMvLy9USUhTT1JpWW1LVXNzVFVGUTRXaThWQ3hzbTllL2Z3NFljZmx2cDhuMzMyV2JrRS80aUl5TEF4UUVKRVJGcGxabVlpS2lxcXhPMEtDd3QxMmc0b2VZaEVSa1lHcmwrL0xnUkhldlRvZ2J5OFBGeTllbFhyZnZKZ2pVZ2swbHF6UWI1ZGVSay9manppNHVLUW1KaW9rakdpV0F0RFRpUVN3ZEhSRVM0dUxxaFhyMTZwemlrZmVqSjA2RkEwYmRvVTllclZ3OW16WnhFZUhvNXQyN1poOU9qUmlJMk54ZlRwMHdFQUF3WU1RTWVPSFV0MUxrV0ZoWVZLbitucDA2Y2FnMHp5WVM3YUFrcWxvVzg5anVLKy9QSkxmUHp4eDBxRlE3T3lzbEMzYmwwOGVmSUVPM2Jzd0tGRGh6QnExQ2dNSFRwVWJlRmdiVVZwM2R6Y3NITGxTdUYxY2ZMaFNPcU9XMWhZaUY2OWVtSGZ2bjNvM3IwNzVzMmJoNlpObTJxc1YxTldpait2NmpKZlNrc2lrU0FwS1VubjdWTlNVc3AwdnF5c3JETHRUMFJFQkRCQVFrUkVKZWpac3llNmRPbnlSczlwWm1ZR0V4TVRUSnMyRGE5ZXZjS0VDUk4wdWludTBLRURjbk56OGYzMzMydThvY3pMeTBQNzl1M0x0YjJ2WHIzQzgrZlBBY2h1bkoyY25KQ2NuQXlwVklxdVhidkN5OHNMTGk0dXFGR2pCbXJVcUFFWEY1Y3lUMlU3WThZTU9EazVZZlRvMFFCa1JXSm56WnFGYjc3NUJoczNib1NWbFJVT0hqeUk5UFIwTkdqUUFOOSsrMjJaUHljZ203bEdzYjVIWkdTazJ1MmtVcW53UFZFM3BHYkhqaDI0ZS9ldXl2SUZDeGFvclpFaWxVcEwyMlFWNnJKWlBEMDlFUmdZaUtDZ0lHemN1QkZwYVdsWXMyWU5qaHc1Z3UrLy94NGRPblFBOEgvMVU3VFYyN0d5c3RLYTZTVFByRkYzREV0TFM0d1pNd1lqUm96QXNXUEhjT3pZTVdSbVpwWVlJTW5KeWNIZmYvK05pSWdJK1BqNDZGUTBXYjRmSUp0cFJyRzRjRmsxYU5BQUlTRWhhdGN0V3JRSXdjSEJxRm16SmpaczJBQkhSMGV0eC9yNTU1OXg2dFFwTkd6WUVGdTJiRkg3ZmRNMit4VVJFWkd1R0NBaElpS3RURXhNeW53elgxcURCdyt1bFBQcVN6NTh4OFhGQmRXclY0ZXhzVEg4L1B5UWtKQ0FuajE3cXExL0lwOGxwTFNNakl3d2Z2eDRwV1h0MjdmSG1ERmpzR25USml4YnRneUFiSWhGU1hWYkpCSUowdExTTks3UHk4c0RJQXNPYk51MkRZQnM1cHVJaUFqOC9mZmZhdmQ1OGVLRnNKKzZMSmxIang2cHpRaFNuSzFHa1dMV1Qxa3pTRFF4TmpiR29FR0QwS3RYTDZ4ZXZScEhqeDVGZkh5ODBzKy92T2h1V1lJSjhzOTQrdlJwUEh6NFVHbGRpeFl0MEtsVHB4S0hRdVhuNTJQLy92MklpSWhBUkVRRW9xT2poU0RTNXMyYmRRNlFaR1ptQXBBRlpoU0hodW5EeGNWRjVmL0V5TWhJN1V4RDI3WnRRM0J3TUl5TWpQRGRkOStWT0gzNHpwMDdjZXJVS1ppWm1XSGh3b1Y2ejNSRFJFU2tEd1pJaUloSUx4Y3ZYbFNhT2FVOFRKOCtYZWNidW44anhVS2ZjbzZPamtoSVNGQWJlSkJJSkJnMmJCamF0MitQa1NOSHFoU3h6TXZMUTNKeU1sSlRVNFh0RmQ5cjQrcnFDcEZJSk53c04yclVDRlpXVmxyM2lZbUpRVUJBUUluSFRreE1SSEp5TWl3c0xMQmd3UUw0Ky92am4zLytRVnBhbWtydEN2a1FJR05qWTdpN3U2c2N5OC9QVDhqa1NFbEpLZkZucXFJQ0pJY1BIOGJaczJjeGF0UW9vVml1cmEwdGZ2cnBKL1RyMXc5Ly92bW4waEFpZWNaRldZYWp5SWUxWExod1FXVmRZV0VoT25YcXBMUXNJeU1ESjArZXhNT0hEM0huemgwQXN2b2RTNWN1Vlh0OGRZRUpUZVJGY01WaXNjb1Uwcm9LQ3d2VEtZTWpPam9hdi83Nkt3RFovK2VrU1pQZzZPaUlWcTFhb1hYcjFtalRwbzBRVEpOL3ZoTW5Uc0RFeEFSejVzeFIrM05FUkVSVW5oZ2dJU0lpdlNRbUp1TFBQLzhzMTJObVoyZXJMQXNQRDhmYXRXdjFPbzQ4WTJIWHJsMDRjZUtFMm0wVWgycjg4c3N2U3NNNVB2MzAwM0tiN1VZK2JFQmRIWVlEQnc0Z01qSVNrWkdSNk55NXM4cVV2K2ZPblZNcVl2djQ4V1AwNnRWTDYvbWVQMytPQlFzVzROYXRXd0JrbVNPdlg3OUdhR2dvL1AzOU1XclVLUGo3KzVlWW1hQnVmVUZCQVFvTEMrSG01b1loUTRZZ01qSVM5ZXJWUTUwNmRmRGl4UXZjdkhsVDVmc212NUYzZDNkWG0yMmhXRVQxeVpNblNnR1MxTlJVbGNLMWlvR21FeWRPNE1hTkd5ckhsQWRScmx5NWdzVEVSS1YxdHJhMktobEpPVGs1V0w5K1BkTFQwM0g3OW0wMGFkSUVZOGFNRVFJVTZxWmpsbWRjYUpxWlJSZnluMU0vUHorNHVyb0tiWDd5NUFuTXpNeHcrZkpsM0wxN0Y2R2hvUUNBVzdkdUNmK3ZjaVltSnZEMTlVWFRwazNScEVrVE5HM2FGTDE3OTBaK2ZyNWV3WnV5MXY0d01USFJlWGpMTysrOGd6Tm56aUE2T2hvM2I5N0V6WnMzY2V2V0xhV2ZkMmRuWjNoN2UrUG16WnZJeU1pQXZiMDlsaTVkaXBZdFc1YXBuVVJFUkxwZ2dJU0lpRXFsYjkrK21EeDVjcG1PTVhUb1VJMXAvZW5wNlNyREQzUVZIeCtQK1BqNEVyZUxpWWxSZXArY25Bd0FXTGR1bmRJTnUySlF4ZC9mWCtVNHYvLyt1MHJkREhseHp1S2ZMelkyRmhzMmJBQUE5T3ZYVCtVR0hKQmxBRGc2T2dxejM1aWFtcUpHalJvb0xDeFVxdjhoYi9QKy9mc1JHQmdvRFAvdzkvZkgxS2xURVJJU2d2bno1eU0xTlJYTGxpM0R0bTNiNE9mbkJ6OC9QelJ1M0ZodEpvYTZXWHBtelpxRmt5ZFBBcEJOcmZyQkJ4OEFrTTBtOCtMRkM0U0docW9FU09RQkRNV1phSFQxK3ZWcjRYdWtUa216L2x5OGVGRmxScVhhdFd1ckJFZ3NMUzJ4YnQwNmJOaXdBZGV1WFVORVJBUW1UNTRNYjI5dlRKZ3dRZVdtWEN3V0M5OWpCd2NIZlQ2U0V2a3hCZzRjS1B6L3g4YkdDZ0dTZ3djUEtnV0FMQ3dzMExKbFN6UnIxZ3oyOXZaWXNtUUpiRzF0bFRKSWlvcUtoT1BxRXlDUi8zejYrUGhnOXV6Wk91KzNjdVZLbkQ1OVdtMjltSks4ODg0N2VPZWRkeEFRRUlEOC9Id0VCUVZoeDQ0ZFNFNU9SbEpTRXM2ZlB5OXNhMlptaHJObnp5STlQUjJ0VzdjdTFmbUlpSWgweFFBSkVSR1ZpcG1aV1ptbkJOVTJWS0pObXpiWXVYT25Yc2Y3NnF1dmtKZVhoeEVqUnFCYnQyNXF0eWtvS0JBS20zNzc3YmZ3OVBRVTFzbURHdm41K1NxejBjaXBXNjZ1Z0dpdFdyVUFLRStqV2xoWWlObXpaeU0zTnhmMjl2YjQ1cHR2MUo2alc3ZHVtRE5uRG1KaVl2REpKNStnVWFORzJMVnJGeElTRW9SaEVFK2ZQc1hldlhzUkhCd3MxTFJ3YzNQRDlPblQ0ZVBqQTBBMiswL0xsaTJ4YXRVcUJBY0hJeTB0RFlHQmdRZ01ERVQxNnRXeGE5Y3VJWU5CbSs3ZHU2TisvZnJDTkx6eUlwbWRPblhDOGVQSGNmNzhlWHozM1hmQzBJNm9xQ2loUUt0ODJJbytiRzF0MGJkdlg2VmxVVkZSZVBUb0VVUWlrY2JwWUUrZE9nV3BWQXB2YjIrVndyQ2FDb0UyYWRJRXExZXZ4c09IRDdGeTVVcmN1WE1IOSs3ZHcrVEprM0h5NUVtbEczTEY0RlJaWnVhUi93d3BGaHRWbk5tbVo4K2VhTnEwS1JJU0VoQWNISXoyN2R0anlaSWxBR1RaTnVvb1ptR1ZOS1JLa1h6NjVIcjE2cUY2OWVvNjd5Y3ZWcXRQd0NJakl3UFIwZEdJam83R1AvLzhnNGlJQ1B6enp6OUt2MU0yTmpaQ0pvdzhFK2pRb1VNNGRPZ1FqSTJOMGF4Wk0vajQrS0JkdTNidzlQUXNVeDBmSWlLaTRoZ2dJU0tpZnlVN096dTF0VDIwa1FkY2F0V3FwWEZmK2ZBR1FQWWtXOXM1dW5UcGdubno1cWxkRngwZGpSRWpSbWpjVjE1VFJURkxaYzJhTmNMUWsxbXpacFU0ZTRjbVVxa1VpeFl0RW81bGFXbUp6ejc3RE1PSEQxY1pJbE85ZW5YTW16Y1B3NFlOdzdadDIzRGh3Z1ZJcFZLNHVibnBGQndCQUY5Zlg3V3pzdmo0K01EYzNCdzVPVGs0YythTWtGMGpIOTVrWTJPRHRtM2I2djM1WEZ4Y01HZk9IS1ZsczJmUHhxTkhqK0R1N3E2eVR1NzMzMzlIUVVFQkJnd1lnSTgrK2tpdmN6WnIxZ3hidDI3RnVYUG5zSExsU293Y09WTGw1ajg2T2xwNHJXNW1IbDNKZ3htS21SN3k3QTh6TXpNTUdEQUFBSER3NEVFRUJ3ZnJkRXg1YlpUaXg5VW1OalpXcUVGU1VySFU0dVRUNm1vYmF2VHMyVE5zMkxBQmNYRnhpSXVMUTNwNnV0cnQ2dGV2ai9mZmZ4Kyt2cjVvMDZhTlVCUzNxS2dJOSs3ZHc2VkxsM0RwMGlYRXhzYmkzcjE3dUhmdkhqWnUzQWhiVzFzY1BIZ1FMaTR1ZXJXZGlJaElFd1pJaUlpSU5OQTBFd2RROGl3bUhoNGVBR1MxTTVLU2tuRGp4ZzNzMmJNSEFEQm8wQ0NWUXB6NkVJbEVtRE5uRGo3NzdETjA3ZG9WblRwMWdwT1RFNktpb3JUdTkvbm5uK09UVHo3QnZYdjM5QTQrcVdOaFlZRmV2WHJoK1BIakNBd01SUC8rL1pHZm40L2p4NDhEQUhyMTZxVjFPbHg5aEllSEE1RE44bEtSZXZUb2dVNmRPcWx0OS8zNzl3SElNalJxMXF4WnF1T0x4V0toVm9xdHJhMnd2S3l6NHlqT1JtTnNiS3pUUHZMUEE2Z3ZOS3pMK2JSbGtOU3NXUlBoNGVGSzlXTmNYVjNoNGVHQlJvMGF3ZFBURTgyYk54ZUdLd1VIQjZObno1NW8yN1l0ZnY3NVp4Z1pHYUZseTVabzJiSWxKaytlak1qSVNDRlk4dmp4WXpScTFJakJFU0lpS2xjTWtCQVJVYW5JWjFvcEM4V1pTYlFwS0NnUWhpRG9JajgvWDIzaFYvbTZOOEhOelEyMnRyYkl5TWpBNXMyYmNlellNUURBZSsrOWgvLzk3MzlsUG42dFdyVnc1c3daM0wxN0YxOTk5WlhPKzdWcDB3WWJOMjRzOC9ubGhnNGRpdVBIanlNNk9ocEJRVUhJek13VWJvaDFtUmxIRjJGaFljSlFrTkprcENpNmMrY09KazJhVktwOTVWa2EyZG5aU2tWbXRiRzJ0c2FwVTZlRTkvS2l2VVpHUmtwVDFzcC92a3NiSUpFWGNkVTFLd2o0djFsMExDd3MwTGh4WTczT0p4YUxBV2dQa0ppYW1tTHUzTG5JeXNwQ25UcDFVTDkrZmEzWkxYbDVlVWhQVHhlT1haeUhod2M4UER3d2V2Um92SHIxU3E4K2dZaUlTQmNNa0JBUlVhbWNPblZLNmNhdklxMWF0UXI3OSsvWGVmdGx5NVpoMmJKbEZkZ2kzYlJvMFFKWHJseEJVRkFRQU5td2pDVkxsZ2hEQ01wSzhUaEdSa1phaDMxa1pHVG9ORTJ3Tm1LeFdPV0cyTVBEQTUwN2Q4Ymx5NWV4WWNNR1lRaFR6NTQ5aFpvbFpiVjE2MVlBc3FFM1pjbThBV1MxTXpUZGdPdEtLcFdXK2hqeW1qUXVMaTVLLzMveU9od2x6VEtrNkpkZmZzR3paODhnbFVweCsvWnRBTG9Ia0RJek0zSDE2bFVBc3FGUyt2NU15b2ZtS0FaNUZJbkZZangrL0JqbTV1WXdOemRIVmxZVy92cnJMNjNIZlBic0dRQlpnZWJpcy9ab0lpOHlhMmRuSjJSdEVSRVJsUllESkVSRVZDbzFhdFFRYm9EajQrUHg3Tmt6V0ZsWndjdkxTMlhidTNmdklpY25CM1hxMUZHcWRYRDc5bTJkTWpyTXpjMTFLZ1lwdjJrMU56ZlhPclNqckRmSXVsSXM1T25tNW9aTm16WXBGYmE5ZS9jdXBGSnB1VXhoYW1Oakl3UmkxQWtNREN4MTBPamx5NWZZdEdrVG5qOS9qdTNidDZ1cy8vYmJiM0hqeGcyaHhrUzFhdFUwRnFEVjE1NDllM0QzN2wwQXNveVVzZ2FYR2pkdXJIZngzNWN2WDJMR2pCbVFTQ1NvWDcrK1hyTzlGQi91SXE5alVqeVlWWm9BaWJtNU9hNWZ2eTY4cjFHakJrYU5Hb1dpb3FJU2k1Y2VPSEJBeU1EbzA2ZVB6dWVVa3dkSUZJY0pLWXFNak5RcnMwblJvMGVQOU43WHg4ZEg3Mm5CaVlpSWltT0FoSWlJOU5LbVRSdjg5Tk5QZU9lZGQ0UjZFTXVXTGNPelo4K0VHVk9LR3pSb0VLS2lvdEMzYjE5OCtlV1h3dkt6Wjg4aUt5dExxT2V3WXNVS05HellFRjI2ZEZHNjhab3dZUUltVEpoUVl0czZkT2lBM054Y1RKa3lCUU1IRGxTN1RWNWVIdHEzYjYvWFo5WlhibTR1Rmk5ZUxOVGlBSURwMDZlcnpIeHkrZkpsN042OUcrM2J0OGVhTldzcXRFMmxrWnljak8zYnQrUElrU09RU0NTd3NMQ0FSQ0pSQ1ZKWVdWbkJ6YzFOdVBsdjFxeFp1ZFNHdUhEaGd2Qjk4ZkR3d05DaFE4dDhUR3RyYTczcWJieDY5UXF6Wjg4V1pnb3lNakpDWW1JaXVuVHBvbk90RDBYeUxJb21UWm9vTFpjSFNQU1pvcmR2Mzc1d2RuWkdVVkVSSEJ3YzBMbHpad0NBbjU4ZmV2YnNpV0hEaHFuOWY4ak16QlNtc1haMmRsWmJnRmVibkp3Y0liQ3BhU1lyVzF0YllUYWxrb2pGWWp4NDhFQmx1YXVySzk1NTV4MmRqbEg4KzBsRVJGUWFESkFRRVpGZUdqUm9vRFIwUWlxVkNxbjZqUm8xMHV0WVBYdjJWSHAvNWNvVjdOMjdGd2tKQ2NKVXZPWE56TXdNdi8zMkd3RFp6V0Y1KytlZmYvREREejhvelY0REFCY3ZYbFM1WVpSUEcxczhPeVk5UFIyUEhqMFMxdWZrNU9EUm8wZElTVWtwOS9hcTgrclZLK3phdFF1Ly9mYWIwbzN3WjU5OXBySnRYRndjdnZubUc2WFBlL1BtVFV5Yk5nM3o1OC9YS1NQaXp6Ly9GRjdMQXhGNzkrN0ZpaFVyQU1peUtoWXRXZ1F6TTdNeWZTNTloWWFHWXM2Y09VcTFkcUtpb3ZEZGQ5L0IxZFVWZ3djUHhvQUJBelFPTXlsT0twVUtuN1ZaczJaSzYrVDFUZlFKa0RSczJCQU5HelpVV2hZVEU0T2twQ1RzMjdjUFhidDJWUnNnV2I1OHVaQUI4dGxubituOWZWVWNxcVVwUU5Ld1ljTVNNenJ5OHZKdzZOQWg3Tml4QXdEZzRPQ0ExTlJVMk5yYUlqczdHd2tKQ1dqYnRpM0dqUnVuMXhURVJFUkVwY1VBQ1JFUmxjbHZ2LzJHNTgrZkE1RE5XbElXOGdLVytrNDVxZytSU0tUekZLMUZSVVVhaTcwcVRoY015SVljYk5pd0FZY1BIeGFLei9yNStjSER3d09yVnEzQ3NXUEhNSHo0Y0tWenl6TXUzTjNkbFk0VkVoS0NrSkFRNGYzVHAwOHhmUGh3bmRwY0d2SVpTUUJneVpJbENBa0pFUUlWOXZiMkdERmlCQVlQSHF4eTgzNzgrSEVzWGJwVW1QSjE4T0RCU0U1T3hvVUxGM0R4NGtVTUhUb1VjK2ZPVlFrR0tQcnR0OSt3ZVBGaTRmM3ExYXN4ZCs1YytQcjZZdS9ldlNnb0tNQ0tGU3QwemlRb0R6RXhNZGk0Y1NQT25Uc0hRUFl6TTNYcVZMUnQyeGE3ZHUzQzc3Ly9qbGV2WG1IMTZ0WFl2SGt6L1B6OE1HVElFSlZnUlhFUEhqekE2OWV2WVd4c3JGSXJSQjRnVVJkUWtrcWx3bXRyYTJ0MDd0eFo0OUFXZVkwVEFHcS9aNWN2WHhZeW0yclhyaTFNemF3UGVjRmNBTUlNTlBwSVNFakE0Y09IY2ZUb1VhU21wc0xKeVFuejU4OUhibTR1NXMrZkQwOVBUNHdmUHg0elo4N0U4ZVBIY2Zic1dmajUrV0h3NE1Hc00wSkVSQldLQVJJaUlpcTFrSkFRTEZteUJJQXNHNlNrRzBSdFhyOStMZHdrMXE5ZlgrLzlwVktwY0ZNdkVvbEszUTVGbHk1ZDBtbjR3YTFidHpCLy9ueGg5aFpyYTJ0OC8vMzM2Tk9uRDNKemM3Rjc5MjZrcHFaaTVzeVoyTHg1TTB4TlRTR1JTSVNzaTNmZmZWZnBlQTRPRHFoYnQ2N0tlUW9LQ3ZEbzBhTnkrR1RLSWlNamhkY1hMMTRFSUJzMk0zejRjSHo2NmFjcVV4MC9lZklFSzFhc0VPcGZpRVFpakI4L0hwOS8vamtLQ3d2eDg4OC9JeWdvQ00rZVBjUElrU1BSdjM5L2ZQbmxseW96ckJ3N2Rneno1czBESUJ1NjllREJBNXc2ZFFybTV1YVlPblVxTm0zYVZHTHhXVVVqUm95QVJDSXAxVTIwUkNMQmpSczNjUGp3WVZ5OWVsVUljcm01dVdIZXZIbENuWmk1YytmaTY2Ky94cjU5KzNEMDZGSGs1T1FnS0NnSVFVRkJhTisrUFVhTUdJRTJiZHFvUGNmUm8wY0JBSzFidDRhTmpZMndQRFkyVnNqVVVjeHFrZ2RCRkxOelhGMWRzWHo1Y28yZjQrYk5tOEoyeGJNN25qeDVncDkrK2tsNFAyUEdqRkxObXZQdzRVUGhkZkZoWTVwa1ptYmkwcVZMT0hmdUhNTEN3bEJVVkFScmEydU1HVE1HbjM3NktheXRyWVh2RHlDckZiTjM3MTRjT0hBQXUzYnRFcjdIelpzM3h3Y2ZmSUJPblRxaFhyMTZlcmVkaUloSUd3WklpSWhJYnhrWkdkaTBhUk1PSFRxRW9xSWkxS3haVSt2VXRmS2J3ZGV2WDJ2YzV2Nzkrd0JrTTdPVUp0RHk5OTkvQ3dFU2ZRcGRhbU51YnE3eFNYMWhZYUV3NU1YVDB4UE96czVJUzB1RG41OGZKazZjS0F3SnNMQ3d3SC8vKzE4c1hMZ1E5Ky9meDZSSmt6Qm56aHhjdjM1ZGFHL3hESXNPSFRwZ3pwdzVLdWRNU0VpQW41K2YydlpJSkJLRWhvWnEvQ3p5YkJWMWZ2MzFWK0cxcWFrcEJnMGFoQysrK0VMbEJqczJOaGJidDIvSGlSTW5oQUNDcTZzcjVzK2ZMd1FRakkyTk1YMzZkSGg1ZWVIbm4zOUdibTR1amg0OWlwTW5UOExQenc4ZmYvd3htamR2anVQSGoyUHUzTGtBWkFHRE5Xdlc0Tnk1YzVneFl3YUNnb0p3OWVwVjlPM2JGNjFidDBaaFlTR3NyYTFoYW1vS1UxTlRtSmlZd05UVVZDVVFObWJNR09UbjU2T2dvQURKeWNrb0tDZ1EzaGNVRk1ERHcwT3Bmb3A4dHBScjE2N2gwcVZMUXBGWlFCWWdHalpzR0VhTUdLSHk4K1RxNm9xcFU2ZGk5T2pST0hUb0VQYnYzNCswdERTRWhvWWlORFFValJzM3hvZ1JJOUM5ZTNlaFRzbkxseThSSEJ3TUFPalNwUXZDd3NKZ2IyOFBpVVNDVFpzMkNjZFZIRzRsRHhSR1IwZGp3WUlGNk5XcmwwcXdTaTRuSndlM2J0MFNabnNxSHRpTGpvN0d1SEhqaEl5b2tTTkhvblhyMW1xUHBVMTJkallPSERnQVFQYjdvVzJtb2lkUG51REdqUnNJQ3d0RGVIaTQ4UFB1NE9DQVFZTUdZZWpRb1VxQm91TE16TXd3WXNRSWZQTEpKd2dNRE1TaFE0Znc0TUVEUEhqd0FDdFhya1RkdW5YUm9rVUxOR3ZXREo2ZW5uQjNkeSszR2FLSWlNZ3c4YThJRVJIcEpEOC9IN2R2MzhZZmYveUIwNmRQQzBVbDY5ZXZqMVdyVnNISnlVbmp2blhyMXNXOWUvZHc1c3daZE92V1Rla0pmMUZSRWFLaW9yQnk1VW9Bc2t3Q2JUVVJybCsvanNqSVNOaloyY0hTMGhLbXBxWklTVW5CcmwyN2hHM0trc21pcUVPSERrS0dUSEZQbmp4QlFFQUFBRm5kaU1XTEZ5TTFOVlVvWEt2STM5OGZmL3p4QjI3Y3VJSHIxNjhyRFVWeWQzY1hoaW00dXJxaWI5KythbzhCeUthR0RRa0pVVHREU1ZaV2xrNkZiTlVaTkdnUUZpOWVqRFp0Mm1EMjdOa3FtUjUvLy8wM2R1ellnVC8rK0VNSWpCZ1pHV0hRb0VINCt1dXYxYzR3MUs5ZlA3UnMyUkkvLy93endzTENVRkJRZ0dQSGp1SFlzV05ZdTNZdHpwOC9EMEQyODdOMDZWS1ltcHJDejg4UGxwYVdtRHQzTGhJVEU3RjkrM2ExcytiSUdSc2J3OVRVRklXRmhjS01MSnJVckZrVEowNmN3UFhyMTNIMjdGbjg5ZGRmZVByMHFkTHdGVUNXRWVIdjc0L0Jnd2RyREk3SjJkcmE0c3N2djhTd1ljTnc2TkFoN05tekJ5a3BLWGo4K0RGKy9QRkhyRm16QnBNbVRVTDM3dDJ4ZVBGaVNDUVMxSzFiRjc2K3Z1amJ0Ni9LOFlvUG8yclNwQW5lZi85OTNMaHhROGlnMElXOXZUMkdEUnNtdkgvNDhDRW1UcHdvWkRoMTd0d1pYMy85dGRwOVkyTmpNWGZ1WE5TcVZRc3VMaTV3Y25LQ2pZME56TTNOOGVyVkt4dytmRmlZV3ZlRER6NWVyMDAxQUFBZ0FFbEVRVlRRT0Z2VXFsV3JzSHYzYnFWbHpabzFRMEJBQUhyMDZLRjFscW5pckt5c01IcjBhSXdjT1JJWExsekFrU05IY092V0xUeC8vaHpQbnovSDhlUEgwYVJKRTJ6ZHVwVUJFaUlpS2hQK0ZTRWlJcTNDd3NLd2Z2MTZQSG55UkdsS1hoTVRFd3djT0JBVEprd29NV05qOE9EQk9ISGlCREl5TWpCMjdGaU4yeGtaR1dIa3lKRmFqeFVmSHk4RVU5UjU3NzMzMExoeFk2M0hLSW1OalEyY25aMDFGcUFFWk1HS0gzNzRBWUFzUzZSZXZYb2FVLzVGSWhFV0wxNk1zV1BINHZIangwcnI1RUVXUUhaRHJDNXpSUEU0bWpJSWpJMk50ZGI2U0VwS1FueDh2TnAxZ3dZTmdrZ2tncisvdjlxWldRb0tDaEFTRWlJRVI5NS8vMzFNbmp5NXhLRXN0V3ZYeHRxMWEzSHg0a1dzVzdjTzBkSFJHRDE2Tkh4OGZHQmxaWVg3OSs5ajVjcVZTbGtFWGJ0MlJldldyWEh1M0RsY3ZIZ1JjWEZ4U0V4TVJHNXVya293bzdDd0VJV0ZoVnJiSUNlZnl0Ykd4Z2JIang5WE9wYU5qUTA2ZGVxRTNyMTc0LzMzMzlkN2Rob0xDd3VoVHN1UkkwZXdlL2R1SkNjbjQrWExsOExQVVB2MjdSRVNFb0xKa3lmRHpjME5IaDRlUXJGVE56YzM5TzNiViszTVMwdVhMc1dXTFZzUUZoYUdseTlmQ2xrWXhSa2JHNk42OWVydzl2Ykd5SkVqaFRvK1I0NGN3WklsUzRRQVVzZU9IYkZvMFNLTjB3RFhxRkVEZCsvZXhlM2J0N1YrWmljbko2MVRPWThiTnc2UmtaRjQ5dXdaZXZmdWpROC8vTEJVUStjVW1aaVlvR2ZQbnVqWnN5Y1NFaEp3OGVKRi9QSEhIM2oyN0JtV0wxOWVicGxqUkVSa3VCZ2dJU0lpcmJ5OXZaR1ltQ2dFUjF4Y1hOQzdkMjhNSGp3WWJtNXVPaDJqYWRPbVdMVnFGVFp0Mm9Tb3FDZ2grMFRPd3NJQ0RSczJ4T2pSbzlHcVZTdXR4eXBlcjBQTzBkRVJYYnAwMFhyVHBxc3Z2L3hTYVRwaWRXeHRiVFZPSmF5T2pZME50bTdkaWsyYk5pRTRPQmk1dWJrWU1HQUFQdjc0NDdJMkY0Q3M3b20yYkl2QXdFQXNXN1pNN1RxUlNJUkJnd1pwM0xkWnMyYVlOV3NXZnZ2dE4zejExVmZ3OXZiV3EyMWR1M1pGNTg2ZGNlWEtGV0hvaDVlWEYzYnMyS0cydm9pTmpRMzgvZjFWQ29nV0ZSVWhQejhmRW9rRUVva0VCUVVGU2dFRCtaQWJrVWdrZk1uZnk3TkJQRDA5TVdUSUVEeCsvQml0V3JWQ3UzYnQ0T1hsVmFvcGU0dXpzTERBcDU5K2lvRURCeUlvS0Fndlhyd1FockVNSGp3WU5XclVRS2RPblFCQUdLWlNrbXJWcW1IaXhJbVlPSEZpcWRxVWtKQWdCRWY2OU9tRDJiTm5hODJ5TURVMVJkT21UUkVaR2FueWV3cklzcVU2ZCs2TUNSTW1hSjBGeXNURUJDdFdySUNKaVVtNTFRUlNWS05HRFF3Wk1nUkRoZ3hSTy9VMEVSRlJhWWlreFIvSEVCR1JXanQyQjJMZXo3TGhGaFBIZllXSjR6Um5RbFExWVdGaGlJcUt3bnZ2dllkR2pScHBmUHI4cGhVVkZVRXFsVUlrRXYxcjJrVDBiN05nd1FJMGJOZ1FRNFlNMFd1L29xSWk1T2JtSWk4dkR3VUZCVEExTllXZG5SMS8xLzRGVnEzYmlGWHJaTFZySm80Ymk0bmp2cXJrRmhFUlZRME10eE1SVVlsOGZIemc0K05UMmMxUXdSczFvcEpObno2OVZQc1pHUm1oV3JWcUdvZDFFUkVSVlRXOHNpUWlJaUlpSWlJaWc4Y0FDUkVSRVJFUkVSRVpQQVpJaUlpSWlJaUlpTWpnTVVCQ1JFUkVSRVJFUkFhUEFSSWlJaUlpSWlJaU1uZ01rQkFSRVJFUkVSR1J3V09BaElpSWlJaUlpSWdNSGdNa1JFUkVSRVJFUkdUd0dDQWhJaUlpSWlJaUlvUEhBQWtSRVJFUkVSRVJHVHdHU0lpSWlJaUlpSWpJNERGQVFrUkVSRVJFUkVRR2p3RVNJaUlpSWlJaUlqSjRESkFRRVJFUkVSRVJrY0ZqZ0lTSWlJaUlpSWlJREI0REpFUkVSRVJFUkVSazhCZ2dJU0lpSWlJaUlpS0R4d0FKRVJFUkVSRVJFUms4QmtpSWlJaUlpSWlJeU9BeFFFSkVSRVJFUkVSRUJvOEJFaUlpSWlJaUlpSXllQXlRRUJFUkVSRVJFWkhCWTRDRWlJaUlpSWlJaUF3ZUF5UkVSRVJFUkVSRVpQQVlJQ0VpSWlJaUlpSWlnOGNBQ1JFUkVSRVJFUkVaUEFaSWlJaUlpSWlJaU1qZ01VQkNSRVJFUkVSRVJBYVBBUklpSWlJaUlpSWlNbmdNa0JBUkVSRVJFUkdSd1dPQWhJaUlpSWlJaUlnTUhnTWtSRVJFUkVSRVJHVHdHQ0FoSWlJaUlpSWlJb05uVXRrTklDSjZHMTIvZVF2QXhzcHVCaEVSR1NEWjN5QWlJaXB2REpBUUVaWENqZkRidUJGK3U3S2JRVVJFUkVSRTVZUkRiSWlJZE9Uc1hCM1cxdGFWM1F3aUlpSUFRTFZxbG5CenJWSFp6U0FpcWpKRVVxbFVXdG1OSUNKNkc2U2xwZVA4eGN1SWkzOVoyVTBoZW12ZENMdUt1QmN2QUFDMTZ0VEIrejRkSzdsRlJHOHYxeG91Nk42dE01d2NIU3U3S1VSRVZRSURKRVJFUlBURzlPdlhEL0h4OFFDQW1qVnI0c1NKRTVYY0lpSWlJaUlaRHJFaElpSWlJaUlpSW9QSEFBa1JFUkVSRVJFUkdUd0dTSWlJaUlpSWlJakk0REZBUWtSRVJFUkVSRVFHandFU0lpSWlJaUlpSWpKNERKQVFFUkVSRVJFUmtjRmpnSVNJaUlpSWlJaUlEQjRESkVSRVJFUkVSRVJrOEJnZ0lTSWlJaUlpSWlLRHh3QUpFUkVSRVJFUkVSazhCa2lJaUlpSWlJaUl5T0F4UUVKRVJFUkVSRVJFQm84QkVpSWlJaUlpSWlJeWVBeVFFQkVSRVJFUkVaSEJZNENFaUlpSWlJaUlpQXdlQXlSRVJFUkVSRVJFWlBBWUlDRWlJaUlpSWlJaWc4Y0FDUkVSRVJFUkVSRVpQQVpJaUlpSWlJaUlpTWpnTVVCQ1JFUkVSRVJFUkFhUEFSSWlJaUlpSWlJaU1uZ01rQkFSRVJFUkVSR1J3V09BaElpSWlJaUlpSWdNSGdNa1JFUkVSRVJFUkdUd0dDQWhJaUlpSWlJaUlvUEhBQWtSRVJFUkVSRVJHVHdHU0lpSWlJaUlpSWpJNERGQVFrUkVSRVJFUkVRR3o2U3lHMEJFLzA2cHFhbTRldlVxWHI1OFdkbE5JYUlxSkNNalErbjE1czJiSzdFMVJGUVZ1Ymk0d05mWEYwNU9UcFhkRkNKNnl6QkFRa1JxWGJ0MkRTdFdyRUI2ZW5wbE40V0lxaWl4V0l4Tm16WlZkak9JcUlxeHNySkNmbjQrQmc4ZVhObE5JYUszRElmWUVKRmE4Zkh4REk0UVVia3JLaXFDVkNxdDdHWVFVUldXbFpXRkZ5OWVWSFl6aU9ndHhBd1NJaXBScTFhdDBMcDE2OHB1QmhGVkFkZXZYOGZkdTNjaGxVclJva1VMdEd2WHJyS2JSRVJWeFAzNzl4RVdGbGJaelNDaXR4Z0RKRVJVb3RhdFcyUE1tREdWM1F3aXFpTHUzYnNIQUdqWHJoMzdGaUlxTjRHQmdReVFFRkdaY0lnTkVSRVJFUkVSRVJrOEJraUlpSWlJaUlpSXlPQXhRRUpFUkVSRVJFUkVCbzhCRWlJaUlpSWlJaUl5ZUF5UUVCRVJFUkVSRVpIQlk0Q0VpSWlJaUlpSWlBd2VBeVJFUkVSRVJFUkVaUEJNS3JzQlJGUzVKQklKVWxKU1VGaFlxTFE4SXlNRFVxbFVlUDN5NVV1bDlVWkdSbkJ5Y29LSkNic1JJbExGdm9XSUtrcGhZU0ZTVWxJZ2tVaVVsaXYyTDJLeG1QMExFZWxOSkpYM0lrUmtrUEx5OHZEZGQ5OGhKaVpHYVhsR1JnYlMwOU1CQUhaMmRyQzF0VlZhNyt6c2pIWHIxc0hjM1B5TnRaV0kzaDdzVzRpb291VG41MlBtekptSWlJaFFXaTRXaTVHYW1nb0FzTEd4Z2IyOXZkSjZaMmRuckYyN0ZoWVdGbStzclVUMGRtSDRsTWpBbVp1Ync4UERBMWV2WGxWWkp4S0pBTWh1YURJeU1wVFdkZXpZa1Rjd1JLUVIreFlpcWlobVptWndkM2ZIdVhQblZOYkoreGV4V0F5eFdLeTBybVBIamd5T0VKRldyRUZDUk9qVnE1ZlNlNmxVcXZaTFViOSsvZDVrRTRub0xjUytoWWdxU3RldVhaWGVzMzhob3ZMQUFBa1JvV0hEaG1qZXZMbk8yemR0MmhUdnZ2dHVCYmFJaUtvQzlpMUVWRkhlZWVjZHRHalJRdWZ0MmI4UWtTNFlJQ0VpR0JrWm9VK2ZQaXJMUlNLUmtLcXFxSHYzN2pBeVl2ZEJSTnF4YnlHaWltSmtaSVQrL2Z1ckxHZi9Ra1Jsd1Y2Q2lBQUFIVHAwZ0xXMWRZbmIyZHZibzMzNzltK2dSVVJVRmJCdklhS0s0dXZycTFMb1dSMWJXMXYyTDBTa0V3WklpQWlBN09ha1VhTkdKVzduNGVFQlIwZkhOOUFpSXFvSzJMY1FVVVd4c3JLQ3A2ZG5pZHZWcjErZi9Rc1I2WVFCRWlJQ0FGaGFXc0xUMDFNcE5WV3h3Smw4V1pNbVRYUjZXa05FQkxCdklhS0tZMnBxaWhZdFdwVFl2N2k3dTdOL0lTS2RNRUJDUkFBQVkyTmplSGw1d2NiR1J1TTJscGFXOFBMeWdxbXA2UnRzR1JHOXpkaTNFRkZGRVlsRThQVDAxSm9kWW1scGlmZmVlNC85Q3hIcGhBRVNJaEo0ZVhuQndjRkI0M29yS3l0NGVYbTl3UllSVVZYQXZvV0lLa3JqeG8zaDR1S2ljYjJWbFJWYXQyNzlCbHRFUkc4ekJraUlTT0RrNUNSTXlhbFlBVjcrMnR2YkcwNU9UcFhTTmlKNmU3RnZJYUtLNHVEZ1VHTC80dXpzWENsdEk2SzNEd01rUktURTM5OWY0N3FBZ0lBMzJCSWlxa3JZdHhCUlJmbnd3dzgxcm1QL1FrVDZZSUNFaUpSNGVucWlaczJhQUtCVTlNek56WTBwOEVSVWF1eGJpS2lpTkc3Y1dHMy80dUxpd3Y2RmlQVENBQWtSS1RFeE1VSFBuajFWbG5mdDJwVUZ6b2lvMU5pM0VGRkYwZFMvZE96WWtmMExFZW1GQVJJaVV0RzllM2VZbVprSjc4M016TkM1YytkS2JCRVJWUVhzVzRpb29uVHYzaDNtNXViQ2UxTlRVL2o2K2xaaWk0am9iY1FBQ1JHcGNITnpRLzM2OVlYMzlldlhSKzNhdFN1eFJVUlVGYkJ2SWFLSzR1Ym1CbmQzZCtGOTdkcTFVYmR1M1Vwc0VSRzlqUmdnSVNJVlZsWldhTm15cGZDK1pjdVdjSFIwck1RV0VWRlZ3TDZGaUNxS2xaVVYyclp0Szd4djFxd1phdFNvVVlrdElxSzNrVWxsTjRDSS9uMU1UVTNoNmVrSkt5c3JTQ1FTZUhwNktxWEZFeEdWQnZzV0lxb284djdGMXRZV2VYbDVhTmFzR1N3dExTdTdXVVQwbG1FR0NSR3AxYUpGQ3pnNE9NRGEyaG90V3JTbzdPWVFVUlhCdm9XSUtrclRwazNoNnVvS2EydHJwV3dTSWlKZE1ZT0VpTlNxVmFzV1BEdzhJQmFMVWF0V3JjcHVEaEZWRWV4YmlLaWkxS2hSQXg0ZUhyQ3pzMlA5RVNJcUZaRlVLcFZXZGlPbzZubWRrb0tMVjY0aUx1NWxaVGVGeWlBbU9ncUZoUkkwZEgrM3NwdENwZVJhd3dYZHUzV0dVeFdwODhDK3BXcGczL0wyYzYzaGdtNWRPc0c1dWxObE42VmNwYVdsNC95bHkreGozbUl2bnNVZ3Z5Q2YvY3RicnFwZHY5RGJneGtrVkNFdWhWekR3c1hMa1phZVh0bE5vVEtReDA5Rm9ndVYzQklxTFd0cmE1aVltdUNUL3YwcXV5bmxnbjFMMWNDKzVlMW5iVzJOL1B4OERCOGFVTmxOS1ZmWHcyK3hqM25Mc1grcEdxcmE5UXU5UFJnZ29Rb1JHeHZQaTRzcVFDUVNWWFlUcUl6RVlqRmlZK01ydXhubGhuMUwxY0MrNWUwbkZvc1I4L3hGWlRlajNMMThtY0ErNWkzSC9xVnFxR3JYTC9UMllJQ0VLdHo3YlZxaFhkdldsZDBNSW9OeS9lWXQzQWkvWGRuTnFGRHNXNGpldkR2M0h1REsxZERLYnNZYjBjS3JPVHI3dHEvc1poQVpGRU80ZnFGL053WklxTUsxYTlzYUU4ZU5yZXhtRUJtWWpWWCtBb045QzlHYnQzMzNQb01Ka0xUMGJzNCtodWlOcS9yWEwvVHZ4bWwraVlpSWlJaUlpTWpnTVVCQ1JFUkVSRVJFUkFhUEFSSWlJaUlpSWlJaU1uZ01rQkFSRVJFUkVSR1J3V09BaElpSWlJaUlpSWdNSGdNa1JFUkVSRVJFUkdUd0dDQWhJaUlpSWlJaUlvUEhBQWtSRVJFUkVSRVJHVHdHU0lpSWlJaUlpSWpJNERGQVFxU0hoSVFFRkJZV1ZuWXppSWdxbEVRaWdWUXFyZXhtRUJFUkViMVJESkFRNlNBN094dUxGaTNDUng5OWhNT0hEMWQyYzZxa0F3Y080UFBQUDhmMDZkTWhrVWhVMWtkSFJ5TXVMcTVNNXhnN2RpeTZkZXVHaFFzWGx1azRSRzlDYm00dXBrK2Zqck5uenlJM04vZU5udnZRb1VNWU1HQUFkdXpZOGNZREpjdVdMY09CQXdlUWtwS2lkYnZFeEVSTW1USUZVNlpNUVZGUjBSdHFIZEhiNStMRmk5aTZkU3YyN05sVDJVMHBrNktpSXZ6MDAwLzQ2YWVma0pDUW9OTSsrZm41T0hUb0VENzU1Qk84ZlBteVhOcHgvLzU5akJ3NUV2SHg4U1Z1VzFoWWlQSGp4MlB6NXMwb0tDZ28xZm5Dd3NMUXJWczNkT3ZXcmN6WFFVUlVNcFBLYmdEUjI4RFMwaEtQSGoyQ1JDTEJ4bzBiNGVmbkJ4c2JteklmOStMRmkxaTZkR2s1dEZDbVpzMmEyTEpsUzdrZHJ6emR2WHNYZS9mdWhZK1BEL3IwNllOcTFhb3ByWC93NEFFZVBIaUFWNjlld2NSRXVXc1NpOFdZTkdrU1hyOStqU2xUcHNEZjM3OVViWWlPamtaNmVyckt1WW4rallLRGczSG16Qm1jT1hNR2E5ZXVoWStQajlMNjVPUmtpTVZpdlk5cloyY0hCd2NIamVzTEN3dXhmLzkreE1mSDQrSERoeENKUkVycjh2THk5RDZubktXbHBkTHhpa3RKU2NIKy9mc2hsVXJoNWVVRlIwZEhqZHRtWjJmajh1WExBR1EzVGtaR0Zmdk1SeXFWUWl3V0l6MDlIZW5wNmNqSXlFQmFXaG95TWpLUW1wcUsxNjlmSXlVbFJmaTNjZVBHK09XWFh5cTBUVVM2T0hyMEtLNWR1d1pYVjFjTUh6NjhVdHZ5elRmZklDd3NERzNidHNXNmRldjAycmVvcUFpblQ1OEdBSHorK2Vlb1VhT0dUdnRzMzc0ZFNVbEpXTEprQ1pZdlgxNnFkc3NWRmhaaXpwdzVpSW1Kd2VlZmY0N05temVqZnYzNkdyZmZ0R2tUd3NMQ0VCWVdCbGRYVjN6MDBVZDZuL1BseTVkSVQwOEhBSzE5SWhHVkR3WklpSFFnRW9udzdiZmZZdVRJa2NqSXlNRHUzYnN4YnR5NE1oODNKeWNIcjE2OUtvY1d5aFFQTENpS2pZMUZRRUJBdVoxTG15Tkhqc0RWMVZWcDJlSERoM0h4NGtYOCtlZWY2TnUzcjhvK01URXhBSUNHRFJ1cXJNdk96b2FEZ3dOaVkyT3hZTUVDWEw1OEdUTm16RUQxNnRWMWJsTlJVWkh3Uk5yWjJWbWZqME5VS1E0ZE9nUUFhTldxbFVwd0JBQldybHdwM0N6b1k5aXdZWmc4ZWJMRzlSY3VYRUI4ZkR4RUloSEdqaDJydE83V3JWdjQrdXV2OVQ2bjNKRWpSN1RlVEZ5OWVoVlNxUlN1cnE1bzJyUnBxYzlURXJGWWpQUG56eU1uSjBmbEt6czdHMWxaV2NqS3lvSllMQmErc3JLeTlNcW15Y3JLcXJEMkUra2pOVFVWQUdCdmIxL0pMWkg5TFM0cUtucGp3NVV0TEN3d2Z2eDR6Sm8xQzVjdlgwWklTQWg4ZlgxTGZUeGpZMk1zWDc0Y28wYU53dXZYci9IVlYxOWg1ODZkY0hOelU5bjIyclZyMkw1OU93QmcrUERocFFxT0FMSmdPQUJZV1ZuQjB0S3kxRzBuSXQwd1FFSUdLUzR1RGpObXpOQjdQek16TStUbjUyUGZ2bjI0ZmZ1Mlh2dXVYcjBhMXRiV2F0Y1pHUmxoLy83OWVyZEhMaWdvQ0FjUEh0UzZqVlFxZldOcCtzWFQzVE15TXZESEgzOEFBUHIzN3c5emMzT1Y3ZVVCRW5kM2Q1WGp1Ymk0WU92V3JWaTNiaDEyNzk2TnExZXZZdkRnd2ZqaGh4L1FvMGNQbmRxVWtwSWl0SXNCRXZxM0N3OFBSMlJrSkFCZ3dvUUpXcmMxTmphR3FhbHBpY2ZNejgvWGFTaktybDI3QUFDOWUvZUdoNGVIRHEwdFAvS01rQTgrK0tCQ3oyTnVibzRsUzVibzNTZWFtNXZEenM1TzVjdmUzbDd0YTZsVXFqVmpodWhOa0Q4YytEY0VTQ3BLUVVHQnhpRXNYYnQyeGQ2OWUyRnBhUWxUVTFOa1oyZXIzYzdJeUFnV0ZoYkNlMDBaYzg3T3psaTBhQkcrK2VZYnZQUE9PN0N3c0ZBNTVxdFhyL0Rqano5Q0twV2llL2Z1R0QxNnROcnpHaHNicTF3VEZaZVVsQ1NjbDRncUhnTWtaSkJ5Y25Kdzc5NjlVdStmbDVlbjkvN3E2bW9vVWhjWTBKVXVLWmRPVGs2WU4yK2UyblViTm14QWZIdzhXclZxaFFFREJtZzlUblIwdFBCRVpPTEVpV3F6T0lxbjd3Y0hCeU0vUHg4aWtRZ0RCdzVVMmY3WnMyZkNqWXFtcDhZbUppYVlPSEVpdkwyOU1XUEdES1NucDJQbXpKbG8yclFwYXRXcXBiWE53UDlkWUFDeVlyczNidHdvY1I5OXRHM2JsamRDVkc3a3YyUGR1blZEOCtiTmhlVkpTVWtxRjhuOSsvZkg5T25UU3p6bWxDbFRoQUNFSmxldVhFRkVSQVJNVEV6dzMvLytWK04yUmtaR0NBc0xLL0djZ096bXJFK2ZQaVZ1SnhhTGhXUDI3TmxUcDJPWGxxbXBLVDc5OUZNa0pDVEF5c3BLNDFkY1hCeFdyMTZOdExRMCtQajRZTkdpUmVVeXZKTG9UVXBMU3dNQXRWa09WY1hhdFd1eGQrL2VFcmZUbHYxYnUzWnRIRHQyVEhnZkdocUtTWk1tYVQxZWVIZzR1bmZ2cm5XYjgrZlA0L3o1ODJyWHRXblRCaHMzYnRTNnYvejZ4ZFRVdE55dlhXclZxb1hhdFd1WDZ6R0ozbllNa0pCQmNuTnowMXI3SXkwdFRhOG5MUVVGQlNVK3diV3lzdEw1ZUJXaFdyVnE4UFB6VTdzdU1EQVE4Zkh4cUYyN3RzWnQ1RzdkdWlYY3ZIWHExRWxydXJ6YzBhTkhBUUFkT25SUUc4ejQ2NisvaE5mTm1qWFRlcXd1WGJwZzU4NmRtREpsQ3I3NjZpdWRnaVBBLzZXb0FyS2hDZVh0eG8wYldvYzRFZW5xNGNPSHVIbnpKa3hNVEpTeVJ5NWR1b1JwMDZhaGQrL2VtRGh4WW9XY2UvUG16UUNBd1lNSEM3OWJhV2xwc0xXMVZhbnhvZXZQdTY2MVFZS0RnNUdYbHdkM2QvY1MrNEh5b0cyb1VGRlJFWGJ0Mm9XTkd6ZENJcEhBeHNZRzNicDEwNWdGQ01pR01hU2twS2dkSmtoVVdaS1RrNFVIRUxyK3ZYd2JXVnBhd3M3T3JrekhzTFcxVlhwdlpHU2tVM1llQUtWaFE3cnVvK3UyOHV1WHlNaklNZzF4VkdmVXFGSGxNbVNjcUNyaDFUd1pKQ3NySzNUdDJsWHR1c3VYTDJQdDJyVVlNV0lFUHZ2c001Mk9OMjdjT05TcVZRdVRKazFpQWRCaUlpSWk4T1RKRXdDQXQ3YzNIang0b0xLTi9LbXhoWVVGVWxKU1NweTlBZ0JtenB3Sk16TXpsZU41ZW5xcXZTRlR6Q0JSVEtFdEw4d2VvZkt5ZHUxYUFNQ2dRWU5RdDI1ZFlmbVdMVnNna1VodzkrNWRyVGZxcFhYbXpCbEVSRVRBMXRZV1gzNzVwYkQ4dSsrK1EzeDhQTDc4OHNzS2ZRSWRGQlFFQUJnd1lBQ2lvNk14Yk5nd25mZnQzTGx6aWR2TW1qVkxwOHlVNTgrZlkvYnMyVUtXWU8vZXZURjE2bFN0bVhyWHJsM0Q3Tm16a1oyZHJmTjVpTjRFK1ZBOUFHVUtJR3pmdmgzYnRtMHJjM3Z5OC9NQkFMZHYzMGFIRGgwMGJqZC8vbnlOMTJucWpCMDdWcWlaRkIwZGpUcDE2cFFZeFAzNzc3OVJ0MjVkalhVOU9uVG9nT3ZYcit0MC90MjdkMlBWcWxWd2QzY3ZjY2l6dnVUWEx5WW1KdVgrSU1iTXpLeGNqMGRVRlRCQVFsUk1ZR0FnMHRMU3NHN2RPcnozM250SzZlM3FoSVdGQ1g5QXhXSXhwNUF0UnJFSWJVa1Y2M056Yy9INTU1K1g2WHdoSVNGcWcxVHlDd3h6YzNOY3UzYXRUT2NncWlpWExsMUNlSGc0N096c01HYk1HS1hsang4L0JnQjgrKzIzNVg1Um01dWJpOVdyVndNQXhvd1pJOXhJWGJ0MlRlOTZTNlh4NE1FRDRVYk96ODhQU1VsSmV0VUgwV1hia29ZNTV1Ym1ZdHUyYmRpelp3OEtDZ3BRdDI1ZFRKczJEZTNhdGRPNFQzWjJOdGFzV1NNVTFKVUhlWW4rTFJRREpIZnYzaTMxTEhBRkJRWGxXc2VzcUtoSTYvSGsyUmhKU1VsQ2JSSEZHa3BKU1VuQzMzcVJTQ1FFYjNmdjNvMTE2OWFoWDc5KytPbW5uelFlUHljblJ4ZytNMlhLRkozcm1Xa2luMUdzZUJaS1dSVVdGZ3A5eXRkZmY2M3pnenNpS2owR1NJaUttVE5uRGdJQ0FpQVdpekY5K25RY1BIaFE0OU9Gb3FJaXJGcTFDZ0JnYlcyTjhlUEh2OG1tdmhWTVRFeTBabXhJcFZLaENKcVptVm1acCtyVWxNa2hUMUYxY25JcTAvR0pLa3BXVmhhV0xWc0dRSmFWSnIvUWxrcWwyTEJoQXdEQTE5Y1hIVHQyTFBkemI5bXlCUWtKQ1dqWXNDRUdEUm9FUU5hL3lZTW1UWm8wUWYvKy9YSHo1czF5UHpjQTdOaXhBNEFzcGQzT3pnN1ZxbFhEa1NOSDFHNTc3Tmd4N042OUcvWHIxeGVLT3pzNU9TRTFOUlU3ZCs3VU9KeFIyNnhYZi96eEI1WXZYNDVYcjE3QjF0WVczM3p6RFFZUEhxejFhZTMxNjljeGYvNTh2SHo1RW9Dc2xzQ01HVE9xOURBR2V2c29Ca2hDUTBOTFhUaTRSNDhlWlJvK2R1REFBZHk1YzBkNDcrN3VqdEdqUjJ2YzNzdkxDNEFzS0JBVkZhV3lYdkY2eThqSUNPSGg0UUNBQmcwYVFDS1I0T2pSbzJqUW9BR0dEaDJxOXZpYk5tMUNZbUlpQUZuaGZrM3k4dktFN2JTUlB3d3lOVFhGaXhjdlN0d2VrUFZKSmMxS2s1cWFLZ1NHZVAxQzlHWXdRRUpVakt1cks3Nzk5bHZNbWpVTGNYRnhXTDU4dWNZQ2lMLysrcXR3OGZIOTk5K2paczJhcFQ2dnBxcnF1dEJVdWYzZndOZlhWMnZHUm5Cd3NEQ2owT0hEaHl2czVrS2VRYUxQMU1CRWI5TFNwVXNSSHg4UEd4c2JXRnBhSWpnNEdJV0ZoWWlLaXNLVEowOWdhbXFLLy8zdmZ5cjc1ZWZuQzBVWXRkSFVUeng0OEFDN2QrOEdJT3ZINUVHQlk4ZU9DY1BqcGsyYlZtSER5UDcrKzIrVjRyR21wcVlhNnh2SmI0UTZkZW9rQkVqYXRXdUhVNmRPNGNXTEYramR1N2RPNTAxT1RzYjU4K2Z4MjIrL0NmMTRqeDQ5TUhUb1VCZ1pHZUhXclZzUWk4WEl6TXdVdmpJeU1wQ2VubzdrNUdUaFpzL0d4Z2JmZlBOTnFaL01FMVVreFlMeXFhbXBpSWlJS05VVTJnMGFORUNEQmcxSzFZWm56NTRKdzJHTmpJeFFWRlFFQndlSEVvdWJBcktzTE1XSExQS3NFM056YzZGUFVneGtkdXpZRVNOSGpzU09IVHV3Y3VWS05HN2NHTys5OTU3U01TTWlJaEFZR0FoQWRvMmlMU3ZqMGFOSFNrTU9TM0xqeG8wU2k5M0xMVjY4dU1UdmdlTHdZRjYvRUwwWkRKQVFxZEczYjErY1BIa1M0ZUhoU0VsSlFXRmhJWXlOalpXMlNVNU94dnIxNndFQWZmcjAwV21XQmsyS2lvcmc2K3RicGphL3JTNWR1Z1JBZHZGVmtVOWU1UmNaZkFKRC8xYnlDLy9NekV5MTA1Q1BHREZDN1d3REowK2V4TW1USjB0OTNpTkhqZ2hQS0NkUG5neUpSS0kwSmZESEgzOWM0bEREc3RpMGFaUE8yOGJFeENBaUlnSWlrUWdkTzNZVUFqdnQyN2ZIcVZPbjhQdnZ2K3NjSUltT2pzYVNKVXVVbHAwN2R3N256cDNUYVgrUlNJUUJBd1pnL1BqeFZYcjZWSHA3UlVWRnFXUkhuRHQzcmxRQmtySllzbVFKSkJJSjZ0V3JCeGNYRnlISXFZczllL1lJcnlVU0NkNS8vMzBBc3FFMG1tYi9HenQyTE1MQ3d2RDQ4V01zWDc0Y2UvYnNFWUlwRW9rRWMrYk1RV0ZoSVdyVnFvVzVjK2RxRGY2YW01dkQxZFcxeEhiS00wZ2NIQnhLbkxaWHJxVHNFVUE1UU1MckY2STNnd0VTTW5qcDZlbHFuNnlPSGowYUxWcTB3TUNCQTVHYW1xcXlmdW5TcFJDTHhYQjBkTVRvMGFPVlpra3B6dGJXbG9XdzFNakx5ME5vYUNnQTNZb3Nsb1g4L3ljL1AxODRaMWxaV0Zpb1BKa2lLaTAvUHo5a1ptYkMzdDRlTmpZMnNMT3pRMGhJQ0I0L2ZneFhWMWVNR2pWSzdYN0d4c1k2ellTZ0dQUlE5TjU3NytIRWlSTUFaT1BvTFN3c2hCc0dlM3Q3cFpsMHl0dWRPM2RLbkhwWWtieWRyVnUzVnJwWjZOQ2hnMUJmU04xVXlPcTBidDBhdFdyVlFseGNISXlNak9EZzRBQkhSMGZZMjl2RDBkRVJkbloyY0hCd2dMMjlQZjc2NnkrY09YTkdxR1BTdkhselRKczJEVTJhTk5IekV4TzlPVmV1WEJGZWYvVFJSemgrL0RpQ2c0TXhmdng0bFljK0ZTVW9LRWdveEQ1bHloUWNPSENnd3M5cFltS0N1WFBuNHZqeDR4Z3pab3hTQUdUTGxpMklqSXlFaFlVRmxpMWJWbUxOa0taTm0rTFVxVk5hdDdsLy96NUdqaHdKUURaY3NFNmRPbVgvRVArZjRyWGwwNmRQbFFJbVplSGg0YUZUUDBsa2lCZ2dJWU0zZWZKa3BSVFU0clpzMmFKMS81U1VsQkpUcTVjdVhhcTJHcnV6c3pOOGZIeGdaR1FralBVdmpUTm56dURreVpOdjNSKzdTNWN1SVNjbkJ3RGc0dUtpZG9hYmt0aloyU25OOUtHSlBBaDI3ZHExY2l2UzJyQmhRNkU0STFGWitmcjZLbVdTUFh2MkREdDM3Z1FnbTRGRlV5MmYvdjM3YXh3R3FHaktsQ2xxZ3hIZHUzZEhreVpONE9Ua0JGdGJXN3g0OFFKRGhnd0JBRXlhTktuTVUyZHFJcEZJc0dqUklnQ3lHaWNSRVJGYXR5OG9LQkF5WllwUFIyNXBhWWtPSFRyZ3dvVUxPSHIwcUZLQlcwMUVJaEhXcnZJUjR3Y0FBQ0FBU1VSQlZGMExjM056Vks5ZVhlME40Nk5IajdCcTFTcmN1blVMQUZDblRoMTgvZlhYNk5HakIwUWlFVEl5TWpCbHloVDQrL3VYT0VVNjBac1dFaElDUUJib25EaHhJb0tEZzVHY25JelEwTkEza3JYNi9QbHpvYTVTNTg2ZDBiRmp4d29Ka0t4WXNRSjc5KzVWdTA3VDh0emNYS0dmVStUdDdZM3QyN2ZyZFg1NUpsdVRKazNLTlRnQ0tBK04xS1dmMTlVdnYveUNEejc0b055T1IxU1ZNRUJDOVAvcCtoUzJORFFWK212VHBnM2F0R2xUNXVQMzd0MWJhMXI1d1lNSHNXTEZDbzNyNVgrQVQ1dzRnZURnWUszbmtrcWx3dXVBZ0FDTnFhay8vdmdqUHZyb0k2M0hrajhOQm1SamNVdWpXN2R1S21ueTZsaGFXZ3JGWU10Sy9pVGV4c2FtWEk1SFZKeFVLc1dDQlF0UVVGQ0FnUU1Ib20zYnRoVjJybXJWcXNIRHcwUHB2QktKQkczYnRrVy9mdjBxN0x4NzkrN0YwNmRQWVdscGlmSGp4MlBjdUhGYXR6OTY5Q2lTazVOaGJXMk43dDI3cXhSTzlQUHp3NFVMRjNEZ3dBRU1IejVjcC9SMVRjSFY2T2hvYk5xMFNSaHVVNzE2ZFl3ZVBSb0RCZ3hRNnMvWHJWdUhPM2Z1NE02ZE8zajY5Q25HalJ0WDVrTFRST1VoSmlZR2QrL2VCU0NyMTJOdmI0KzJiZHNpTkRRVWh3NGRxdkFBU1ZaV0ZxWk9uWXJjM0Z6WTI5dVg2ODE5Y1NZbUp1VjIvU2JQOWwyMmJKbk9VL3pLaThqR3g4Y0xSYTcxdFhIalJyVkRhRXhOVGJVV3V0ZUhZbEY4WHI4UWFjWUFDZEgvMTdkdlg4eWNPYk95bTFFaENnc0xkU3JrV2xSVXBEWUZYeE50MDJiS3AralRKRDQrSGpkdTNBQWdDMDRWRmhiQzBkRVJOV3JVME9uY2p4OC9obFFxMVRsTnVLUVVXWDJNSFRzVzRlSGhzTGEyTHJkakVpbmF0MjhmYnQrK2pabzFhMkxpeElsdjdMd0hEeDdFblR0M1lHRmhvWFdLektLaUluVG8wS0ZNNXpwNjlDZ0E0SXN2dmlpeCtHQitmcjd3VlBlamp6NVNPNVYzcDA2ZDRPTGlnc1RFUkJ3OGVMQlVVNFpIUlVWaHk1WXRPSGZ1SEtSU0tSd2RIVEZzMkRBRUJBU292VW1aT25VcU1qTXo4ZnZ2djJQbnpwMklpb3JDZ2dVTDFMYVA2RTNhdDIrZjhMcHYzNzRBWk5sbW9hR2hDQTBOUlVSRVJJVU5FU3NxS3NLUFAvNG9CQTZtVDU5ZW9mVXpKa3lZVU81REFWKzllcVYyOWh4dDB0UFRrWjZlWHFyemFicWU4dmYzTDdjQzBIZnUzQkVLenZMNmhVZ3pCa2lJM3JCSGp4N2gyMisvMVdsYmEydHJIRHg0VUhoLzdOZ3hiTjY4V2FkOVBUMDk4Y3N2dndDUWpjL1hkbkd5Y3VWS0pDWW13c2ZIcDhRbnhsRlJVZGk2ZFNzQTJmQWtUY042UEQwOXRSNW4vLzc5S0NvcWdxbXBLU1pObW9RbFM1YkEyZGxaWXpxc29sdTNidUdycjc0Q0lNc2dlZFBrTXc3eENReFZoSWNQSDJMdDJyVUFnTm16WjcreG0rMlltQmlzV2JNR2dPeUdvNlNpeWZLaXNxWFZwMDhmWEw1OEdjT0hEeGRtbzlIa3lKRWpTRXBLZ29tSkNmN3puLytvM2NiWTJCaURCZzNDdW5YcnNIMzdkdlRyMTAvbm03TDc5KzhqTURBUTU4K2ZoMVFxaFl1TEMwYU1HSUdQUC81WTY5TmJNek16TEZpd0FHNXVidGk1Y3lldVhMbUNVYU5HWWMyYU5XL2RrRWVxT3RMVDA0VnMwSHIxNnFGVnExWUFnQzVkdXNEWjJSbEpTVW5ZdW5Xck1QeWxQRW1sVWl4Y3VCQlhyMTRGQUF3ZlByeFMvazZYMWVUSms3WE9YdlB5NVV2TW5qMGJtWm1ac0xDd3dOS2xTK0hvNkNpc2o0aUl3UHo1OHlHVlN0RzhlWE5NblRwVmF5MjZOMUdBVlhHMlJGNi9FR25HQUFrWlBIbkd4SnNxV0phWGx5ZFVPeTlKOFFoL1ZsYVd6dnNxWm1MVXExY1A5ZXJWMDdpdHZQNUpvMGFOMEt0WEw2M0h2WFhybGhBZzZkaXhvOGFwT0xYSnlNakFiNy85QmtDV0ZqOXc0RUJzM2JvVmYvLzlOKzdkdXdkdmIyK3QrOHVEUkhYcTFORnBtc0R5bHBXVkJZQVhHRlQrNHVMaU1HWEtGQlFVRkNBZ0lBQ3RXclZDZW5vNjR1UGpFUjhmajdpNE9IVHExS2xVdjNmYTVPYm1ZdHEwYWNqTnpVV2JObTBRRUJBZ3JFdE9Ua1o4ZkR5OHZMeUVaVVpHUmpoOStyUk94MDVOVFZVNzF0L2YzeDlkdW5UUk9BUlJMaTB0RGR1MmJRTWd5eDdSTnAzNjRNR0RzV2ZQSG1Sa1pHRHAwcVZDalJOMTd0eTVnM1BuemlFc0xBelBuejhYbHJkczJSSTlldlJBWVdFaEFnTURrWk9UZzl6Y1hHUm5aeU1uSjBmcFg4VXZ1Y2pJU0h6MjJXZFlzMllOR2pac3FQV3pFVldFdlh2M0NnRk14U0VmSmlZbUdEaHdJRFpzMklCTGx5N2h6cDA3YU5teVpibWVlL0hpeFVKMldOdTJiU3UweUhOeGVYbDVKV2F2YW1KbVpxYlVGMm5yWjg2ZE80ZUZDeGNpTXpNVEppWW0rUG5ubitIajQ2TzBUYU5HalpDZG5ZMWx5NWJod1lNSFdMeDRNZWJQbjEvdWZiYys1TmN1QUs5ZmlMUmhnSVFNbmp5dHNhU0w5SXFnbUIyaTZNOC8vOVJhazZOQmd3WWFML3lQSFR1R3dNQkF2ZG9oRm9zQkFGWldWbnJ0VjFxN2R1MFNiaWlHRHg4dVBCVmV2MzQ5bGkxYmhwMDdkMm9jeDMvOCtISGN2bjBiZ093cGQyV005OC9NekFUQUZGVXFYMFZGUmZqaWl5L3crdlZyQUVCb2FDZzZkZXFrZEZFTFFIZ2FMSmVVbENRTVY5TkczV3hjZ095SjcrelpzL0hreVJNQXNzRGo3Tm16OGV6Wk04VEV4Q0F6TXhQdTd1NDRlUEFncksydDBheFpNeGdiRzVjNExFYk8xTlFVelpvMUF3Q2w2UzlkWEZ6ZzR1SlM0djRMRnk1RWFtb3FMQzB0TVhyMGFLM2JXbHRiWThTSUVWaTdkaTNPbmoyTHpwMDdhNnpQOU9MRkM3VjlzTHltU0dtWW1wcENJcEVnSVNFQm8vNGZlMmNlRjlQKy8vSFh0QTZGb2tTeWhPeGNja1BJZWkzWFY3WnJGNUZDQ1Vrb3BDS1M1U1pMWlNlRlh5blhGckprNThyVkpaU0tRbElLTFpPbVpwcjUvVEdQODdsTnM2ZXVTNS9uNCtGaDVwelBPWi9QbVdiTytYemV5K3R0WjRkdDI3Ymg1NTkvcnRLNUtKU3FrSkdSUVVSRERRd01NSDc4ZUxIOVU2ZE9SVmhZR0lxS2l1RHI2NHNUSjA1VWkzNUhlWGs1L1B6OGlIR2tYYnQyMkxKbHk3L21mQUtBTld2VzROcTFhMVUrdHZKblZSa211bzhwVTZ5bnA0Y3RXN2JJckdZM2ZmcDBxS21wWWR1MmJVaEtTc0trU1pOZ2JXME5lM3Q3dVFhWW1vS1p1d0IwL2tLaHlJTWFTQ2kxSHFhS3lyY293OXUyYlZ1cDI5Ky9meS8zT0cxdGJabkhWZ3p4VkFZT2gwTU1KTW9zVnI2V3ZMdzhvbUkvY09CQW1KcWFBZ0JtekppQnFLZ29QSHYyRE1lT0hZT05qWTNFc1ptWm1TUWtlTUNBQVRJVjJHTmpZeVVXbFY5TGd3WU5TSmd3ODNrcEtnOUlvYWlDbXBxYVdEck4yN2R2QVlnbXNpWW1KbWpldkRsTVRFd2tvc0Z1M2JwRnFsVlVoUzlmdnVES2xTdmtmWFIwdEVRYkV4TVRBS0xVdVNOSGpwRHRCUVVGTXF2YzhQbDhhR2hvb0VHREJtTEhxRUpNVEF5dVhyMEtBSmczYjU1Uzl5Z2JHeHVjT1hNR2I5Njh3ZnIxNjJGcWFvcjI3ZHRMdEJzNmRDajgvZjNCNVhLaG9hRUJJeU1qMUs5Zkg3cTZ1dERSMFJIN244dmxFazJIMWF0WHc4VEVCSFhxMUlHT2pnN3ExcTFML21sb2FPRFNwVXRZdlhvMU9Cd09uSjJkRVIwZC9VMFdRNVRheWFaTm00ampaKzdjdVJJcFlvd1JjZmZ1M2NqSXlNREJnd2RKeW1wVktTa3BnYnU3TzBtcmFkNjhPWGJ2M3YxTkYrSEtPazhVNmE3eGVEeGN2MzRka1pHUnhEa0RpSXdqam82T2NsUHBQbjc4Q0gxOWZZd2VQUm8zYjk1RWZuNCtUcDgramRPblQ2TkhqeDRZT1hJa2V2WHFSY1NpMzd4NUk5WkhkZEc3ZDI4WUd4dVR1VXVkT25XK2lWT1FRdmxlb0w4T1NxMkhFZFNxcll2ZDE2OWZrOWZNSXFnbStmMzMzOG1DcEtMNEpKdk54dkxseStIbTVvYkF3RUMwYk5sU1RHVy9zTEFRaXhjdkJvZkRRYU5HamJCcTFTcVpmUVFHQmlxZGlxUXNyVnUzeHBBaFExQldWa1pVNEd1cS9DbWw5bUpqWTRPUEh6L0N4TVNFR0VYMDlQVGtIbU5nWUtCVXFldVhMMTlLRlJEVTBkRkI2OWF0OGVyVkt6UnIxZ3l0V3JXQ3Fha3BXclJvUWRMenBFV0x2SDM3RnRPbVRZTzF0VFdjbkp6RVFyYWZQSGtDVDA5UE9EazVLVXpiazhXN2QrK0lqbExIamgweGZmcDBwWTdUMU5URTZ0V3JzV0RCQW5DNVhDeGV2Qmo3OXUyVCtJeDBkSFJ3K1BCaDZPcnF3c2pJU082Q0tpMHRqUmhJK3ZUcEk5ZmdNV0xFQ0pTV2xzTEh4d2Z6NXMyanhoSEt2MFpVVkJTSmJtalRwbzFNY2MvcDA2Y2pPam9hNzkrL3g3NTkrOUN0V3plSkZCRmx5Y3pNeFBMbHk1R1NrZ0lBYU5XcUZZS0NnbFIyMW53TmxRWG1wMDJiQmpjM042V09uVEJoZ3RnOENCQVpkK1BqNDNIdDJqVmN1WElGaFlXRlpKK1ptUmtXTGx5SWdJQUErUG41d2MzTlRhWXVVbHBhR3BtclhMMTZGWHYzN2tWMGREUjRQSjVZcEZxOWV2VXdiOTQ4Nk9ycXd0ZlhWNlZyVndaL2YzOFlHeHVUNjZCekZ3cEZQdFJBUXFuVmxKV1ZrYkJ6Ull1UUh4WEdXOEZpc1dvOFgvN1BQLy9FcFV1WEFJZ21hSlU5NFlNSEQ4YlVxVk54NHNRSnVMdTdZK3ZXcmJDMHRFUkJRUUVXTDE2TTE2OWZRMU5URTl1MmJaUHJ0V25ldkxsWUtIOTF3QWhXVmx4ZzF0YnZES1htcUVxMWdnRURCaWhWUXRQVjFSVTNidHlRdW0vWHJsM1EwOU5UT3BKT0tCVEN4OGNISlNVbGlJNk9oclcxTlRwMTZnUkF0TGp3OXZaR1ptWW12TDI5WVdKaW9sQzB1VEtmUG4yQ2s1TVRFVURjc0dFRGlvdUx4ZEtFM3IxN1IxNi9mdjFhTEpTL1k4ZU9tRE5uRGc0ZVBJaTh2RHc0T0RnZ01EQVFIVHAwRU91SEtXOE1pSFJZRGh3NGdCa3paaWo5Mnk0b0tNRGF0V3ZoN093c2RxNHhZOGJBMU5RVVhidDJWZW02S1pTcTh1alJJMkpRWkxGWThQVDBsQmtsd0dhenNYcjFhamc3TzBNb0ZNTER3d05oWVdFcU8wbmk0dUxnN2UxTkloTTZkdXhJN2lVMVRWRlJFV0pqWTNIcjFpM2N2WHNYZS9ic3FiWnpsNVdWWWNPR0RXTFJ2RDE3OW9TTmpRMnNyS3pBWXJHSUlVTlpFVzFkWFYyc1dMRUNkbloyT0hIaUJNNmZQMDlLbFplVWxHRGd3SUZJU1VtUnF4ZFhWWmowYVdiK1F1Y3VGSXA4cUlHRVVxdGhRdGdCK1lKY1B6S3hzYkVBZ0E0ZE90U29hRmRCUVFHOHZiMEJpTlRhWmFuREwxMjZGT25wNmZqenp6K3haTWtTT0RrNTRkeTVjMGhQVDRlR2hnWTJidHlvY05FUkVoSlM3ZU5ueU0vUEo2OXJhOVFSNWR2QTUvUHg2dFVyQ0FRQ2lZWCsxNkpxZWwxWVdCanhmczZmUDU4WVJ3QVEwY0xaczJlanRMUVVycTZ1T0hyMHFOSjlGQmNYWTlHaVJjak16QVFBK1BqNG9HWExsZ2dORFVWZ1lLRFVZeVpQbml6MjN0L2ZId3NXTEVCNmVqcmk0dUtRbDVjSE96czdSRVpHU3EzT1UxeGNEQmNYRnp4NjlBZ3hNVEhZdTNldndpbytBTEJ5NVVyRXg4Y2pQajRlN3U3dUdETm1ETmxIalNPVWY0dDM3OTVoK2ZMbEpMVm01c3laQ3I5L2xwYVdHRE5tRE02Y09ZT2lvaUlzV0xBQUlTRWhTaGxKT0J3T0FnSUNpTmc2SUVxWlhiOStmWTFwbVFtRlFoS2xBa0JpRHNHa1MxY0hkZXZXaFkrUER6dzhQREJpeEFpTUh6OGVyVnUzSnZ1NVhDN3k4dklBQUUyYU5GSHAzQVlHQm5CMmRvYVRreFArL3Z0djNMdDNEL1hyMTBlelpzM1FyRmt6REI0OHVOcXVvekxNL0lYT1hTZ1UrVkFEQ2FWV2s1aVlTRjVYZlBqVkZ1TGk0cENVbEFRQUdENThlSTMxdzNpYkdXL0o2dFdyWlU2aU5EUTBFQkFRQURjM045eTllNWVVSGRYUzBzTG16WnZGMG02K0JSVTkyTlFMUTZrcGVEd2VYcjU4aVJjdlhpQTVPUmxKU1VsSVNVbEJhV2twSEJ3Y3F0MUFJbzJTa2hJOGZmcVVoSUo3ZTN2RHlNZ0lpWW1KcEF4eGp4NDlNSHYyYklsajI3VnJCdzhQRDNoN2V5TXZMdyt1cnE3WXYzKy8zSks1RE9mT25VTnljaklBa1JBelU2bEtVMU5UNG5pbVVrZmw3ZXJxNmxCWFY4ZkdqUnZoNnVxS2UvZnVZZXpZc1ZLTkhvV0ZoWEIyZHNhelo4OEFpS3B6TlczYVZPRTRBY0RCd1FFcEtTa29LQ2lBajQ4UEVoTVRzV0xGaW1vUnZhUlFsT0h0MjdkWXVIQWhXZnhhV0ZqQTJkbFpxV05Ycmx5SjVPUmtwS1NrNFAzNzkzQndjRUJ3Y0xEY1NpdDM3OTZGcjY4dmNuSnl5RFlIQndmTW56OGZMQmJyNnk2bUVpVWxKYmg4K1RMdTM3K1BQLy84VTh4QkFZanVDVDE3OWtTL2Z2MnFQZktpWjgrZXVIVHBrdFJyZXZ6NE1YbGQxY2hiTlRVMW1KdWJ5eFI0clFscWU4UTBoYUlzMUVCQ3FkVmN2MzRkZ0NoNnBHSlozTnBBVmxZVzFxOWZEMEFVK2psMjdOZ2E2eXNvS0lpRTlrK2ZQaDBEQnc2VTJ6NGpJME5pbTZhbUpsNitmQWtMQ3d1bEZsazFCV1BrQWVna2cxSzkzTHQzRHpFeE1VaE5UVVY2ZWpyeEJqT3dXQ3laZ3FQVlFXWm1KaElURS9Ia3lSTWtKaWJpeFlzWFlubjlXbHBheU0vUGg3dTdPL2g4UHZUMTllSG41eWRUdThQYTJocVBIei9HcVZPbmtKU1VoUFhyMTJQRGhnMEt4ekZ4NGtURXhjVkpHRittVFpzbWx1dWZrWkdCMzM3N0RRQnc0OFlOcWVrRVdscGEyTDU5TzQ0ZVBZcVpNMmRLN00vTHk4UENoUXRKQlI4N096c3NYTGhRNFJnWmV2YnNpZERRVUxpNHVDQTlQUjNSMGRGSVRVM0YxcTFibGE3eVE2RlVsZWZQbjJQUm9rWEVjTkM4ZVhOczJyUko2Y294YkRZYlc3ZHVoYTJ0TFQ1Ly9vd1BIejVnMXF4WldMTm1qWVRUSkRNekV3RUJBV1RlQklpaVFiMjh2TkN2WDcvcXU2Z0tDQVFDK1BuNW9heXNqR3d6TURDQWxaVVZyS3lzMEt0WEw5U3BVNmRHK2dZZzArQnovUGh4QUNKRDhQZjBPMmZtTDNUdVFxSEloeHBJS0xXV3pNeE0zTGx6QndCa1ZrT3BhU3A3UXhpWWZGNTVWRjQ4TVFpRlFvWEhabVJrd01uSmllU2pMbDI2dE1aRXU2S2lvbkR3NEVFQVFLZE9uY1NFV1NzaUVBaHc1ODRkbkR4NWtpamhBNkt3M2VmUG55TTNOeGM3ZCs3RWlSTW5NR1hLRkl3Yk53NzYrdm8xTW1aNVBIcjBDSUJvZ2tFbkdaVHFwTGk0R0RFeE1lUjlzMmJOMEtWTEYzVHUzQm1kT25WQ2h3NGRhbVF4RUJRVWhLaW9LS24zSXdNREE1aWJtNk5Iang3UTF0YUdzN016c3JPem9hYW1CajgvUDdsYVFBQ3dZc1VLRWdGejhlSkZkT3pZVVdxRnFvcW9xNnRqKy9idDFXWUkxZERRd0p3NWN5UzJKeWNudzlYVmxYakNseTFicHJRUWJFVk1URXh3K1BCaHJGcTFDbmZ1M0VGaVlpSnNiR3p3KysrL2k2VWVVU2pWU1d4c0xOYXRXMGRTUzB4TVRMQjM3MTZWbjB2Tm1qVkRTRWdJNXMrZmovejhmQlFYRjhQRHd3UDM3dDNEb2tXTDBMQmhRK1RrNUdES2xDa2tZZ3NRUFp2WHJsMnJjbjlmdm53QklOdjRVQkVkSFIxWVdWbmgxYXRYR0R4NE1BWU9ISWpPblRzclBKYlA1NU4rRktITW5La2llL2JzSVZYRFpJbXovaGZKeWNsQlZsWVdBSkRxZ1JRS1JUclVRRUtwdFFRR0JrSWdFRUJOVFEzang0Ly9KbU9vcW1FbUtTa0p2WHYzcnRLeEZ5OWVoSitmSHpIQ01NYUdtaUFxS2dvYk4yNEVBQmdaR1dITGxpMFNYdDZuVDUvaTh1WEx1SHo1c2xqSWJzZU9IZUhxNmdwemMzT1VsSlJnMzc1OUNBOFBSMjV1TG5idDJvVTllL2JBeXNvS2d3Y1BocFdWVlkzcXB6Q2twcVlTa2RudTNidlhlSCtVMmtXL2Z2MWdhMnVMbjM3NkNkMjZkWk13QUdablorTi8vL3NmZWM4c0FNNmRPMGRLNGNxREtYMGRHUm1KczJmUEFnQ09IVHNHWFYxZFlod3hORFNFaFlVRmV2YnNpWjQ5ZTZKNTgrWUFSQWJNMWF0WGs5QnlGeGNYV0ZoWUtPeVRTWTJiUG4wNmlvcUtFQmdZaUhidDJxRlhyMTV5ajZ2cEtMSFkyRmo0K1BpUWlscGVYbDRZTldxVXpQWVZqZGJTaEd4MWRYVVJFQkNBclZ1M0lpSWlBcm01dWJDM3Q0ZVBqdytHRFJ0V0k5ZEFxWjE4L3Z3WmZuNStZcjk1VTFOVDdOcTFTMlV0SVlhMmJkc2lKQ1FFUzVZc0ljL2hNMmZPNFBMbHk1ZzdkeTdtekptRE9YUG1JRGc0R0FZR0JsaTJiRm1WMG5JL2ZmcUVGeTllQUlEU0pZQjlmWDJWRm85bWlJeU1SR1JrcE1yamswZFdWaFkyYjk1TWpDUDkrdlhENk5HanE3V1BtbVQzN3Qza05aMi9VQ2p5b1FZU1NxMGtPam9hMTY1ZEF5QUtBNjhKMVhCbGtCVzF3ZWZ6eVdKR0dob2FHaktqSjc1OCtTTDEyTXpNVEd6ZnZoMXhjWEZrMi9UcDArSHE2cXJpcUpYbjQ4ZVBBQUI5ZlgwRUJ3ZWpTWk1tS0M0dXhvTUhEM0QzN2wzY3ZYdFhvaHh2OSs3ZFlXZG5KeGF5VzZkT0hTeGV2QmlUSmszQzNyMTdjZjc4ZWZCNFBGeTdkZzNYcmwyRG1wb2Eyclp0aSs3ZHUyUHg0c1VxZTlrek16TVJHaHBLb2tMcTFhc0hYVjFkc05sc3FLdXJvN2k0R00rZVBjUEpreWVKQisxN21oaFJ2ZytZNzdrc0JBS0IxREs5WldWbFlpSG9paWd0TFNXbHFnVUNBWVlPSFFwdGJXMzA2ZE5INnIxUUlCREF4OGVIQ0RxUEhUc1dNMmJNVUxvL1kyTmorUHI2WXNtU0pSQUlCSEIzZDBkWVdOZzNFY1lXQ29VSUNnb2lVVzBOR2pUQXRtM2IwS05IRDlJbU1URVIyZG5aTURBd2dLNnVMbmc4SHZidDJ3ZEFaQnhwMUtpUjFIT3JxNnRqNWNxVmFOcTBLUUlEQTFGYVdncDNkM2RvYTJ0andJQUJOWDl4bEIrZTh2SnlPRGc0SUQwOW5XeXpzckxDaGcwYnZsb2MxY3pNREVlUEhzWHk1Y3VKSWJTa3BJUVlYZXpzN0tDcnF3dHJhMnU1ZmZINWZNeWRPeGNOR2pTQXZyNCs2dFNwQXkwdExmQjRQTnk4ZVpNOFE1WFZVVkxWT0FLSURLektWcGZKejg4WFN5V3N6THQzN3hBZUhrN0s4d0xBb0VHRDRPdnJLN2MwK0w5RmVIZzRjbkp5b0tlbmgvcjE2Nk5ldlhyUTBkR0J0clkyZUR3ZVBuNzhpRE5uenBEb1Z6TXpNN1JyMSs0Ymo1cEMrVzlERFNTVVdnbFR2Y2JBd0FBdUxpN2ZiQnlNa2FZeXQyN2RranN1TXpNemhJV0ZTZDEzNk5BaElxREl3T1Z5WVc5dmo5emNYQUNBdHJZMjFxeFpJOWRqV2gwNE9Eamd6WnMzc0xXMUpRdXYvZnYzSXpRMFZLeGQzYnAxTVhMa1NQejIyMjl5SjAxTm16YUZsNWNYNXM2ZGkvRHdjSnc1Y3daY0xoY0NnUUFwS1NrWU5XcFVsVklROVBUMEVCVVZwWFQ3Z1FNSDFxalNQSVVpRFVORFF4dzdkcXphejZtcHFZa3BVNmJJYkhQbnpoMmNPM2NPQU5DblR4K3NXclZLNVg3NjkrK1B1WFBuNHNDQkF6QTNOLzlYSXI2a3dXS3hVRlJVQkFCbzJiSWxkdXpZSVZHMUl6azVHWnMyYlpKNi9LKy8vcW93dkgvV3JGbG8yclFwMXE1ZEMzTnpjL1R0MjdkNkJrK3A5YWlycThQTHl3c09EZzVnc1Zod2RIU0VqWTFOdFMzVUd6VnFoTDE3OXlJME5CVDc5dTNEN05telNkU2FtcG9hcGs2ZHF2QWNHaG9heU0vUHg5T25UMlcycVduZHMvSGp4OFBOelUycHRoTW1UTURyMTYrbDd1UHhlRmkwYUJIWnI2T2pnNFVMRjJMeTVNblZMa2hiVlhKeWNoQWVIcTVVV3kwdExYaDRlTlR3aUNpVTd4OXFJS0hVU3B5ZG5mSHk1VXM0T0RqVWluSm5iRFliNjlldmg1T1RFM3IyN0lrMWE5WW9WY3J2YTJHeFdQRDE5UlhiNXV6c2pKU1VGRHg4K0JDV2xwWVlNV0lFQmcwYXBKSmh3OFRFQkN0WHJvU2pveU11WHJ5SXMyZlB3dFRVVktvSW96TG82dXFpYmR1MmVQMzZOZmg4dnRTY1pEYWJqWGJ0MnVIWFgzOGx3cEFVeXIrSnBxWm1qUW0weXNQS3lncCtmbjZJakl5VW1pYW5MQXNXTEVENzl1MmxwaGFxcWFsQlUxTlRhWEhKcjJIRmloVXdNRERBNU1tVHBkNy8yN1JwQXpVMU5UR3ZjcU5HalRCa3lCQ2xxNE1NR3pZTXhzYkdNRFUxcmZMblJhRklvMnZYcnZEejg0T3BxYW5jYWpOVlJVTkRBM1oyZHZqMTExOVZMbUhMMEs1ZE8yUmxaVWxFWnJEWmJIVHYzaDFMbGl6NUxzUk5OVFUxNGVmbkIzdDdlNHdlUFJwejU4Nzl6NDI3YytmT1lMUFo0UFA1TXJYcG1qUnBBZ3NMQzlqYTJsTDlFUXBGQ1ZoQ1ZkV0pLQlFsQ055OUI0RzdRd0FBU3hiT3g1S0ZDNzd4aUNRUkNvWC9HUS9BdjBWcWFpck16TXkrOVREQTRYQWdGQXEvbVJkWkVRS0JBSHcrSCtYbDVTZ3ZMNGVHaHNZM3JaeFRGUUozaHlCdzl4NEF3SktGQzdCazRmeHZQS0xxNFh1NHQxQitESVJDSWZoOFBsZ3NGalZ5Vk9CZ2FEaDhOMjBGQU15Wk5RT2U3c3A1NnI4WERvVWV3L3BOV3dBQWMyWk9oNmZIOG04OG91OGJvVkJJRENVMWJRQVZDQVJFVzY0NjAxKzRYTzUzTXdkZ0RDWGw1ZVVBUUZLRnZ5ZCsxUGtMNWZ1QlB2RXB0WmJhWmh3QjhKOHdqZ0RLaTdOOUs5VFUxS3FVOTB5aFVINGNXQ3dXTkRVMXYvVXdLSlR2R2hhTDlhOHQwS3ZiTU1Md3ZSaEhBRkVFRURYb1VpaGZ4N2RYRjZKUUtCUUtoVUtoVUNnVUNvVkMrY1pRQXdtRlFxRlFLQlFLaFVLaFVDaVVXZzgxa0ZBb0ZBcUZRcUZRS0JRS2hVS3A5VkFEQ1lWQ29WQW9GQXFGUXFGUUtKUmFEeldRVUNnVUNvVkNvVkFvRkFxRlFxbjFVQU1KaFVLaFVDZ1VDb1h5SDZPMHRCVDUrZmtvS2lyNjFrTVJnOC9uZitzaC9OQnd1ZHh2UFFRS3BWWkREU1NVSDRibzZHaXNYcjBhOSs3ZFUrbTQ0OGVQWStUSWtYQnpjL3VxL2k5Y3VJQ0FnQUNrcEtSSTNmL3g0MGQ0ZVhraE1ERHdxL29CZ0l5TURFeWRPaFVYTGx5QVFDRDQ2dk1wQTUvUGgxQW9WTmd1SmlZR2MrYk1BWWZEa2R2TzE5Y1hCdzRjd0pjdlg2cHJpSEk1ZnZ3NGpoMDdKdlB2STQvNCtIak1uejhmMTY5Zi85Yytid3FGNGRtelovRDA5RVJjWEJ4S1Mwc2w5aWNsSmNIQndRRU9EZzRTdjd2TXpNeXY2dnZldlh1SWpvNUdkbmEyMVAyRmhZVjQvdnc1bmo5Ly90MU42c3ZLeXZEbXpac3FIKy9qNHdObloyY2NPSENnR2tkRm9meERWRlFVaGc0ZENsdGIyMm8vZDFaV0ZrYU9ISW1SSTBjcWZGNHpDSVZDUkVWRndkcmFHdW5wNlZYdU95TWpBMXUzYnNYaHc0ZXJmSTdxWU0rZVBmRHc4TURGaXhlcmRIeEpTUWxjWFYzaDZ1cUs1T1RrYWhsVGNYRXhmdm5sRjlqYjJ5TWhJYUZLNTdoLy83NVM5MzUvZjMvMDY5Y1BMaTR1VXZlSGhZV2hYNzkrbURoeFlwWEdRYUY4cjlCQzJaUWZodWpvYUNRbEpVRlRVeE9XbHBaaSt4SVNFckIvLzM3NCsvdERWMWRYYkY5eGNURnljM1B4NmRNbnFlZmR0bTBiUm93WWdTNWR1c2pzKzh1WEx3Z0lDTURIangvQjQvR3dZc1VLaVRhWExsM0N1WFBuQUFBOWV2VEFnQUVEVkwxRXdvNGRPNUNhbW9vMWE5Ymc4T0hEY0hGeEVidm1pUk1uS2ozaGtVYVRKazNFSmk1WldWbFl0V29WZXZmdURVZEhSNW5IZmZyMENmNysvdUJ3T0hCMWRVVlFVQkEwTkNSdk03ZHYzOGFwVTZjQWlCWllTNWN1cmZKWUt5TVVDdkhod3dlOGZ2MGFIVHQyUkwxNjlRQUF2Ly8rT3dRQ0FWYXNXSUYyN2RxcGRNNlFrQkQ4L2ZmZnlNek1SSjgrZmNCbXMxRllXRmpsejlqSXlBanE2dXBWT3BaUyt6aDM3aHhpWW1KdzRjSUZuRDU5R3MyYU5SUGJYMUJRZ0VlUEhnRUF5c3ZMeWZaang0NWgrL2J0c0xXMXhieDU4NkNwcWFseTN3Y09IRUJDUWdJME5EUnc4ZUpGNk92cmkrMS84T0FCVnE1Y1NmcHIzNzY5eW4wQXdOMjdkL0h1M1R0TW1qUkpacHU4dkR3a0pTVXBmVTVUVTFPWW1KaEkzVmRZV0FoWFYxZWtwNmNqSkNRRVptWm1Lby81MGFOSHlNek1SSjA2ZFZRK2xrTDUxcFNYbHlNM054Y0FsSEorQUtKN1RYQndNRDUvL2d3M056ZUVoWVZWNmZ1ZmxaV0Y0OGVQbzNYcjFwZzllN2JVTnNwR3FhaXBxVUZOVGJHLzkvejU4MkN4V09qVnF4Y01EQXdBQUgvKytTY2VQMzZNcGsyYll1VElrY3BmUUlVeDNyaHhBd0NxellodysvWnRsSlNVSUNFaFFlSitxd3g3OSs3Rm5qMTcwTDU5ZXh3K2ZCaGFXbG95MjVhV2xvTEw1Y28wYnZONFBIQzVYSlNVbEtnOERncmxlNFlhU0NnL0JDOWZ2aVFUNTZsVHA0cnQ0L0Y0OFBUMHhQdjM3K0hpNG9MZHUzZEQ4VEpVemdBQUlBQkpSRUZVVzF0YnFmTkdSMGZqMkxGamlJeU1SR0JnSUhyMzdpMjEzYUZEaC9EeDQwYzBhTkFBQ3hZc2tOcG02dFNwdUhMbENoNC9mZ3dmSHg5RVJFU2dVYU5HS2x6bFAyellzQUZIang3RjBhTkhrWmFXQm1kblovVHYzeCtlbnA0d01EQkFibTd1VnhsSUtpL2VMMXk0Z01URVJDUW1Kc0xNekF5Ly9QS0wxT01hTm15SVRaczJZZEdpUmZqcnI3L2c1K2NIVDA5UHNUWWNEZ2QrZm40QWdLNWR1OExaMlZtbHNaV1ZsU0V2THcrNXVibkl6YzFGVGs0T3NyS3k4UDc5ZTJSbFplSHQyN2ZrWWI5Ky9YcU1HalZLcGZOWDV0NjllL2o3Nzc4QkFNdVhMd2VielFZQUhENThHRWVPSEtuU09TOWR1a1FtYUJTS1BNckx5M0hseWhVQVFKOCtmU1NNSTVWaHNWams5Wk1uVDFCZVhvNkRCdy9pMXExYjJMaHhJMXEzYnExMDMrL2V2U01lekVHREJsVnBzcTRNTjIvZWhKdWJHOHJMeTZHcHFZbHg0OFpKYmZmMzMzOFRZNHd5T0RzN1k4NmNPVkwzcGFTa0lERXhFWHcrSHdzV0xNQ2VQWHZRdG0zYktvMmZRdmt2OGZEaFE5eTRjUU91cnE1aTk0UHFRRTlQRDE1ZVhuQnhjVUZHUmdZMmJkb0VIeCtmYXUwREVEbWRyS3lzbEdvN1pNZ1FiTm15UldHN2tKQVFaR1Zsd2QzZFhhNGh0am9RQ0FSWXZYcTFVbTFkWFYxaGFHaEkzbCs3ZGcyQWFIN1VxbFVybGZ2dTBhTUhBT0RGaXhmWXNtV0wwdU9nVUNqL1FBMGtsQitDRXlkT0FBQisrdWtuZE9qUVFXeWZwcVltTm0vZWpMbHo1eUloSVFHZW5wN3c5L2RYT0hGSVRVM0YxcTFiQVFDdFc3ZEd0MjdkcExaNzl1d1pXU2lQR1RNR256NTlraG1OTW52MmJMaTZ1b0xOWnVQNTgrZG8zcnk1d210cjNyeTVoTUdpVHAwNm1EZHZIaVpNbUlDQWdBQmN2SGdSQlFVRjBOUFRFMnUzZS9kdW1lT1dSMlZ2ekp3NWMvRG8wU1BjdjM4ZlhsNWVNRFUxUlpzMmJRQ0lQQkFWdmRZLy9mUVRaczZjaVlpSUNIVHQybFVpaFdiejVzM0l6czZHZ1lFQmZIMTl3ZVB4d09QeHhQcG1qQkNSa1pHNGQrOGVQbi8ralB6OGZIeisvRm5wWEd4MWRYVzhmUGxTNVd1dmlGQW94TzdkdXdFQS9mdjN4NkJCZzhnK0xTMHRNazdHSUtPbHBTWFRrMVZlWGk1Mm5SU0tNc1RIeDVQN3lXKy8vU2ExVGNXMHI0cjN0VTJiTnFGYnQyNElEQXhFYW1vcVpzNmNDUThQRDR3ZVBWcXB2bU5pWXNqcnlaTW5WMlg0U21GdWJvNDJiZG9nSlNVRnZyNiswTkxTVW1qWWJOS2tpY3g5ZVhsNUNyM1BQLy84TS96OC9MQnk1VXJrNStkandZSUYyTGR2SDB4TlRhdDBEUlJLVmVCeXVUTG5DNEFvWWdNUVJTcGtaV1ZKYldOc2JFeGVYNzE2RmF0WHJ3YVB4d09IdzRHWGwxZjFEaGlBbFpVVnhvMGJoei8rK0FQWjJkbmdjcm5rV2ZoZjVlWExsK1R6VTlid1Voa1BEdy9jdkhrVGt5ZFB4cElsUytTMkZRZ0VpSTJOVmVxODgrZlBKd1lTTHBlTE8zZnVBQUNzcmEyck5FNExDd3ZZMk5nZ0xDd00wZEhSNk4yN3QweW5Gb1ZDa1E0MWtGQytlL0x6ODNIKy9Ia0FJZy9yaXhjdnhQWnJhMnVqVTZkTzhQVDBoS2VuSjY1ZXZZb0RCdzdBM3Q1ZTVqay9mLzRNVjFkWGxKYVd3c0RBQU51M2I1Y2FSc3JsY3VIcDZVa01CRXhVaHlLeXM3Tmw1bnhXNXVyVnE4VHdrWldWaFNaTm1wQkZ1SUdCQVRaczJJQng0OGFoWmN1V0V1a3MydHJhcUZ1M3JsTDl5RU5OVFEwYk5tekFsQ2xUa0plWGg1VXJWeUlzTEF4c05odHIxcXdoSG8vS3JGKy9IdXZYcjVlNkx5OHZEMlBIanBYWTNycDFhMFJHUnBJMlRQaXFMQm8yYkFnTEN3czBiZG9VVFpzMlJiTm16V0JpWW9LbVRadEtUZTlSaGZQbnp5TXBLUWxzTmh2dTd1NWkreFlzV0VDaWhZWU1HWUtDZ2dKczJyUUpBd2NPbEhvdVQwOVB4TVRFb0ZtelpqWG1pYWY4ZUp3OGVSSUFZR2hvS0RNdHI2S0JzckxoZC9yMDZlalNwUXRjWFYzeCtmTm5ZdURzM0xtejNINzVmRDcrK09NUEFFQ2JObTNRczJmUHI3a014TWZINDhDQkExaTNiaDBhTjI0c3RrOVhWeGU3ZCsrR25aMGQzcjU5Q3k4dkw3RFpiQXdaTWtUcXVYUjFkY2s5WHhvMk5qWktwZUlNR1RJRWE5ZXVoYmUzTno1Ly9vd0ZDeGJnd0lFRE10TnlLSlRxNXRHalIxaTBhSkhDZHUvZXZaTzVZUDdycjc4QWlQUksvUHo4SUJRS29hdXJpeEVqUmxScFRLV2xwZkR3OEpEYjVzdVhMMlIrc1dyVktwbnRMQ3dzTUczYXRDcU5nOEhGeFFYZHUzZVgyTDVyMXk0OGZQaFFxWE13NmMxR1JrYkl6TXdrK2h4TXBHMTJkcmJVYzJscmE2TnIxNjRBL2tsSFVjYlJvYTZ1ampWcjFzamNYMUJRZ0owN2QwcHN2M2J0R2twS1NxQ2xwWVhodzRjcnZqQVpPRHM3NC83OSswaExTOE9HRFJ2UXZYdDNHclZLb2FnQU5aQlF2bnVPSGoxS2hBdjM3Tm1EUFh2MmlPMXYyYklsb3FPak1XclVLRHg4K0JDblQ1OUdjSEF3T25ic2lINzkra21jajhmallkbXlaY2pLeW9LdXJpNTI3dHdwTWFFSFJORUZYbDVlZVAzNk5kVFUxSlN5MEw5NjlRcHBhV2t3TkRRa1laQ0tZSFFEdUZ3dUhCd2N3R2F6NGVEZ2dPSERoeE5EaVlXRmhkUmoxNjVkcTdKblorSENoV0tSRWd4NmVucnc5dmFHczdNejB0UFQ0ZS92RHk4dkwranA2WW1GaDFhbXBLU0VURUxrdFdPb21IWTBhTkFncUttcFFWOWZIM3A2ZW1qWXNDRWFOV3FFaGcwYll1WEtsWWlQajhmUFAvK01qUnMzcW5TTnlsQlNVb0pkdTNZQkFCd2RIZEcwYVZNQVFHSmlJcEtTa2pCbXpCaUp6MVpXVkZKV1ZoWXVYYm9FUUJSRlJQVkhLTXJ3N3QwN1lpQ2NQbjI2ek85TnhRbTd0SHp6YnQyNjRjaVJJMWl5WkFuNjl1MnIwRGdDQUxHeHNVU1lWWlpHZ0xKa1oyZkQzZDBkK2ZuNW1EWnRHaUlqSTlHd1lVT3hOZzBiTnNTT0hUdGdhMnVMd3NKQ2VIaDQ0T1RKazJKUmRvV0ZoUUJRTFVaZkJtdHJhMlJtWm1MLy92M0l5OHREVkZTVVF1OHdoVkpkYUd0cnk0MkdLaTR1UmxGUkVkVFYxZVUrUHhuZENRQm8wYUlGdG0vZmpwWXRXMVpwVE9YbDVRb2RFd3czYjk2VXU1L1JBT055dVdLUmJzeWNUU0FRaUVXWnNsZ3NDV2RVcTFhdGlKR2lJdlhyMTFkcWpLV2xwY1JBa3BPVGcvbno1MHUwdVhUcEVubEdWNlJKa3laeWpiR3lZTEZZR0Q5K3ZNejlXVmxaVWcwa1o4K2VCU0JLSlZaRkUyWElrQ0ZpemloTlRVMnNYcjBhYytiTVFXRmhJYnk5dmJGcjF5NGtKQ1JnMjdadHBOMzc5KzhCaUNLaGJXeHNKTTZibDVkSC9xKzgzOXZibTZZbFVuNVlxSUdFOGwyVGw1ZEgwbXRhdEdnaE5XS2dZczcraWhVcjhQanhZelJvMEVBaUZZZmgvZnYzZVB2MkxiUzB0UEQ3NzcvTEZQUU1DZ29pMmdCMTY5WWx1aHJ5Mkw5L1A5TFMwdENwVXllbDJsY2tJU0VCSHo1OElMbXRodzhmaHF1ckszcjE2aVh6R0ZraHVmSmdGaUhTc0xTMHhLUkprL0RubjM5aXpKZ3hBS0F3dnpVd01CQ2hvYUhvMnJXcnlvcjFIVHQyUk1lT0hWVTZwcnJZdVhNbmNuTnowYlZyVjB5ZlBoMkFhRExuNStlSEZ5OWU0TnExYXdnSkNSRTdScGFCNVBEaHd5Z3ZMNGVSa1ZHVncyWXB0WTlqeDQ1QklCQ2dmdjM2Y2dVQXk4ckt5R3RaZ256Tm1qWEQ0Y09IbFJKVUZBcUZKRzJ3V2JObVZmWkVBeUpEbzV1YkcvTHo4d0VBRXlaTWtEQ09NTFJvMFFLYk4yL0cwcVZMc1dyVktva1V4Q2RQbnBBeFZTY0xGaXpBMjdkdjBhRkRCOHlhTmF0YXowMmh5S05uejU1eUYrREhqaDNEdG0zYllHSmlndWpvYUluOUhBNEhibTV1aUl1TEF5QjZSdnY1K1JIRFJFVmlZbUlrTk1FWUtqcEZsaTlmam1YTGxrbTBPWFBtREZKVFU2R21wb1lGQ3hZb2RTOWhVdGFtVEpraXRhcEtSa2FHV01wTGd3WU5aRWFrVnBWVHAwN2gwNmRQME5MU0lxbkJGZnN2S1NsQm8wYU5wRHJDL3Myb2krenNiTVRIeDVQM3FsUUZrOWEyVzdkdW1EQmhBcTVkdTBZMFZ6Z2NqdFRvdWk5ZnZzaU51dVB6K1JMN3FYQXI1VWVHR2tnbzN6VkJRVUhnY3JubzJyVXJEaDA2cEZCWGhNMW1ZK2ZPblRBME5KUlowYUZGaXhZNGRPZ1Ezcng1SXpPc1BDd3NEQWNQSGlUdnVWd3VsaTlmcm5DOEdSa1pBRVRXZW1YYUwxdTJqSGlYTEMwdGNmVG9VV3pjdUJIUG5qMURhbW9xSEIwZHNYYnRXcW1wS29CcUdpUXVMaTRrVkZkUk94YUxwYlRRTFhOT2FWRXAvMVVTRWhJUUVSRUJMUzB0ZUhsNWtVaWRxS2dvdkhqeEF1cnE2bUplWm5sNkIzbDVlY1FyWkd0clc2VktJcFRhUjBGQkFVNmZQZzFBSlBBc0wycUNtUndyK201VnJ1QWxpOXUzYnlNdExRM0ExMFU4OGZsOExGKytuRXlzcmF5czVGYkJBa1RSY09mUG4wZURCZzNFdHVmbDVlSHk1Y3VralRJb1c1S2J4V0xWU0JRYWhWS1RwS2FtWXZueTVYajc5aTFZTEJibXpac0hlM3Q3cFNxNnlFTkRRMFBDSUp1Y25JenQyN2NERUdtU3paMDdWK0s0L1B4OENSMDBCaDBkSGJIN1QxbFpHY3JLeXNCaXNhQ2pvME8ySzN1UFVoWU9oMFBtYWpZMk5saTRjS0hZZmpzN096eCsvQmlqUjQvRzRzV0xxN1Z2VlRsNThpU0VRaUhNek15d2R1MWFxVzBLQ2dxSXNMMlBqdzhSM1pZVlRiTjQ4V0xNbnorZkdIbzZkZXBFdFBVQUlDSWlBZzhlUElDWm1ablV5SnByMTY0aEppWUdlbnA2RWlsRFZZMVFvbEMrQjZpQmhQTGRrcENRZ05PblQ0UEZZbUhseXBWeWpTT0ZoWVc0ZmZ1MjFIMHBLU2tBUkxvakZVVUpnWDlFQ3ZYMTlVa1ozVU9IRHBIVUMzTnpjeng2OUFoOFBsOGxyMGRlWHA1UzdTcy9zRHAwNklERGh3OGpQRHdjUVVGQjBOTFN3dURCZzJVZXI0b0dpYktUS2xrcE93NE9EbEszTTR1aml4Y3ZFdkV4YVhUdjNsMWk4dkl0K1BUcEUxYXRXZ1doVUloRml4WVJEMWgrZmo0UmJKMDllN1pZWkF1akFaR1VsQ1FoQUJjV0ZvYXlzakkwYXRSSVpuVU9DcVV5Ky9idEl4NDZScHpWeWNrSmp4OC9sbWpMZlA5NFBKN1V0RUZaVkE3TFpzNVZNZlJibVhRY2FRZ0VBdmo0K09EZXZYc0FnUGJ0MjhQWDExZXArMHhsNHdpZno0ZW5weWU0WEM0ME5EUVVpc3d5aTZ3clY2N2c1NTkvRmx1QTBaQnd5by9BMmJObjRlZm5oOUxTVXVqcjYyUGp4bzF5bzBrQllQanc0V0tPaWp0MzdoQnRyUXNYTHBEZlRlVW9ORDZmRHg4Zkg1U1hsNk5EaHc2WU4yK2V4TG5UMHRJd2MrWk1qQm8xQ282T2poS1JGOGVPSFJON3oyaHltWnFhRXMyeG1tRHYzcjM0K1BFajZ0ZXZEMXRiMnhycjUyc3BMUzNGcVZPbkFJZ2lranQxNmlTMVhYSnlNbmx0WVdFQkl5TWp1ZWV0VjYrZVdEUlJvMGFOeE9hTVRJcVV2cjYrMUxrazQ5UmpzOWx5NTVvVXlvOEdOWkJRdmxzWUE4T0lFU05nYUdoSWNpVXJvcWFtaG9ZTkcrTDkrL2N5UTBzWjNyeDVJN1BOVHovOUJFdExTd2lGUXJMSUh6Tm1ETWFNR1FON2UzdlVyVnRYS1hIV2t5ZFA0dmp4NDdDd3NKQVEvWlNHdEZCeU5UVTF6Snc1RS8zNzkwZHljakx4SFBENWZIQTRIREVQVGxaV2x0UlFXMm1vRXM0cGpVZVBIc25kbjVxYUtuZS9zdU9zYVVKRFEvSGh3d2NBSW1HMzZPaG9jTGxjRkJVVmdjUGh3TXpNVE1JWXhLUTRYTDU4V1d6eVdGUlVoS2lvS0FEQXVISGpVRkpTSWhhV1dyOSsvYS8yOWxGK1BONitmU3UyYUdDTW5Gd3VWK0h2OUd2RHNrK2VQUG5WMVovS3k4dmg1ZVdGQ3hjdUFCQnBDT3pldlZ2Q081eWJteXRWOExCeDQ4WWtYVEkvUHgrclZxM0Nnd2NQQUlpOHdJcFNiTXpOelJFZkg0K1VsQlRZMmRtUjdXdzJHM2Z1M0VGZVhwNVlXaEtEdHJaMmxVdXZVeWlxNE8vdmp6Ly8vRk5oT3libDlkMjdkNWd3WVFJQTBlK3JZcm9LaThYQ3BrMmI1SjdIM2QwZHZYcjFFa3REWnNyWEE2TEtlTEtjS1h2MzdrVktTZ3EwdGJYaDYrc3JOWlhaMzk4ZlpXVmxpSTJObFJxSlVCR0JRSUM3ZCsvS2JWTmQyTnJhb3FTa0JLMWF0YXIyNkpUcTVNS0ZDeVFOVWQ3OWw5RU1VVk5UcTlaN1ZYV1hnNlpRdm5lb2dZVHkzV0puWjRlYk4yOUNVMU5UWm82OHRIeFdWY0lDaTR1THhRd3ZUQ2gyU0VnSVZxOWVUWExpMWRUVWxLcFh6eGd2NnRhdFc2WDY5aFV4TlRVbDBRM1Buei9IdW5YcjBMZHZYN0V3VVZsaG1xcHc0OFlOcVY1clIwZEhxU0g5b2FHaEtwWEtQSExrQ1BidjMvOVZZNnhPS3FZa3ZYejVFZzBiTmtSWldSazRIQTQwTkRTd2J0MDZzZXZtOC9ra2xQL1ZxMWRJVDA4bjE1K1ZsVVVFNkE0Y09JQURCdzZJOVJVVEU2UFFBMFNwZmV6WXNVTnEycGFQajQ5RTJXeEFWT2I4ekprek1ERXh3ZWJObTdGcDB5WThlZklFbHBhV2NpdGtWRFpLRmhRVVNPanFxQXFQeDRPbnB5ZEpoekUyTmtad2NMRFV5azFPVGs1NDllcVZ4UGF6WjgvQzJOZ1lOMjdjd1ByMTYvSDU4MmNBeXFYb0FNQ3NXYk9RbTV1TDI3ZHZpMmtxTWZmK1pjdVc0ZW5UcHhMSFdWcGFrdWpBdUxnNHVWVW9nSDhNVE5ldlgxY1l1Yk5seXhiMDdkdFg0ZGdwdFlPY25CeThmdjFhNmZaOFBsOW0rMCtmUHNrdEZReUk1aktWdVgvL3ZzSis3OSsvVDFKVTNOM2RwVDdiSXlJaWlJUEUwZEZScXBaSFJaNCtmVXFNQVRYSmx5OWY4T0xGQ3hMNUlNMG9VMVJVQkVEMHJKWm50SkZXUmFlNktDOHZ4NkZEaDhoN0RvZUQ3T3hzcWVLOTZlbnBBRVQzMWNxR3F1enNiS25hZGxaV1ZqSTFySVJDNGRjTW5VTDVZYUVHRXNwM2k3NitQa0pEUXhFZUhnNWRYVjF3dVZ6dytYeG9hbW9TZll6S0hnTTJteTFWNkV3VzBrVE5HamR1TEdGNEtDa3BJU1ZmNWNGWS94OC9mcXhVKzdWcjE4TFkyRmptZmk2WGkrRGdZQ0xtV0ZSVUpMWWc2dGF0bTlKSzc3SW1MZmZ2MzBkRVJJVEVkbnQ3ZTZrR0VsVkxDOHZTVFdBbUNiSmdGaWRGUlVWRUwwRVo4dkx5WkxadjNMZ3grdmZ2ajZpb0tEUnExQWoxNnRVRGg4UEI1TW1UQVloU25pcUw5bGFlZUY2NmRFbXB2eTJGSW8yYk4yL0tUTCtyTEZyS3dFeVVHelZxaFBidDI1T1VrbnIxNnFGOSsvWks5NzFqeHc2NUlzMktLQ3dzaEtPakl4SVNFZ0NJU25idjNyMWI1b0pKWFYxZExJS3FzbVpJaHc0ZHlMMTg4dVRKV0xac21WS2x1OWxzdGx6eGFFWDlBcUpGaTdMUk9BS0JRR0hiaXFXWUtaUVZLMWJBeWNsSnFiWkZSVVhZdFdzWGlmaW9XN2N1UEQwOWlmNkVNakJWMkJqUzB0Skkrb1FzM3I5L2o5V3JWME1vRkpLSTJjcWtwcVlpSUNBQWdDaHlhK3JVcVFySHdsU1VZU2dxS29KUUtGUjZycUlzV1ZsWlNwVlFCa1RSbjR4UlZ4ci85My8vcDNML1JVVkZwRnBQWlJpakx3Q2NQMzhlbVptWjBOYldSdE9tVFpHUmtZRVhMMTVJTlpBdzBTWFNISDBjRGtkcUtybThPU1J6NzZNUkpCU0tPTlJBUXZtdWFkQ2dBWnljbk9EazVJUTFhOWJnd29VTG1ETm5qc0lReitxbXZMeGNUSDFjRWZuNStVcTFsK1l0WnJoMTZ4YTJiTm1DZCsvZUFRQ01qSXl3WXNVS3NRZmQ0c1dMbFM0blhGcGFpdkx5Y29uOFkwTkRReklSS3lzcms2cEVYNUdpb2lLVnZFT3lGaFkzYjk1VW1CWUZBUGZ1M1NNNkI4cHc4T0JCTVlIZGlxeFpzd2JqeDQ4WGkrN1p0bTBiY25KeTBMMTdkNms1ekpVTkpLZE9uWUs5dlQwME5EVFF2bjE3Q2VGYnBoeWpycTZ1ekdvZWxOcEpmbjQrZkgxOUFZaWl6WlQ5SFRIdHZtYUJjZXZXTGZ6eHh4OEFBQk1URTRXL2Mya3NYNzZjZUdTN2RldUd3TUJBdVdOaUtwQUJJby82cUZHanhQWWJHUmtoSkNRRUh6OStyRllQYnVYZnY1ZVhsOFNpemRMU2txVEh5V0xod29YSXpzNUduejU5RklwdTAwZ3hTa1hrbGZhdFNFeE1ESDcvL1hleW9HN1dyQm0yYjkrdWtuRkVHcFVyNTl5OGVSTTZPanBFbytUNTgrZFl1WElsOHZQem9hNnVqb1lOR3lJZ0lBREZ4Y1hnY0RqazM1czNiMUJXVm9ZR0RScGd3NFlOQ2xOR3VWeXVXRG5ka3BJU09EbzZvcXlzREVGQlFkVmFOYVpPblRyNDZhZWY1TFpKUzB0RGNYRXhHamR1TEdGRXFud3VWVm0zYnAxU1duUFBuejhISURJQ2w1ZVhJeU1qQXc4ZVBNREFnUU1sMmpLYWJ0SU0zd1lHQmtUQUZSQ2w3U2hLbDZRR0VncEZPdFJBUXFGVUF6bzZPamh6NW96Q2RtRmhZVGgwNkJENjl1MHJJWTRvRFdtNkhKbVptZGk2ZFN0dTNib0ZRSlRlTTNYcVZEZzZPa3BFYnBTV2xzbzFza2lEVVpmWDF0YUd1cm82N096c1NCNS9XbG9hcGt5Wkl2ZDRlM3Q3bGZyN0x4TWJHNHN6Wjg1QVYxY1h2cjYrVXF0NVZQUUV0V3JWQ2hrWkdiaDY5YXJNdEM5bWNqaHMyREJhMFlZaWhyKy9QejUrL0FoMWRYVzR1cm9xblNMMzVzMGJBSkplWW1YSno4L0h1blhyQUlpaVVKeWRuWlhTU0tvTVl4d1pQbnc0dkx5OFpBbzZxd0tMeGZvcThlYldyVnNycFE5VkdSMGRIVEZ4VjJrdzBTelZrVEpKb1ZUazZkT24yTDU5TzRuR0FvQ3VYYnRpMDZaTnFGKy92dExQZGVZNVhoRStuNCtZbUJpdzJXemlvUER4OFlGQUlJQ2JteHVtVHAyS3dNQkFaR1ZsQVJBNWdBNGZQaXl6RDNWMWRmajUrWkZJc1UrZlB1SFpzMmNTZ3VXQVNLeWR3K0dRWnlXZnowZFJVUkV5TXpOaFoyZUg0T0RnYWl2ajNheFpNNW5PRUFhbWlzMnZ2LzVhWTFWczFOWFZwVDdybWM5KzZkS2w4UGYzeCt6WnM0bXpSMXI2MDZkUG4waWFWWmN1WFNUMjYrbnBZYzZjT2VUOTgrZlB4UXdrVjY5ZUpTazZESXcyM0x0Mzc2U21PalBmUHc2SEkzWC9vRUdEcVBBMTVZZUVHa2dvdFFvK24wL0NRWldoOHNORUZpd1dTMlo1dTRvd0N3Wk5UVTJsMmxmbXlKRWpDQTRPSnNLR1ptWm04UEx5RXF1b1VwR3ZXVmpzMmJNSFAvLzhzOHJIV1ZwYXFpUzQrdXJWSzZrcEwwT0dESkZaWmhrQVZxNWNpY1RFUkF3Yk5neExseTVWMk0vbzBhTWhFQWpnNk9nSWEydHJxVzBxVnM5SVQwOG4zdnhWcTFiSlhId3l1ZDhhR2hxWU1XTUdObXpZZ09QSGowczFrQ1FrSkpDdzV2Lzk3MzhLeDB5cFBRaUZRaEpDYjJ0cnEzUnFESi9QSjk4cFZiUi9LckoxNjFieVBmYnc4RkE2UlM0dkwwOHM4b0lwZnoxanhvd3FqVU1hUXFId3F3U2t2MVo4bWtMNU44bk16TVR1M2JzUkd4c3JzUzh4TVZIbDU4YjI3ZHNsREJVWExseEFYbDRlaGcwYlJ0Sks1czJiaCtEZ1lHelpzZ1g1K2ZtWU4yOGVIajU4Q0IwZEhiUnUzUnFHaG9abzNMZ3hEQTBOb2F1cmkzMzc5aEY5Tm5kM2QvVHUzUnVBNlBmcTVlV0Z1M2Z2WXR5NGNXSlJvQlcxTmthT0hJbVFrQkRVcTFjUE8zZnV4Tnk1Yy9IdTNUdlkyOXNqSkNSRUxKS2txbVhHL3l1TUhqMWF3dGlkbFpWRjVpSGEydHJZczJjUE5EVTFTY1J2UmtZR3NyS3l4TkpqR0tGcUZvdWxkR1J3UlM1ZXZDZ3pvdVhObXpjSURnNldlU3lIdzVHNjM5alltQnBJS0Q4azFFQkMrVzdoY3Jrb0tDZ1FldytJYnVRNU9UbGtlMlZCemJDd3NHb2Z5NWN2WDJTV3VhMElvMEh5OTk5L0s5VWVBSHIyN0VrMExkaHNObmc4SGpRMU5XRnZiNC9aczJkTHpjazNORFNzVWtob1JTcW4yaWlMaTR1TFNnL00vZnYzU3pXUXNObHN1UjVvUnNSU1QwOVBwZkQxZXZYcUtXeWZsNWNIRnhjWEZCY1hZOEtFQ2VqZnZ6OWV2bnlKN094czhtL28wS0hvMEtFRCtadnE2K3RqK1BEaENBZ0lRR0ppSW03ZHVpVXhNV1U4MmUzYXRhdlNCSWZ5NDhKaXNUQnk1RWo4L2ZmZm1EOS92a0o5QUlZWEwxNlEzMEtiTm0ycTFEZmpzUjA3ZGl3R0R4NnNzTHFHVUNqRXFWT25FQmdZQ0E2SFE3YjcrZmxoNk5DaFZScUR2TEZkdjM0ZGQrL2V4YXBWcTZDdnI0K0lpQWk1MFZkZnZuekI1TW1Ud2VGd3hFU1hLWlQvS20vZXZNSEJnd2NSRXhNanBsZWpwcVlHZ1VBZ013cEJFWldOQzBLaEVLR2hvUUJFRlFBWkE4bVVLVk5RdjM1OStQdjc0OENCQXhnNGNDRCsrT01QbUppWWlLVmZjRGdjdUxpNEVPT0lvNk1qcWE0RGlKNXhqTmhwNWVjc283WFJxbFVyc2ZMaFRabzBRWEJ3TU96czdDQVVDcUdtcGlaV1pZclJJZnFScUYrL1BrbUgwZGZYSjMvYkprMmF3TXpNREttcHFUaDc5cXhZdW5oY1hCd0FvRk9uVGxWS3A3U3dzSkF3ZmwrOGVCRjhQaDhkT25TUU9tOUxTMHREY25JeTJHdzJmdm5sRjRuOUppWW1LbytEUXZrZW9BWVN5bmZMdFd2WHBHcFVIRHQyRE1lT0hTUHZ6Y3pNNE9QakEwRGs1WjgwYVpMU2ZXUmtaQ2lsYnlFUUNCU1d1YTFJUVVHQjB1MHJScHBNbkRnUkwxNjhnSTJOamR3YzVKTW5Ud0lRNWF0ZXUzWU5ob2FHUkdqMFI0RXBsMXNkWWZ5VjhmYjJKaG9NRnk1Y2tDcnNPMkRBQUFEL3BEZTBiTmtTdXJxNm1EQmhBc0xDd3JCejUwNzA2OWVQNUdRbkpTWGh4bzBiQUlDWk0yZFcrNWdwM3o5ang0N0ZsQ2xUbEJJaVpXQkNzVFUxTmFXR1hTdkRwRW1UY092V0xheFlzVUpoMnlkUG5pQWdJSUJVOEtwSVRVeVcxZFRVVUs5ZVBRd2RPaFNOR2pYQ3g0OGZjZnYyYmFtQ2tReVJrWkdrNnRUY3VYT3JmVXdVU25XUm5KeU1vMGVQSWpZMlZrd3N1RWVQSHBnNWN5YjgvZjJSazVPRERSczJZTml3WVYvZFgyeHNMRjY5ZW9YT25UdExMSWduVDU0TUZvc0ZIUjBkcVZHcDJkblpjSFYxeFlzWEx3Q0lSTXNycHRUZXUzY1BPM2Z1QkFEMDZkTkhiRjlKU1FuMjdOa0RBRktGWEZ1MGFJSGR1M2VqVHAwNmFONjhPVW52QWFySFFESmt5QkNwZ3FuTXR2RHdjS2xDclBYcTFjUEZpeGUvdXYvSzZPcnFpcVhEVkdUdzRNRklUVTNGNmRPbjRlRGdBRFUxTlJRV0Z1TG16WnNBSU5WUW9ReVY1NERaMmRra0F0RGUzcDVVKzZuSW9VT0hrSnljREQwOVBUS1BwbEJxQTlSQVF2bHUwZGJXRmhPNTVIQTRLQ3NyQTV2TkZyT1NWelF3YUdob3dNM05UZWsrWW1KaWxES1E2T2pvU0lpZVZSY1Z2VWJxNnVvcWxlNU5UazdHd1lNSFlXWm05cThaU0diTm1xV1M0SmUwY3FiS3dIaXdxcEtxcElpV0xWdVN2M3RKU1FrTURRMWhZbUtDNXMyYnc5allHTWJHeGpBek13UHdUdzR2azk1Z1kyT0RpSWdJdkh6NUVpZFBuaVNmKy9idDJ3R0lKb0xEaHcrdjlqRlR2bitxb21QQlRKcTdkKzllNVlXRWdZRUI5dTNiSjlmWW1KU1VoT0RnWU55NWM0ZHNhOW15SlhyMzdpMjF5bFYxbzZHaGdZa1RKMkxQbmowSURnN0dMNy84SWpVVktDY25oK2dsVEpnd1FXNEZCd3JsVzhEbjh4RVhGNGNUSjA2UXREcUc3dDI3WS83OCtlalZxeGUyYjkrT25Kd2NtSnViVjR0eGhNdmxZc2VPSFFBZ3MreXJMQWRTZkh3ODNOM2RrWitmRHhhTGhXWExsbUhhdEdsa2YwWkdCdHpkM1NFUUNHQmtaQ1FoMkxwMzcxNWtaMmREVDA4UDF0YldVaDFFRmRNS2MzTnp5ZXRHalJxcGRxRlMrUExsQzBsTmxnYWZ6NWM2RjFIRldGMWRXRnRiWS8vKy9jakp5Y0hseTVjeFlzUUlSRWRIbzZ5c0RPcnE2aGc1Y21TMTlGTXhVbENSbUMyRlV0dWdCaExLZDh2UW9VUEZ3cm1aS2phelpzMlNxR0xEZUR5cW0vYnQyK1BvMGFOUVYxZFhTWGVqS25DNVhMbGxiNlh4OGVOSEFBQ1B4MU02Wko5QlRVME5MVnEwVU9rWVFHUUFVR1doOXVIREIzejQ4RUdsUHI1OCtVSkMrNVd0QnFBSzQ4ZVBSNWN1WFdCcWFvcVdMVnZLVEZmaThYaDQ5dXdaZ0g5RTB3d05EV0ZqWTRPREJ3OGlNREFRdlhyMXdwTW5UL0R3NFVNQW9zcEMzMkxTUmZueFNFOVB4OU9uVHdIOEU5RlVWZVFKa3NiRnhZa1psdXZVcVlPNWMrZkN4c1lHTjI3YytGY01KTUEveHNjUEh6NWcxNjVkVWlOZU5tellnT0xpWWhnWUdIeVZCaE9GVWxOa1ptYkMwOU9UTE5oWkxCWUdEQmlBYWRPbXdjTENnclNMaVlrQklISjBxR0lnT1g3OHVOUnFNSC84OFFleXM3TmhaR1NFWDMvOVZhbjVCSS9Idzk2OWUzSDQ4R0VJQkFLdzJXeXNYNzhlUTRZTUlXM2V2WHNIUjBkSGNEZ2MxSzFiRjlzVXlNWGVBQUFnQUVsRVFWUzJiUk56WEJRWEY1T28zcmx6NXlvVjljbWtyZ0tvMXNvMmh3NGRFb3VjY1hKeVFtSmlJbWJNbUVGU21RRlJwTnkzdW44WUd4dGo0TUNCaUl1THc0NGRPOUN6WjArU25qdGt5QkNaWmROVjVkU3BVd0NBdG0zYjBvcDZGRW9sNkN5ZFV1dVFWWmRlR29xaUc0cUtpcXBVSVVFUkdob2FFbFZ1bmo1OVd1WHl4UmtaR2ZqdHQ5OVVPa1pYVjVla2hLaUNyNit2eWhvazhzVEJwSkdjbkV4ZVY1ZmlmVVhhdG0ycjFEWEV4OGVUVkI5emMzT3lmYzZjT1RoejVnenk4dkxnN3U1T0puc1dGaFpTdzFncGxLckFwTktwNmxWOCt2UXBMbHk0Z0FrVEppaWxXekpnd0FCMDZkSUZxYW1wbURoeEl1Yk1tUU45ZlgyVng1dVZsWVhqeDQvamwxOStRYmR1M1ZRdUxWbTNibDBzV3JRSTY5YXR3Ly85My8raFI0OGVZZ3ZIaWhFdTd1N3UwTlhWVlhtTUZFcE4wNnBWSzh5Yk53K2hvYUVZTjI0Y0prK2VMRFhTU1NnVUFoQTVCSlN0V2lOUE1KNkplclMzdDFkS3orVFpzMmZ3OGZFaGxWQmF0V3FGTFZ1MmlLWDM1dVRrWU1HQ0Jmanc0UU8wdExRUUVCQWdrWjZqbzZPRGR1M2FnY1BoS0ozaXpEaTFtalp0cXBMMlNrbEpDWll2WDQ0cFU2YUlwYmd5YUd0cmkwV2VNZnMxTkRURXR2OWJ1aWQ4UGgvbDVlVVMvYzJkT3hmWHIxOUhkblkyYkcxdFNlU09zdHAxaW5qdzRBRVNFeE1CeUk0YW9sQnFNOVJBUXFsVmNMbGM5TzNidDlyT1YxUlVKRlZ0L212UjFOU1VNSkN3Mld5MGJObFM2WE84Zi85ZVRPZ01FR2tFS0tzSXI2akU1YmVFQ2MvVjBOQlF1dHBIZFNBVUNwR1dsb2IzNzk5andJQUJ1SDc5T2dCUktkR0tFOXk2ZGV2Q3k4c0xpeFl0SWlrNGRlclVnWmVYMTc4MlZzcVBUVzV1THRIR3NiS3lVc2tEbUp1Yml4TW5UdURFaVJNNGYvNjh3aWdzZFhWMStQdjdRME5ENDZ1OHVkbloyVVFqeXN2TFM2Nk9DQ0Q2dlIwL2Zod2pSNDRrMXpkMjdGamN2SGtUMTY5Zmg3ZTNOd3dNRE5DalJ3OUVSRVNRTXBRMk5qYlZhb2dzS1NuNWF0RnJDcVVpdHJhMm1ENTl1dHhvaXBNblR4SWppU0lpSXlOSjlSZFpFWXJtNXVZWU9uUW94bzBiSi9kY0h6NThRRkJRRU02ZE8wZjZIenQyTE56YzNNU01DT25wNlZpNGNDRnljbktncnE2T1RaczJ5YXg4TjI3Y09KaVptU2x0N0dBMGpsUjl2aGNXRnVMZXZYdTRkKzhlb3FLaS9yUGx0d1VDQVM1ZXZJamc0R0NzV3JVS2xwYVdZdnM3ZHV5SWlSTW5Jakl5a2tUNlRKNDh1Y3BDM0JVcEtDZ2daZDNyMTYrUDBhTkhmL1U1S1pRZkRXb2dvVkNxQVRVMU5SdzhlUENyejVPZW5pNVRDS3RMbHk1U3hVSXJVMVJVaElDQUFMeCsvUnIxNnRWRFVWRVI2dFNwQXg2UEIxMWRYWGg1ZWFGZHUzWmZQVlpaZUh0N3E3U1lxQmhLcXd4Q29SQm56NTRGQUhUdDJyWEsxWGFVSlNNakF3OGVQTUREaHcveDExOS9JVDgvSDEyN2RrWDM3dDFKQ0xTMDhPZmV2WHVqZGV2V2VQWHFGUUNnYytmT01EUTByTkd4VW1vUGUvZnVKUVpRV1dKL3NpZ3NMQ1N2bGMzdnI0NVV0cytmUDVQWGlzTEVzN0t5NE8zdGpiLysrZ3NXRmhaaUJxQzFhOWNpUFQwZHIxKy94cUpGaXpCczJEQ2NPWE1HQU5DL2YzOHNYcno0cThjS2lPNU52cjYrR0R0MkxOVU5vbFFyNnVycUNwMFZGY3ZPSzRMNVRjdjduYkpZTEd6Y3VGRWlxcUlpK2ZuNW1EcDFLcWtRYUdSa2hEVnIxa2c0bGg0OWVvUmx5NWFSZmx1MGFDRlh4MkxDaEFsS1I0d1ZGQlFRQTBuWHJsMlZPb2FoNHIydE9sTnpBTURIeHdlbHBhVmZiU3k5ZnYwNmdvS0NTR1JPVWxLU2hJRUUrQ2ZpaDZHcTRxd1Y0WEE0V0w1OE9abDNyVnk1c2thRTdpbVU3eDFxSUtIODBKU1ZsZUg1OCtma2djWm1zMVVTVTcxeTVRcjgvUHlVYXF2cWcxd2F5a1ozU0VNb0ZPTHk1Y3ZZdG0wYjh2THlNR3ZXTEppWW1HRGp4bzB3TVRIQnlwVXI0ZWJtaHBreloyTFdyRmxLNXdKWFJKa3czNlNrcEtwZWdsSkVSRVNRQ2pNMTRmbkl5c3JDZ3djUEVCOGZqNGNQSHhJeFdBWURBd1AwN05rVEVSRVJLQ2twZ2JxNnVvUW5YQ0FRd012TGl4aEhBT0RodzRkWXNXSUZObTdjU0Nja2xLOGlJU0dCR0VzdExTMVZybDdEYUJOVkxDLzViL0QyN1Z2eXVuSktRY1ZvdDlPblQrUFlzV1BrZnNPVWNHZG8wS0FCZ29LQ01IdjJiT1RtNWhManlJQUJBN0I1OCthdnVvOENvdC92eVpNbnNXUEhEcFNVbEdEUW9FRmZkVDRLcGFaaG5vbE5temFWMjA2Ui9oVlRyY1REd3dQVHBrMlRPazhJQ3d2RGpoMDdVRjVlRGphYmpiS3lNcVNucDhQVzFoWUJBUUZTSyt5cGtrNFhFeE5ES3ZyMDY5ZFA2ZU9BZjhUYjJXeDJ0YWZZMWF0WHI4cGFjd0tCQUZldVhNSEJnd2RKVkNrZ3VyNysvZnRMdEQ5MDZCQjI3ZG9sdG0zSmtpWFl1blVyZXZmdXJiQy93c0pDWW9CaFVzVS9mdndJZTN0N1VublAydHE2MmdSZktaUWZEV29nb2Z5UU1PR0xRVUZCYU51MkxSd2RIY2srVmFxZVNLdVM4Ri9renAwN0NBb0tRbkp5TW5SMWRiRjE2MVlNSGp5WWlIQUJvcktCNGVIaGNITnp3OEdEQnhFZEhRMWJXMXRNbmp4WnFRVjdRVUdCV0hUTGd3Y1BwQzRjUWtORFNVVVhaVGh5NUFnSmpWZEVVbElTS1NQWXRHblRHbm00SHo5K1hLeE10S2FtSnN6TnpXRnBhWW0rZmZ1aVRaczIrUERoQThuYkhUcDBxSmpYanN2bFlzMmFOWWlMaXdNQTlPclZDMFZGUmFUTTc1dzVjN0JseTVZYUtZbEsrZkhoY0RoaVpjdVhMVnVtOGptWWtPM3EvZzRxU2dkZ2hLSTFORFFrdElNcWlrZ3o5d01qSXlONGVucEtHSisvZlBtQzZPaG9NVzh4SUlwUVNVdExrMXFpVkZsZXZueUo5ZXZYay94OFBUMjlhZ2xycDFCcWt0ZXZYd09RTkR4V0JTc3JLMXkrZkZraVVpSXZMdzhiTm13Z2xiT2FObTJLZ0lBQVpHWm1ZdFdxVmNqTXpNVHMyYlBoNStlbnNtR0RnYy9uNDhTSkV3QkU5NmZLVVJTS1lLcmZHQmtaVmFsL0JxYTZrQ3BSUEpVcEtpb0NJSnEzVEpvMFNld2VaMmxwaVFVTEZrZ1l0ejk4K0FBZkh4OVN2dDNBd0FEejVzM0Q5dTNiOGVYTEZ5eGN1QkF6Wjg2RW82T2p6T2paZ29JQ09EbzZrdTlFVEV3TXBreVpnclp0MjJMUW9FRUlEUTJGdGJVMTFxeFpVK1ZybzFCK2RLaUJoUExEd0V5V256NTlpdW5UcHhNcnZTS1B5dmRLYVdrcFltTmpFUkVSZ2VmUG53TVFMZFpYckZnaE03UzBTWk1tT0hMa0NJNGRPNGFRa0JBRUJnYml5SkVqR0RObURFYU5HaVZ6TWxKYVdncFhWMWV4Qjd5UGp3L2F0bTFMRmxsTWFjMDJiZHFvRkNIeDIyKy9vWC8vL3FoZnY3N2NkcW1wcVhCMmRpYWlxRFVWR2pwaHdnUmN1M1lOL2ZyMWc1V1ZGU3dzTENUNjhmUHpBNGZEZ2JxNnVwaHdibloyTnBZdlgwNytIdWJtNWdnSUNBQ1B4OE9pUll1UW1KaUlsSlFVekpneEE2NnVyaGc3ZG15MWo1L3k0eUlVQ3VIcDZVa2lNV3h0YmFVYUk1a0lDaVpNdnZJNUVoSVNBS0JLVmFvcVUvRjMrK2JORzNUbzBFRnF1N0t5TWxKV3NuWHIxbUpSSGtLaEVFZU9IQkZyYjIxdERUYzNOekV2Y0VGQkFVNmVQSW5qeDQrVGRCMGpJeVA4OU5OUGlJMk5SV0ppSW1iT25JbGZmdmtGTTJiTVVEcXFqM2wyUEh2MkROT25UeWNlMTFHalJtSFpzbVUxVWtxY1Fxa3U4dlB6eVQyaHVqUTNLaHBIaEVJaHpwMDdoMjNidHBGRnY0V0ZCVFp0MmdROVBUMlltWmxoMTY1ZFdMcDBLWXFMaStIaTRvTGx5NWVURXZlcVVERkNkTUtFQ1hMYk10RXd6SndBK0NlQ3RTcmk3U3RXckVCOGZEeFlMQmE1ZDNicjFrM3VNZVhsNWVSMXhTaVo4dkp5cEtlbkF3QlNVbExJOWg0OWVtRHg0c1VTNStYeGVJaU1qTVNlUFh0SWhiN1dyVnNqTURBUXhzYkc2TkNoQTVZdVhZcVBIejhpTkRRVWNYRnhjSFIweFBEaHc4WDZaWXdqTDE2OEFKdk5ScmR1M2ZEZ3dRTTRPenRqNDhhTldMSmtDY3pOeldGbFphWFVaOUt0V3pmWTJ0b3FuSjlSS0Q4YTFFQkMrU0hJejg4bk9hdDM3OTRGSUhwNGpoczNEbloyZHNqUHo2L1NlZCs5ZTBmT3BRaFZ5K2hLUTVFZVIzbDVPWjQ4ZVlLclY2L2kvUG56WXZtL3JxNnVTajMwMU5YVk1YUG1UQXdkT2hRN2R1ekFsU3RYRUJvYWl0RFFVSmlabVdIZ3dJSG8zcjA3dW5idENsMWRYUWdFQW5oNmVoS1B5dnIxNjNIcTFDazhldlFJdHJhMjJMaHhJM3IzN2wzbEZLUEdqUnNyMUNPNGRlc1dQRHc4eUVSbzNyeDVTai9nVmNYVTFGUnVHbFpFUkFUeG9FMmVQSmxNU0s5Y3VRSmZYMTh5Z1J3NGNDQkpwMkd6MmRpelp3Kzh2THh3K2ZKbGNEZ2NyRnUzRGhjdlhzU3laY3RVcXZwRHFiMEVCQVNRNzE2blRwMWtWalJnREtRUEhqekFnUU1IMEw1OWU2aXBxWUhMNWVMeTVjc2s5VXVXb0tJcVZGeVEvZjc3N3lncUtrS3paczNFSnUxRlJVV0lpb29pNWJ3cmg1UlhqRHlwWDc4KzFxNWRTMFJXR1lQTzJiTm5FUnNiUzlKdE5EUTBNRzNhTk15ZlB4OTE2dFNCdGJVMWZIMTlrWk9UZzh1WEwrUHk1Y3ZvMEtFRGhnMGJoaUZEaHNnMEJuRzVYRHgrL0JqQVA0WVNRME5EckY2OXVzYnVNUlJLZFJJWkdVbFNVanAzN2x5dDUwNUlTTUR2di85T2pQNWFXbHBZdUhBaFpzeVlJZlliNzltekovYnUzUXRuWjJkOC92d1ovdjcreU16TXhOS2xTNVZPcjNuMTZoVjI3OTROUUhRZlVHUWdZVFM5NHVQanNXL2ZQcWlwcVpGME8zbDZLTEl3TXpQRDFhdFh5ZnV1WGJ2QzJkbFo3akdNRVFTQW1ERTNMaTVPTEQzWHpNd016czdPRXZlKzh2Snl4TWJHSWlRa2hCaUdBR0RpeElsWXVuUXBjYzUwN3R3Wng0OGZ4K3JWcXhFZkg0KzNiOTlpMWFwVk9IRGdBQ1pObW9SZmYvMFZRcUVRVGs1T2VQSGlCUkhXL3Zubm4yRnJhNHUwdERUTW16Y1AvZnIxdzRnUkkvRDA2Vk1ZR0JoQVcxc2JtcHFhME5EUUlQOHEwcU5IRDNUcDBnVThIZytmUDM5R1dWa1plRHdlZUR3ZXlzcktVTDkrL1IvV0NVbXAzVkFEQ2VXSDRQYnQyMlJoQ29oRU14Y3RXa1M4Q0lvTUpQSHg4Ymh6NXc1MGRIUlFwMDRkcUt1ckl5c3JpK1Q1S3hJb0ZBZ0VLcGZSVlpVVEowNWczNzU5WXRkaVltSUNlM3Q3akJvMVN1VzhlMk5qWTJ6YXRBa1pHUms0Y09BQUxsNjhpTlRVVkJKNVU2OWVQVVJHUmlJOFBKeE1HdXpzN0RCcTFDajA2dFVMdHJhMnlNN09ocE9URTNyMDZJRlJvMGJCMU5RVVJrWkcwTkRRZ0pxYUd2bS9vaUFkbjg4SG44OFhlOUR5ZUR6dytYenl1bVBIanFoYnR5NUtTMHV4YTljdXNaU1h5Wk1uVjduYzhkZHkvLzU5Yk4yNkZRRFF2SGx6T0RzN0l6czdHMXUzYmlVcE5RQXdhOVlzTEZxMFNFd01UMXRiRzM1K2Z1allzU04yNzk2Tjh2SnlQSGp3QURObnprUkVSQVNhTjIvK3IxOFA1ZnRoMTY1ZENBOFBCeUFLKzk2eVpZdE0vWkNoUTRmaWp6LytnRkFvUkZCUWtOUTJUWm8wa1NvdXJDcU5HemVHdGJVMXpwNDlpOXpjWEd6Y3VGRmgrNmxUcDRwdFUxTlRnNit2TDN4OWZiRm16Um9ZR0JqZ3p6Ly9KTlZxbUpRZ1FHUVlHVHQyTE96czdNVHV5MzM3OWtWMGREU09IeitPdzRjUGc4UGhJRGs1R2NuSnlkaTVjeWNNREF6UXQyOWZlSHA2aXYwdUl5SWl4Q0p0Um8wYWhaVXJWOUlTd1pUL0JHbHBhVGh4NGdUMDlQU2dwNmNIWFYxZGFHbHBRVXRMQ3p3ZUQzLzk5UmRPbno0TlFCUnhJRTMvb3lyY3YzOGZSNDRjd1lNSEQ4ZzJjM056ZUhoNHlPeWpRNGNPMkw5L1ArYlBuNCs4dkR5RWg0ZWp0TFFVSGg0ZUN2dkx5Y21CaTRzTE1ZQTZPRGdvMVBzWU1tUUl3c1BEd2VmekVSSVNRcmF6Mld3SmZiTHUzYnVqckt4TWJ0cjBqQmt6TUdyVUtBQ2llMnpsZThEbHk1ZVJuSnlNeG8wYm8wR0RCdmp5NVF1T0hqMUs5bGRNV2V6YnR5K01qWTN4NmRNbkxGdTJET1BIanhjekZKV1ZsZUhreVpNSUR3OFh1NysxYk5rU0sxYXNRSjgrZlNURzE2aFJJd1FIQnlNcUtnbzdkKzRFaDhQQnk1Y3ZzV25USmx5OGVCRXVMaTVJVGs0R0lJcUdZWXd4Ky9idHcvcjE2M0h0MmpYY3ZuMGJ0Mi9mbHYyaFFwUldySzZ1RGg2UEp4WWhJdzF2YjI5WVcxdkxiVU9oZkk5UUF3bmxoMkQwNk5HSWk0dERSa1lHdkx5OEZJWkZWb2JMNVlvOTZDcno2NisvS2p5SE5CVnlWZUZ3T0NUM3ZUSWpSb3hBV0ZnWTh2UHowYnQzYjR3ZlB4NkRCdzlXS3JwRkhxMWF0Y0w2OWV1eGVQRmlYTGh3QWVmUG44ZkxseS9oNitzTFEwTkQ0cG15c0xBZ1dpNEdCZ1lJRHcrSGw1Y1hidCsrallTRUJCSzIvN1VZR0JpUUNJNmpSNCtLR1VjV0xWcUUyYk5uVjBzL1ZhR29xQWdhR2hyUTFOU0VuNThmMkd3MkhqeDRRSXdqRFJzMmhMZTN0OHo4YXhici85dTc5eWlyeXNOczRNOFpabkNDeUcxQUJpUXcwWVV1a3VBaWN2blV0dnFwVFVpNkRHbVVob1F2NEMxZ2tBUTArc2xubzhZVVNNVEVwQmhaVlZLMWtCVnpxVEdYdHRvdWJVazBsaHFhYUlWaXN0UmVFRUVObDhHZ1FHRTQzeDh1VHhnWlpJQ1pPV0gyNzdmV1dUbG45dDduUEdNODJ6UFBlZC85bG5MUlJSZmx0Tk5PeTQwMzNwaDE2OWJsaGh0dVVJNXdVTHQzNzA3eWV0RjI2NjIzdm1WcGUrYVpaMmIrL1BuNTY3Lys2enovL1BPVlkwdWxVbzQ5OXRpY2V1cXBtVDE3ZG9jdFhmdlp6MzQyVFUxTmVmamhoN05odzRiczJyV3IxZlllUFhwazBLQkJPZTIwMDNMWlpaZTF1WEpPWTJOajVhS0VyNzMyV2hZdVhGZ1p3WmU4L20zeGhSZGVtQTkvK01NSG5FSllYMStmU3k2NUpIL3lKMytTSC8zb1Ivbk9kNzVUK1ZaMjA2Wk5PZlBNTS9kYndXUFNwRW1WUDdLdXYvNzZEbDBlR0k3VXdJRURXMTFMN0VCNjlPaVJhNis5dGtOZWM5MjZkYm5tbW1zcUl6WWJHeHN6Wjg2Y1RKdzQ4YURITmpVMTVhNjc3c3JsbDErZUhUdDJ0SHVhellvVkt5cnY5M0hqeHUxWG9yWmx6Smd4V2JCZ1FlNi8vLzY4L1BMTHFhbXB5UWtubkpDWk0yZnVkMzdjdDBBNWtGNjllcjFsZ2JKejU4N0tWT0kzTysrODg5Sy9mLzlXenpWLy92d2NjOHd4YlY0VHFiYTJOcXRYcjY2VUkzMzY5TWtsbDF5U3FWT252dVZudWxLcGxNbVRKK2VjYzg3SjBxVkw4NE1mL0NCOSt2VEpva1dMTW5EZ3dKeCsrdWtaUG54NEprK2VYRG1tVDU4KytkS1h2cFRWcTFmbmdRY2V5Sm8xYS9MU1N5OWwyN1p0bGVtRSszcmppNnFEcWErdno3bm5ubnZRL2VCb3BDQ2gyL2o4NXorZmNybDhXRmNaSHpseVpFYU9ITmxxTkVPcFZNclFvVU16ZWZMa2c1WWZOVFUxKzExeC9IQ3NYYnMyMDZaTmEzTmIvLzc5Yy92dHQ2ZXVydTZ3NXRjZXpLQkJneko5K3ZSTW56NDlMNzMwVXVVaVo1ZGNja2xXckZpUkJRc1d0UHJqb2wrL2ZsbThlSEZXcjE2ZHYvM2J2ODNhdFd2ZjhqKzY3VFZseXBUS0I0U0xMNzQ0SzFldXpQcjE2ek4vL3Z4TW1ERGh5SDdKSS9UZTk3NDNEUTBOMmJadFcrVkR6NlJKazdKeDQ4WnMzcnc1bi83MHA5djE3OS9vMGFQenJXOTlLNnRXclRLTW4zYTU2cXFyc25QbnpweDExbGw1ejN2ZWM5RDkvK2lQL3FqeWJXaG5xNnVyeThVWFg5eGg1ZVViZjF4Y2VlV1ZPZXVzc3pKeDRzUk1tRENoM1dWdzc5NjlNM1hxMUh6c1l4L0xrMDgrbVljZWVpaTlldlZxYzhSTXYzNzk4dVV2ZnpsRGhnenA4R1ZCNFVqMTY5Y3ZvMGFOeXJQUFBwczllL2JzZHlIazJ0cmFqQmt6SnAvODVDZmJkVjVvaitIRGgyZisvUG41eWxlK2tvc3Z2amlUSmswNnBOV3VoZzBibHJ2dXVpdGJ0MjV0OXdXT3AweVprbFdyVnVXNTU1NDc2RkxFKy9yQUJ6N1FyaSt3T2tKYlUyRWJHaHJ5ZTcvM2UyMWVMSHZNbURFSGZLNmFtcHJjZE5OTjJicDFhOGFQSDUrUGZ2U2pPZmJZWTl1ZHBhR2hJZGRkZDEwdXV1aWlORGMzVjg1ZDgrYk5PK0NGZWtlUEh0M21WT2kyUnZIdTNiczNwVktwTXVwbDMvOTk0MVpiVzN0SW1lRm9VaW9mN0xMemNCZ1dMN2t6aTVlODN0alBuWDE1NXM3K1pKVVRjU1MyYmR0MnlGZHpiMmxwcWR6MjdObVRscGFXbEVxbDlPalJJNlZTS1RVMU5hMXVCNW9pdEhuejV0VFcxaDdSMWVTTGFQR1NPN0o0eVoxSmtybXpQNW01czZzekxhbWpPYmNVeDk2OWU5djloeEpkNSs3bDM4eUNtMStmYW5qSjlQK1RHLzdmTlZWTzFMSHVXWDV2NXQvOHBTVEpKZE9tNW9ici9tK1ZFLzNXbmoxN3NuZnYzc3JJem1PT09lYVFsdEE5RkYzOS90dStmWHRlZmZYVkkxNkJwaXZzM2JzMzVYTDVpSmNVcDIzZDlmTUxSdzhqU0lDRE9weHlZdC9yamh5SnRvYmpBOTJmY2dSYU85SXB0WWVpcTk5L3ZYdjNQbXF1L2VQY0JOMmJkemdBQUFCUWVBb1NBQUFBb1BBVUpBQUFBRURoS1VnQUFBQ0F3bE9RQUFBQUFJV25JQUVBQUFBS1QwRUNBQUFBRkY3WExhaE9ZZjNMei80MXlSM1ZqZ0dGOHZyN3JudHpib0d1OThTL3JhNTJoQzd6eEwrdHp1SWx6akhRbFlydytZWGZiUW9TT3QzanEzNmV4MWY5dk5veGdHN0d1UVhvVEU4K3RUcFBQbFdjUWdnQVUyem9KRU1hQjZkMzc5N1ZqZ0dGMTZ2WDJ6S2tjWEMxWTNRWTV4YjQzZENyMTlzeTdJU2gxWTdSNFFZTkd1Z2NBNzhEdXR2bkY0NGVwWEs1WEs1MkNMcWZ6VnUyWk1WUGZwb1hObXlzZGhRTzA1Yk5tN05seTZZa3lZQUJBek9nb2FIS2lUZ2NqWU9QengrZWUzWWFCZ3lvZHBRTzRkeHk5SE51NlI0YUJ4K2ZjLy8zV1JrMHNIdjkvOWZjdkMwUHIvaUpjOHhScXJsNWF6YjkrdVVrU2I5Ky9UTncwUEZWVHNUaDZtNmZYemg2S0VpQU5pMWR1alIzM25sbmt1VHl5eS9QekprenE1d0k2QTZjVzRET2N1Kzk5K2JXVzI5TmtreWRPalZYWDMxMWxSTUJSeHRUYkFBQUFJRENVNUFBQUFBQWhhY2dBUUFBQUFwUFFRSUFBQUFVbm9JRUFBQUFLRHdGQ1FBQUFGQjRDaElBQUFDZzhCUWtBQUFBUU9FcFNBQUFBSURDVTVBQUFBQUFoYWNnQVFBQUFBcFBRUUlBQUFBVW5vSUVBQUFBS0R3RkNRQUFBRkI0Q2hJQUFBQ2c4QlFrQUFBQVFPRXBTQUFBQUlEQ1U1QUFBQUFBaGFjZ0FRQUFBQXBQUVFJQUFBQVVub0lFQUFBQUtEd0ZDUUFBQUZCNENoSUFBQUNnOEJRa0FBQUFRT0VwU0FBQUFJRENVNUFBQUFBQWhhY2dBUUFBQUFwUFFRSUFBQUFVbm9JRUFBQUFLRHdGQ1FBQUFGQjR0ZFVPQVB6dXUrKysrN0ppeFlwcXh3QzZnWmRmZmpubGNqbEo4cDN2Zk1lNUJlZ3dXN2R1clhZRTRDaW5JQUhhVkZQejJ3Rm1temR2enViTm02dVlCdWd1M2loSFNxVlNtcHViMDl6Y1hPVkVRSGUwNytjWWdQWnk1Z0RhTkhMa3lBd1pNcVRhTVlCdXBsUXFwVlFxVlRzRzBJMGRmL3p4R1RWcVZMVmpBRWVoVXZtTnIzSUE5dkUvLy9NL2VmSEZGN056NTg1cVJ3RzZrVTkvK3RQWnRHbFRrbVRRb0VHNTdiYmJxcHdJNkc3cTYrc3plUERnSEhQTU1kV09BaHhsVExFQjJ0U3paODhNSHo2ODJqR0FicVpuejU2ViszVjFkVG41NUpPcm1BWUE0TGRNc1FFQUFBQUtUMEVDQUFBQUZKNkNCQUFBQUNnOEJRa0FBQUJRZUFvU0FBQUFvUEFVSkFBQUFFRGhLVWdBQUFDQXdxdXRkZ0FBb1B2WnRtMWJIbnJvb2J6MjJtdXRmdjZiMy93bTVYSzVjbi81OHVXdHR0ZlgxMmZpeElucDI3ZHZsMlVGQUVpU1V2bU5UeWtBQUIxa3k1WXRlZC83M3BmRCtaangwRU1QWmNDQUFaMlFDZ0Rnd0V5eEFRQTYzSUFCQXpKczJMQkRQbTdvMEtIS0VRQ2dLaFFrQUVDbm1EVnJWcXZINVhLNXpkdGJIUU1BMEZWTXNRRUFPczJFQ1JQUzB0TFNybjFyYW1xeWF0V3FUazRFQU5BMkkwZ0FnRTR6ZnZ6NHl2MDNqeGg1OCtQUm8wZDNhVFlBZ0gwcFNBQ0FUblBCQlJlMDYwS3Q1WEk1Zi96SGY5d0ZpUUFBMnFZZ0FRQTZUVk5UVStycTZnNjZYMTFkWFU0NjZhUXVTQVFBMERZRkNRRFFhVWFNR0pHR2hvYVV5K1dVU3FVa3JhZldsRXFsbE12bE5EUTBLRWdBZ0twU2tBQUFuYWEydGpaang0NDk2SDVqeDQ1TmZYMTlGeVFDQUdpYmdnUUE2RlRUcGsycjNIOWpGTW1iNysrN0R3QkFOU2hJQUlCT2RmTEpKNmR2Mzc0SDNONjdkKytjZlBMSlhaZ0lBR0IvQ2hJQW9OTk5uVHIxZ05zKzlyR1BkV0VTQUlDMmxjcnRXWHNQQU9BSW5YYmFhYTJtMVNTdlg3RDFGNy80UlpVU0FRRDhsaEVrQUVDWE9PR0VFL2I3V1dOall4V1NBQURzVDBFQ0FIU0pEMzNvUTlsMzRHcTVYTTdFaVJPcm1BZ0E0TGNVSkFCQWx4ZzNidHgrcTlpTUd6ZXVpb2tBQUg1TFFRSUFkSW1SSTBlbWYvLytLWmZMS1pmTDZkKy9mOTc5N25kWE94WUFRQklGQ1FEUVJZNDk5dGljY3NvcGxjZW5uSExLV3k3L0N3RFFsUlFrQUVDWDJYZTUzN2RhK2hjQW9LdFo1aGNBNkZKbm5IRkc5dTdkbThjZmY3emFVUUFBS21xckhRQUEybXZ6bGkxWjhjaFA4OElMRzZzZGhTTXd1SEZJOXJTMFpQR1NPNnNkaGNQVU9QajQvT0c1WjZkaHdJQnFSd0dBRHFNZ0FlQ284ZU5ISDhzWEZuMGx6ZHUyVlRzS1I2QzhkMitTWk8yemQxUTVDWWVyZCsvZXFhMnJ6WVVmK21DMW93QkFoMUdRQUhEVVdMOStnM0trR3lqVnVBVGEwVzc3OXUxWnYzNUR0V01BUUlkU2tBQndWUHBmNDhmbTlBbmpxaDBEQ3VWZmZ2YXZlWHpWejZzZEF3QTZoWUlFZ0tQUzZSUEdaZTdzVDFZN0JoVE1IUW9TQUxvdFkxd0JBQUNBd2xPUUFBQUFBSVduSUFFQUFBQUtUMEVDQUFBQUZKNkNCQUFBQUNnOEJRa0FBQUJRZUFvU0FBQUFvUEFVSkFBQUFFRGhLVWdBQUFDQXdsT1FBQUFBQUlXbklBRUFBQUFLVDBFQ0FBQUFGSjZDQkFBQUFDZzhCUWtBQUFCUWVBb1NBQUFBb1BBVUpBQUFBRURoS1VnQUFBQ0F3bE9RQUFBQUFJV25JQUVBQUFBS1QwRUNBQUFBRko2Q0JBQUFBQ2c4QlFrQUFBQlFlQW9TQUFBQW9QQVVKQUFBQUVEaEtVZ0FBQUNBd2xPUUFBQUFBSVduSUFFQUFBQUtUMEVDQUxTeWMrZk8vT2QvL3VjaEhiTnIxNjQ4Kyt5emVmYlpaN043OSs1T1NnWUEwSGtVSkFCQUszL3pOMytUeVpNblorYk1tZG0rZlh1N2pubnV1ZWN5WmNxVVRKa3lKUysrK0dJbkp3UUE2SGdLRWdDZ29sd3U1OTU3NzAyUzFOWFZwWGZ2M3AzNmVydDM3ODQ5OTl5VG5UdDNIdkt4aXhZdHlrVVhYWlNaTTJjZTF2RUFBUHVxclhZQUFPQjN4eU9QUEpKMTY5WWxTYTY0NG9wT2ZhMmRPM2ZtVTUvNlZKNTQ0b244OHovL2N4WXZYcHhldlhxMTY5aUhIMzQ0My8zdWR5dVBmL0tUbjJUaXhJbWRGUlVBS0FBalNBQ0FpcnZ1dWl0SmN2YlpaK2RkNzNwWHA3NVdmWDE5M3YzdWR5ZEpmdkdMWDJUMjdObnRtdExUM055Y20yKytPVW5TcjErL0pNbkNoUXV6ZnYzNnpnc0xBSFI3UnBBQUFFbVNSeDk5TlAvKzcvK2VtcHFhZk9wVG4ycTE3ZFZYWDgydmYvM3JBeDY3Y2VQR3l2MzE2OWVucGFYbGdQc09HalFveHg1N2JKTGt5aXV2VEYxZFhlNisrKzQ4OWRSVG1UVnJWcFlzV1pJK2ZmcTBlZXpPblR0ejFWVlhaZXZXclJreVpFaVdMVnVXT1hQbTVKZS8vR1d1dmZiYUxGMjZ0Tk9uQlFFQTNaT0NCQUJJdVZ6T25YZmVtU1E1Ly96emMrS0pKN2Jhdm5MbHlzeWJONjlkei9YbWN1WE52dkNGTDdTYURqTjc5dXpzMmJNbnk1Y3Z6OXExYXpOcjFxemNjODg5NmRtelo2dmo5dXpaazJ1dnZUWlBQZlZVYW10cnMyalJvalEwTk9TTFgveGlwazZkbWwvOTZsZVpQWHQybGl4Wm9pUUJBQTZaS1RZQVFQN3U3LzR1VHovOWRPcnI2ek5yMXF6S3ozLzg0eC9ucWFlZVNvOGVQVkpmWDMvQTJ6SEhIRk01NXEzMnE2K3ZUMjN0L3QvUHpKa3pKK2VmZjM1NjkrNmRUM3ppRS91Vkl6dDI3TWk4ZWZQeTJHT1BwVlFxWmY3OCtaVXBRTU9IRDg4WHYvakY5SVZXdGp3QUFBb0tTVVJCVk9qUkkydldyTW5zMmJPemRldldUdm9uQlFCMFYwYVFBRURCN2RpeEkxLzcydGVTSkJkZGRGR09QLzc0Sk1uV3JWdnp1Yzk5THR1M2I4LzA2ZFB6MkdPUEhmQTUxcTVkbTJuVHBpVkp2djN0YitmdGIzLzdJV1VvbFVxNTRZWWJNbXZXckRRMk5yYmF0bUhEaG56bU01L0pNODg4a3lTNThjWWI4NzczdmEvVlBuL3dCMytRUC91elA4djExMStmTld2VzVLTWYvV2dXTEZpUThlUEhIMUlPQUtDNGpDQUJnSUs3L2ZiYnMyblRwalEyTm1iNjlPbVZuMy90YTEvTDl1M2JVMXRibS9QUFA3L1RjOVRXMXU1WGpxeFlzU0xUcGszTE04ODhrOXJhMm56Kzg1L1BwRW1UMmp6Ky9lOS9mMjY2NmFiVTF0Wm0wNlpObVRWclZtNjc3YloyWGZnVkFFQkJBZ0FGdG1yVnFuejcyOTlPOHZxeXZxKysrbW8yYnR5WVJ4OTlORC84NFErVHZENnE1S1NUVHVyU1hDKzg4RUxtenAyYmE2NjVKczNOemVuYnQyL3V1T09PZ3hZMTU1OS9mbTYvL2ZZY2Q5eHhLWmZMV2Jac1dUNzR3UTltK2ZMbDJiVnJWeGVsQndDT1JxYllBRUNCclY2OXVuTC94aHR2M0cvNzI5Lys5bHgyMldVZC9ycm5ubnR1bXl2ZDNIZmZmZW5idDIrdXVPS0t5cks5bzBlUHpvSUZDekpzMkxCMlBmZjQ4ZU96Yk5teVhIZmRkZm5WcjM2VlYxNTVKVC82MFkveWtZOThwRU4vQndDZ2UxR1FBRUNCblhIR0dibnp6anZUdDIvZjlPblRKMzM2OU1uenp6K2ZMVnUySkVrKys5blBWaTdBK3RoamorVXYvdUl2Mm55ZUhUdDJWTzVmZmZYVisxMWs5UTFYWFhWVnhvNGRtOS84NWpmWnUzZnZmdHYzN3QyYm5qMTc1cFpiYnNtTUdUTXliZHEwWEhycHBlblJvOGNoL1Y0alJvekk4dVhMczNUcDBuenJXOS9LelRmZm5QcjYra042RGdDZ1dCUWtBRkJnbzBhTnl1T1BQMTU1L09LTEwrYkNDeTlNa2t5YU5LblZSVTYzYmR1V3A1OSsrcURQK2R4enp4MXcyeXV2dkpJaytmclh2NTV5dVp6azlZdXd2bm4weWltbm5KSUhIbmlnc2x6di9mZmZuNmVmZmpxalJvM0tCUmRjOEphdi8vM3Zmei92ZWM5NzB0VFVsQ3V1dUNJZi8vakgwNmRQbjRQbUJnQ0tUVUVDQUZRc1dyUW9PM2Z1ek9EQmczUDExVmUzMmpaMjdOaDgrY3RmUHFMbkh6MTZkSkprekpneGxaOGRkOXh4YmU3N1JqbVNKQ3RYcnN3Ly9kTS81ZHh6enoxZ1FiSjc5KzRzV3JRbzMvLys5OVBRMEpDbFM1ZW1xYWxKT1FJQXRJdUNCQUJJa2p6NDRJTjU1SkZIa2lRMzNYUlRxNElpU1FZUEhwekJnd2RYSTlwQlBmMzAwN254eGh2ekgvL3hIMGxlSDRFeVlNQ0FLcWNDQUk0bUNoSUFJQysvL0hKdXVlV1dKTW1VS1ZNeVljS0VLaWRxbiszYnQrY3YvL0l2YysrOTk2YWxwU1dsVWlrelpzeklqQmt6VWxOanNUNEFvUDBVSkFCUWNDMHRMZm5UUC8zVHZQTEtLeGt4WWtUbXpKbFQyYlpyMTY2c1c3Y3VQWHIweUlrbm5waVdscGJLdFVNT1ZVMU5UWWVWRnJ0Mjdjcjk5OStmcjMvOTY5bTJiVnVTcEttcEtaLzczT2R5NnFtbmRzaHJBQURGb2lBQmdJSzc1WlpiOHNRVFR5Ukozdld1ZCtXMjIyN0x1blhyOHQvLy9kL1p1SEZqeXVWeTVzNmRteE5QUERHWFhucHAxcXhaYzFpdjgvdS8vL3RadkhqeEVXWGRzV05IL3Vxdi9pcmYvT1kzS3l2dDFOWFY1ZU1mLzNobXpKaFJXWEVIQU9CUUtVZ0FvTURLNVhJZWZQREJ5dU1ISG5oZ3YzMXFhMnN6ZlBqd3JveDFRQ3RYcnN6S2xTc3JqOS83M3ZkbXpwdzVHVHAwYUJWVEFRRGRnWUlFQUFxc1ZDcmxuZTk4WjFhdFdwWGpqanN1NzNqSE95cTNwcWFtakJneElrT0hEazF0YmV1UERCZGZmSEZtenB6WnJ0ZTQ5ZFpiODczdmZhOURjNTl6emptNTlOSkw4ODUzdnZPQSt6UTNONmRmdjM0ZCtyb0FRUGVsSUFHQWdydisrdXRUWDErZmdRTUh0dnVZbXBxYWRrOW42ZEdqeCtGRzI4OUpKNTJVUllzVzVSM3ZlTWRCOTczc3Nzc3laTWlRWEhycHBUbnR0Tk02TEFNQTBEMjV2RHNBRk55d1ljTU9xUnlwcGhFalJyU3JIRW1TTFZ1MlpPWEtsWlhycXdBQXZCVUZDUURRcGwyN2R1WEpKNS9NTjc3eGpYejFxMS90OHRmLys3Ly8rOE0rZHZmdTNYbmxsVmVTSkkyTmpSMFZDUURveGt5eEFRQ1NKTTgvLzN4V3IxNWR1VDN6ekRQWnMyZFBrdVNVVTA3cHNodzdkdXpJd29VTDg0Ly8rSTk1Ly92ZmYxalBzV0hEaHNyOUUwNDRvYU9pQVFEZG1JSUVBQXJzSC83aEgvTEFBdzlrelpvMWFXNXUzbTk3ZlgxOVJvMGFsZlBPTzYvVE1wVEw1Y3I5NTU1N0xyZmVlbXYrNjcvK0swbnkybXV2cFZldlhtM3UrMWJXcjE5ZnVkL1UxTlJCU1FHQTdreEJBZ0FGOXRKTEwrV25QLzFwNVhILy92MHpidHk0akJrekpxZWVlbXBPUHZuay9WYXdTWks3Nzc0N2Q5OTlkNGRrMkxoeFkrWCtsVmRlbVphV2x2VHMyVE56NTg2dGxDUDE5Zlg3N2Z0V0huMzAwU1RKb0VHRHJHUURBTFNMZ2dRQUN1eXNzODdLbWpWck1tN2N1SXdkT3pZbm5YUlNsMmZZdDZCcGFXbkp5SkVqczNEaHdsWlpoZzRkbWlUNTVTOS9tU1ZMbHVUMDAwOVBUYzMrbDFMYnRXdFhmdmF6bitXKysrNUxrcHg5OXRtZG5CNEE2QzRVSkFCUVlFMU5UYm5sbGxzTytianAwNmRueG93WjdkcjNxMS85YXU2Ly8vNDJ0KzNZc1NNUFB2aGc1ZkhreVpOejlkVlhwMmZQbnEzMis4QUhQcEI3N3JrbkxTMHQ3UjY5TW5EZ3dIemlFNTlvVjBZQUFLdllBQUNIckxhMk5yMTY5V3JYcmEwcE9tOTQyOXZlbHM5ODVqT3ByNi9Qd29VTGM5MTExKzFYamlTdkZ6bC8vdWQvbmxHalJsV20yeHdvMTdCaHczTEJCUmRrMmJKbEdUUm9VSWY4dmdCQTkyY0VDUURRYnN1V0xUdmtZK2JObTVkNTgrWWRjUHVIUC96aG5ISEdHUWRkanZmTU04L01tV2VlZWNpdkR3RFFIa2FRQUFCVmQ3QnlCQUNnc3lsSUFBQUFnTUpUa0FBQUFBQ0ZweUFCQUFBQUNrOUJBZ0FBQUJTZWdnUUFBQUFvUEFVSkFBQUFVSGdLRWdBQUFLRHdGQ1FBQUFCQTRTbElBQUFBZ01KVGtBQUFBQUNGcHlBQkFBQUFDazlCQWdBQUFCU2VnZ1FBQUFBb1BBVUpBQUFBVUhnS0VnQUFBS0R3RkNRQUFBQkE0U2xJQUFBQWdNSlRrQUFBQUFDRnB5QUJBQUFBQ2s5QkFnQUFBQlNlZ2dRQUFBQW9QQVVKQUFBQVVIZ0tFZ0FBQUtEd0ZDUUFBQUJBNFNsSUFBQUFnTUpUa0FBQUFBQ0ZWMXZ0QUFCd09QN2xaLythNUk1cXg0QkNlZjE5QndEZGs0SUVnS1BTNDZ0K25zZFgvYnphTVFBQTZDWk1zUUhncURHa2NYQjY5KzVkN1JoUWVMMTZ2UzFER2dkWE93WUFkQ2dqU0FBNGFweDN6bG1wcWFuSkN4czJWanNLRkZyajRPTnozamxuVlRzR0FIU29VcmxjTGxjN0JBQUFBRUExbVdJREFBQUFGSjZDQkFBQUFDZzhCUWtBQUFCUWVBb1NBQUFBb1BBVUpBQUFBRURoS1VnQUFBQ0F3bE9RQUFBQUFJV25JQUVBQUFBS1QwRUNBQUFBRko2Q0JBQUFBQ2c4QlFrQUFBQlFlQW9TQUFBQW9QQVVKQUFBQUVEaEtVZ0FBQUNBd2xPUUFBQUFBSVduSUFFQUFBQUtUMEVDQUFBQUZKNkNCQUFBQUNnOEJRa0FBQUJRZUFvU0FBQUFvUEFVSkFBQUFFRGhLVWdBQUFDQXdsT1FBQUFBQUlXbklBRUFBQUFLVDBFQ0FBQUFGSjZDQkFBQUFDZzhCUWtBQUFCUWVBb1NBQUFBb1BBVUpBQUFBRURoS1VnQUFBQ0F3bE9RQUFBQUFJV25JQUVBQUFBS1QwRUNBQUFBRko2Q0JBQUFBQ2k4L3cvTXhSWkFOeHlvdWdBQUFBQkpSVTVFcmtKZ2dnPT0iLAoJIlRoZW1lIiA6ICIiLAoJIlR5cGUiIDogImZsb3ciLAoJIlZlcnNpb24iIDogIjkiCn0K"/>
    </extobj>
    <extobj name="ECB019B1-382A-4266-B25C-5B523AA43C14-2">
      <extobjdata type="ECB019B1-382A-4266-B25C-5B523AA43C14" data="ewoJIkZpbGVJZCIgOiAiMzM2MTk2NTE3MTY2IiwKCSJHcm91cElkIiA6ICIxNTYwNjg2OTMzIiwKCSJJbWFnZSIgOiAiaVZCT1J3MEtHZ29BQUFBTlNVaEVVZ0FBQk9BQUFBWTZDQVlBQUFCNmdSTVFBQUFBQVhOU1IwSUFyczRjNlFBQUlBQkpSRUZVZUp6czNYZDAxZlg5eC9IWEhkbDdBUWtrWVc5a3FZQ0FJSWdLb2pJVVVZYXJTcXQxdEQvcnRtcXRXcXlidXJYV2phaUFDMFJBbGdqSWtMMEpPd2trSkdUZGpMdCtmeVM1SmlZM3VSbVhESjZQY3p3bitYN0c5NTNoYVh6MU13eE9wOU1wQUFBQUFBQUFBRjVoYk9nQ0FBQUFBQUFBZ09hTUFBNEFBQUFBQUFEd0lnSTRBQUFBQUFBQXdJc0k0QUFBQUFBQUFBQXZJb0FEQUFBQUFBQUF2SWdBRGdBQUFBQUFBUEFpQWpnQUFBQUFBQURBaXdqZ0FBQUFBQUFBQUM4aWdBTUFBQUFBQUFDOGlBQU9BQUFBQUFBQThDSUNPQUFBQUFBQUFNQ0xDT0FBQUFBQUFBQUFMeUtBQXdBQUFBQUFBTHlJQUE0QUFBQUFBQUR3SWdJNEFBQUFBQUFBd0lzSTRBQUFBQUFBQUFBdklvQURBQUFBQUFBQXZJZ0FEZ0FBQUFBQUFQQWlBamdBQUFBQUFBREFpd2pnQUFBQUFBQUFBQzhpZ0FNQUFBQUFBQUM4aUFBT0FBQUFBQUFBOENJQ09BQUFBQUFBQU1DTENPQUFBQUFBQUFBQUx5S0FBd0FBQUFBQUFMeUlBQTRBQUFBQUFBRHdJZ0k0QUFBQUFBQUF3SXNJNEFBQUFBQUFBQUF2SW9BREFBQUFBQUFBdklnQURnQUFBQUFBQVBBaUFqZ0FBQUFBQUFEQWl3amdBQUFBQUFBQUFDOGlnQU1BQUFBQUFBQzhpQUFPQUFBQUFBQUE4Q0lDT0FBQUFBQUFBTUNMekExZEFBQUFrcFNlbTZuRmUzN1MwY3praGk0RkFOQU14WWExME9odXd4VWRITkhRcFFBQXprSUVjQUNBUnVIN1hTdjB5TGZQSzZjd3I2RkxBUUEwUTBHK0FUTElvS25uald2b1VnQUFaeUcyb0FJQUdvWGtyQk9FYndBQXI4a3J5bGR5MW9tR0xnTUFjSlppQlJ3QW9ORTVKNzY3emtubzBkQmxBQUNhZ2ExSGRtanIwWjBOWFFZQTRDeEhBQWNBYUhUT1NlaWhhWU92YWVneUFBRE53SWNTQVJ3QW9NR3hCUlVBQUFBQUFBRHdJZ0k0QUFBQUFBQUF3SXNJNEFBQUFBQUFBQUF2SW9BREFBQUFBQUFBdklnQURnQUFBQUFBQVBBaUFqZ0FBQUFBQUFEQWl3amdBQUFBQUFBQUFDOGlnQU1BQUFBQUFBQzhpQUFPQUFBQUFBQUE4Q0lDT0FBQUFBQUFBTUNMQ09BQUFBQUFBQUFBTHlLQUF3QUFBQUFBQUx5SUFBNEFBRlRLNFhRMGRBbE4zdkhNVk5rY05vLzY1aGJrNlhobXFsSk9uL0J5VlZLaHJjanI3MmdJZVlVV3BlV2NVbVplVnBYOUNtMUZTc3M1cGJTY1UzSTZuV2VvT2dBQWNEWWpnQU1BQUpWNitwdVhkZjJyZjlUOFRRdTkvaTZuMDZtbE8xYnA3M05ueWxLVVgrZjVrazRlVW01QlhqMVVWbnMyaDAxM2YvU3dybm5sRnMxYS9FNjEvYi9kdkZnM3YzMlhibi8vZnEvVmxKWnpTck1XdjYwcHIvMngzb0srdkVLTEhwdjdySGFsN0syWCtlcmlvNSsvME5UWC82Ukh2M3lteW42L0h0cXFxYS8vU1ZOZi81UHlyUVZucURvQUFIQTJNemQwQVFBQW9QSFprM0pBcTNhdmtkRm8wcmx0KzNqOWZWK3UvMVp2TC85UWt2U3ZiMTdXNHhQdWs5RlF1LytmY01PaExYcHEzdk5LaUc2anB5YzlvaUMvd0hMdEJkYkNlbG5kNTJ2Mmtkbm8vaytwclVkMktTYy9SNUlVNmg5YzUvZlZoN3lDUEMzWThxTWNEcnRlK3Y0dHpaejhhSjNuL01lODU3WDV5RFp0UGJ4ZFQweDhRT2NrZEhlMVdlMVdXUXJyRnFpYVRlWUtQOE9HY05xU3JSTlphVjUvVDh1d0dJVUhobnI5UFFBQTRNd2lnQU1Bb0JtejJXMHFzbHM5Nmh2b0d5Q3BlRFhhVzhzL2tDUU43M2FCUXZ5RGxHWEpybnlRUVFvTHFIdFljRlgveTdSODkycnRTMDNTdWdPYjlNNktqM1hiOEdtMW1tdGY2Z0ZackFYYW5iSmZmNTg3VTA5ZC9aRDhmZnhjN2ZkKytwajJwU2JWdWVaN0xwMmgwYjFIdW0xZnZXK2Q2K09MZXc2djgvdnFROXVZQkkzclAxcHoxMytyelVlMmFkWGV0UnJhZVdDZDVyeHgyTFY2WVBaZVdhd0ZldmlMcC9YRWhQdlZyMjB2U2RJdkIzN1ZQK1kvVjZmNUIzVTZWNCtQdjY5T2M5U0hGYnRYNjdVbDczbjlQYmRmZkpPdTZqZmE2KzhCQUFCbkZnRWNBQUROMkhkYkZuc2NHc3o1OHpzS0N3elZ0NXNYYS92UlhaS2tIM2VzMG84N1Zya2RZelFZdGZCdnN5dHRPNVdicVdNWnlSN1hPcmJQSlhwcDBac3lHWTJ5MjZ6YWNtU0hSK05pUXFJVUY5SEs5ZmwxQXljb0t5OWI4ell1MFBhanUvVGt2T2YwK01UNzVHUHk4YmlXdW5JNEhmcDUzM3BKVXM4MjNkUzZUSDMxN1VSV21qTHlNajN1M3kreGw3NHUyVmE4TnpWSjBjR1JIby90R3R0SkJvT2gzTE51c1ozMTZQaDc5ZmN2WnFySVZxVEg1czdVUHliZXI3Nkp2VHllMTFOdkx2dEFDell2ZHR0dXRkc2xTZnRQSE5SVkw3b1BjTXV1Z0x6dTFkdXFmT2U3ZjNoWjBTRy9mWTk4VEdaRkJFVjRXckxITXZNeVpiVjdkbDRnQUFCb2VnamdBQUJveG55TTVuS3J2NngydSt3T20weEdzM3hNcHZLZERWSnExa245ZC9sSGtxU0U2RGJ5TS90V091L0J0TU95MmUweW05ei9LYkhoMEdhOXNPRDFHdGRzczlzMWY5UDNtci9wZTQvNlR6aHZyR1pjTkwzY3N4a2pibEIyUWE2VzdsaXBEWWUyNk5sdlorbkJLKytSMFdEVW8xZjlud3B0aFc3bnUyLzJFOHJNeTlLNC9xTjFlWjlSYnZ0RlZSRmNiVHk0UlJtNXhhSFlGWDB2OGVqcnFLMjVHNzdWL0kyMU82ZHZ6dHI1bXJOMnZzZjl2LzdyUjVYK1RwemJ0cmYrY3RrTVBiZmdWUlhaaXJUaitGNzFUZXlsL3UxNjYvMFovNmxWYmY5YjlhbVc3VnhkN3BuVlpsV0IxZjNQcnBUVDZmU29uNlJxK3psVi9wS0dUcTA2Nk1VcFQxWTVadEcyWlhwdjVTZnFIdGRGZng5L3IwZDEvT1hqUjdYeitCNlArZ0lBZ0thSEFBNEFnR1pzVEo5UkdsTW1SSHJtbTVlMGZOZlB1dldpcVJyZmYweTV2a1UycXg3Ky9HbFpyQVhxbTloTHoweDZwTUpxSjBsYXRYZXQvam4vQlVuUzdTTnY4cWlPc2lGZ2ZTbTBGYm05d2RKZ01PZ3ZsODNROGN4VTdVN2VxN1VITm1yL2lZUHEzS3FEV29iRlZEbXZxZVRzdWREQUVDVkV0YWxWYmQrV3JOS0tESTdRa000RGFqVkhVek9xNXpDZHlEb3BINU9QcmgwNFRsTHh6NzFWV0l0YXpSZFFzaVc2ck9sREp1bnE4Njl3TytiVHRmUDAvWmFsYWh1VG9DY211TisydXZuSWRyMjQ4QTFKMGxzM3Z5QS9uOHFEWmttS0RBcXZRZFhGQ3F3RnlzekxVblpCVG8zSEFnQ0E1b2tBRGdDQXMwanB0czdLdGdlK3V1UmQ3VXROVW9oL3NQN3Y4dHNyRGQrU00xUDFRa2x3TWE3ZlpWV2VnVllxMEM5UTgrNytYeDBycjZpNkZVTStKaDg5TnY1ZVBmckZNN3JqNGx2VXVWVUhTVko2VG9iZVd2Nmh4cDg3V3QxaU85ZjR2Zi82OW1VTjZ6SllnenFkVzJsN1d1NHAvWEpna3lUcGtwN0RaVGFaOWREblQydkhzVjFWem10ekZHOC90QlJhcXR3K1dlcmV5KzhvZDM1Ym04ZzR2ZnVIbHp6OU1qeTJhUHV5U2xjeXZyOXF0ajcvNVd2MWF0Tk56MXhiZkpuRDFNSFgxUHY3eXdvTkNGRm9RSWpiOXRKekRIMU01aXFEdi9BeTV4YkdoRWE1eHRXRXpXRlRrYTN5OHhWdEpWdGhIVTVubGJmNm1vMW0rWnJQM05ab0FBRFFjQWpnQUFBNFN5U2RQS1RNdkN4RkJJV3JiWFI4dWJaUDFueXA3N2YrS0VtNjlhSnBDdklOckJBY09Cd09QZlgxaTdJVVd0U2pUVmROSHpxNVhCK1QwZVIyeTJwRGlRd0sxMyttLzZ0Y21EaHI4VHRhdTMrRGtrNGMwcXMzenF4UnpjdDIvcVJsTzFkcjJjN1Z1dS95T3pXeXg5QUtmUlp1WHVJNll5d3l1SGoxVkpHdDBPTXRrVkwxMnlJbHlWNFM4bmhpOCtIdGlvOXFyYWpneXM4dVczZGdvL3EzN1YzbGx1TGZzem5zc3RwdHNqb3FubHVXVzVDblFsdVJ4M1A1Ky9qVjZxYlRCWnNYNjhpcDQ3cDUyQlQ1bW4yVUdOMUc1M2ZvcDliaFZaKzVGeDRVcnZNNzlKTlUvSHRiRzk5dldhWlppOSt1c3MrT1k3czEvcVViM0xaZjJQVUNQWHpsUGJWNlB3QUFhRm9JNEFBQU9FdXNUOW9zU1JyUXZsKzU1OTl2KzFIdnIvcE1rdVRuNDZjWEZyNnVGeFpXZlhiYmptTzdOZUhsRzhzOU83OURQejA1OFlGNnJMaCsvSDRsM3kzRHJ0ZjZwTTA2bW5GYy8xczF1OEw1Y2U0VVdBdjF6b3FQSlVueGthMTFZZGVLdDRmbUZWcjBWU1ZuMTkwNTZsWlppaXhWenI5a3gwcDkrK3NQQ3ZEMTF6T1RIcW0ybmpnUExuWndPQjM2Wk0xY2ZiVDZjOFZGdE5MTWEvK3VtSkNvY24yKytmVUgvV2Z4TzBxSWJLMC9YWHl6NndiVHVuaHU0YXRhczIrRHgvMXJFMFFsblR5a1dVditLNGZEcnMxSGR1akJLKy9XWmIxRzZMSmVJNm9kMnpXMlk1MS9Wd044L2RVaXRQTHR6UGxGK2NvcHlLMzJ3b2J3ZXJoQkdBQUFOQTBFY0FBQW5DV1c3U28rMEg3bzc0S2p6aTNiS3pJNFFwMWJkVkJVY0lTKzI3eTR3aVVORHFkRFJUYXJEQVpEaFJWajlwS1ZVTC9YTC9FY1BUSGh2aHF0cXFxSkc0ZE9WbForanVJalkyczBMaUdxalNhZVAxWnoxczdYdkEzZmFWalhDOVExdG1PMTR6NWRNMWZwT2Fja1NYZGRjbXVsdDZyTzI3aEF1UVY1Rlo0blJsZC9sdHlXSXpzbFNRYURVZDNpUE44YU82amplWW9KaVZMSTc3Wm1wdWRrNlBrRnIyclQ0VzJTSkt2TnBvemMweFVDdUx5Q1BQbVl6RHFTY1Z3UHpubFNGM2E5UUg4Y01kMTF5VVNYVmgxMTYvQ3BraVJ6RFZlTEdRd0dHVlJ4SzNNcHA1eHV6L0dyVHZzV2JYWHI4S2w2Wi9uSE9waDJXSGQrOEtEdXVQaG1YZHJySWtuU2FVdTI3dnpnd1JyUDJ5YWlsV3RMYlZWRzloaGE2UXBJU2ZwcTAwSzl0dVE5ZFkzcnBPZXVlNkxHTlFBQWdPYUhBQTRBZ0xQQW9mU2pPcGgyV0NIK3dlb1YzOTExM3Bna0pVYkg2NVdwVHlra0lFVHZsTnlBZXQzQWNabzJaSktyejlyOUcvVFkzR2ZWcFZVSHZUenQ2WEp6VjNaRzJOSWRLelY3M1crM2E3NjU3QU52ZkZrdTA0ZE0wam54M1RYOWpUc3F0TFdKak5Pck44d3M5MnpLb0luNmNmc0twZWRtNmorTDM5RXIwNTZXc2VUeWhjcnNUVDJnT2I5OExVbTZyTmNJblpQUXZVS2Z2RUtMNW0zNHJvNWZTYzMxU2V5cFBvazl5ejFidW1PbFhsM3lYK1VWRnErNkc5eHBnUDQ2K284SzlnK3FNSDd5b1BFYTNHV0FadjN3dHJZYzJhR1Z1My9XaHFSZmRjT0ZrM1ZsMzB2Vk5qcSt3cFpsVC8xcDVJMjZxdDlvdCsxZi9QSzEzaTc1bmF1TkNlZGVydTZ0TytzZmM1L1hxYndNdmJEd2RaM0lPcW5wUTY2VjNXSFh5ZXkwR3M4WlZZdExGd0FBQUtwREFBY0F3RmxnOGZibGtxU2NnbHhkK2NMVWNtM3RXN1RWNnpjK1c2L3Z5OHJQMFpIMFkvVTZaMVZ5OC9Na1orVm5wMVgyek4vSFQ5T0hUdFlMQzEvWHZ0UWtmZlBySXJkQmtkVnUxWE1MWHBQRFlWZDBjS1J1RzFINWx0VlAxbnlwM0lJOG1ZeG1tVTBtRmRiZ3pMZjZrbkw2aEY1ZitwN1dsVndDRWVEcnI5c3VtcTR4dlMrdWNseDhaSnllbmZ5WUZtNVpxcmVXZnloTG9VV3ZMM2xQUzdldjFGOUgvMUh0WWhMUFJQa2VjVGdkNWNMU3JyR2Q5UElOVCtteEwyY3E5ZlJKRGU4MnVNS1krOGZlcGZZeENWWE8rOUhxejdWcTc3b2FuVVUzYS9FN1dydHZmWVhuK1NVLysxM0plelhsdFJtVmprMk1qdGZUSG13MUJnQUF6UU1CSEFBQXpaeWxLRjhMdHl5VlZMd2xNTmcvV0pMa2REb3EzUzVaSC9xMzdhMi9qdmxUamNiWWJGYTk4c003a29wdkQrMlowTTNqc1QzaXVpcllQMGh2My9LQzY5bXluVC9wa3pWejNZNFoxWE9ZNW05Y3FPVE1GQVg2dWc5ZERxWWRjYTJrdXVleUdaVUdOSWZTam1qdWhnV1NwS3Y2WDZhVnUxYWYwUUN1MEZha3ozLzVXcCt0bmEraWtzc1BlcmJwcG52SDNLN1k4SlllenpPNjkwaWQyNkdQWGxuMHRuNDVzRWw3VXcvb2p2Y2YxTFVEcnRUMUYweXNkTnZ0bVdSMzJQWEk1MCtyWGN1MnVtbm9aRmM5TWNGUmV2NjZmK2g0Wm9vU29pcHU5NDBOYjZHMjFRUnc1cExiU0FQOFBRL2dzdk56bFo2YjZiYmRacmU3YlE4TkRQUDRQUUFBb09ramdBTUFvSm43ZnV1UHJxMklVVUhoK3ZqMk55VkpxVmtuZGNPYmY2NTBqTlZ1SzNmRGFWSEpHVzhPcDdQQzdhZzJtN1hDK01Ub05oNmRlMWFXcFNqZkZjQjFiOTFGbC9hOHFFYmpKWlVMWDhLRHFnNDRqQWFqN3I3MFZnWDVCU2srTXM1dHY4NnRPdWcvMDJkcTlkNTFPcTk5M3dydFRxZFRzeGEvSzRmRHJyREFFRTI5NEdxdExEbHZ6OXRzRHB0KzJMWmNINi8rM0JYMEJQcjQ2NFpoMStuS3ZwZFd1YTNXblpqZ0tEMDU4UUV0MkxKRWJ5MzdRUGxGQmZwa3pWejl2SCtEL2pibURuVnMyYTYrdnd5UGZiZDVpVFlkM3FaTmg3ZHB5K0h0ZXVDS3UxMC91d0JmL3pyVlZ2cDdIZXhYY1p1dU8zOGJjNGYrY2xuRkZXNEx0eXpWVzhzK1VJODJYZlhQcXlzL2g2NDJQeHNBQU5CMEVjQUJBTkNNRmRxS05MY1c1NUo5dG02K1BpdHpobHVwdmFrSE5QNmxHMnBWeTVMdEs3UXY5WUFTbytNMXBzK29XczFSMzdyR2R2S29YNXZJV0YwN2NGeWxiZG41T2RxWnZGZVNkTXV3cVZWdVlYemxoN2UxY3MvYVN0dEtWNjVaQ2kyNmV0WXRidWVZTmUxcDE2cTJUMytlcTQ5Ky9zTFZka0hIODNUN3FKc3JYTFJRRzJONlg2eStpVDAxODV0WjJwV3lUNGZTanVqNWhhL3AxUnRtZWh3ZXZiWHNBLzEzeFNkdTI4dWVSZWlKc1gxSHlWSm8wZnMvZmFiOUp3N3FyZzhmMG9Oajc5TDVIZnBWUDdnYXBhdEJRd0tDUFI3amEvYVJyeXF1Q2pTWFhHQmlOQmdVNkJ0UTU5b0FBRURUUndBSEFFQXpObS85ZDByTFRsZUlmN0J5Q25JOUhoY2VHS3JRd0ZEWDUvbEZCVXJMVHBldjJWZXR3bHVVNjJzcHlLdHlHMTZwRFllMmFObk9uNVFRMmJwQkFyaVQyV2s2N01HNWRLV3IvWkl6VG1oOTBxL1Y5ait2ZlY4TjduaXVDbXhGcmhzNDNiRVU1U3NuUDZmYU9hdnE0eWh6YStqVXdkZm9jTVp4SFU0L3FqK052RkhmYkZ5a1A3eHpUN1h6MThRcjA1N1JraDBydEhqN2NqMDIvbTgxV3JsbHM5dGxzOXZyclJhandhakpnOGFyUzF4SFBmWDFTOHJKejlIZjU4N1VTMU9mOHVnbTI2cGtXNHEvNTZFZXJvRGJmbXlYMjdiVTB5Y2xGVi9NVVZXL2x1RXRGQk5jOTdBVUFBQTBmZ1J3QUFBMFU1bDVXZnBzN1R4SjBwVEJWK3VOcGYrcmRveFREa25TdUhQSDZMcUJFMXpQUzI5QmJSK1Q0TkV0cUpWSnpraVZwQnB2VGEwdmEvWnYwR3RMM3ZPNC81SWRLN1JreDRwcSt5MjZiNDRtRHJoQ01jSFJIcy9kTmlaQmQ0NXl2OHJ0OS9hZlBLVFhLNm5kWUREb3ZqRi9sdEZva05sbzFwZnJ2cW4wMG9tNk1CaWtXNFpOMGVTQjQydDBRWUVrVFJzeVNSZjN1TkJ0KzhJdFN6Vzc1SGUwSnZvbTl0S3NhVS9wMFM5bXFrUEx4RHFIYjBVMnEwN21wRXVTSW9NalBScnpmNTg4Vm0yZnBKT0hxK3czWStTTm10Qi9qR2RGQWdDQUpvMEFEZ0NBWnNvcHB5SkNJaFRyNDZkTGVnNzNLSUN6RkJWSWt2eE12dlZhaTgxaDA4SDB3NUtramkzYlY5di8zWldmVkhtQlFxbFJQUy9VOUNIWGVsU0RqOGxIZ1I0RVNKYVM4L0o4elQ0eWUzanBRTGZZemg3MUt4WG9HNkNlYlR5L1pNTHVjTGh0OHpYL1Z1Tk53NjdYeEFGWFZEblh3czFMdEhMUFd2bWFmZlRFeFB1cmZYZUwwQmhKcW5INEpra2gva0ZxRmRhaXl2YmFpZzF2cFplbS9sTm1rMWtwcDFNbEdhcTljQ0lyUDF1bjg3SVZIUkxwK25yc0RycysvUGx6MTZVWm5WdFYvL3NwcWNwdHI2bFpKM1VrL1poQy9JUFZyWFhGMzQxRGFVZDFNanROQVdZL2o5NEZBQUNhUGdJNEFBQ2FxY2lnY0QxenpTUEt5TXVVd1dEd2FFenBaUTMrdnY3MVdzdmVsQ1FWbFZ6VzBEdXhSN1g5Yy9KelBOcXFtWjN2K2JiYU1iMHYxcGplRjFmYmI4cHJNNVNlbTZuSmc4WnJ5cUNyUFo2L01mRGtFb0wxU1pzbEZXL243SmQ0anJkTDhxcmdrZ0R2N1dVZjZkZkQyM1RyOEtsVmJtOU9QWjJtdXo0c3ZoVEJiRElwd0NkQUJkWUNXVXUySGZkSjdLbjRxTllldmZ2SmlRKzRiZnRxMDBLOXR1UTl0WTJKcjdUZnY3OTdWVXQyckNnWG5nSUFnT2FOQUE0QWdHYXNaVmlNV29iRlZMaTUxSjNTQUc1dmFwSk1wbVd1NXdkUEZLOWVPNTJmclVYYmw1VWJzL1Bvbm1ybi9lWEFKa25Gb1VjbkQxWVlqZTgvUnYzYjlhNjJYNHV3bUdyN29IbmJsYkpYcS9mOUlrbmFmSFJubFFGYzI1aDRHUTFHT1p3TzJleDI1ZGgvQzNDN3RlNnMreTYvVTFMeG1ZY2JEbTNXd0E3OTVlUGhLc2lhT0oxM1dwTGs1OHNLT0FBQXpoWUVjQUFBd0NVNXMvaWN0b1ZibG1qaGxpVVYybE5Qbi9Ub3ZMZXluRTZubHUzK1NWTHhvZnpyRDJ6V29FN25WamttTVRwZTU3WHZXNlAzb1BGNWY5Vm5tck8yNG0yNnBTejFjRjdkdThzL2xpVDVtTXk2K2NMcnF1enJaL2JWVTVNZVVtNkJSVmFiVlE2blF6NG1zOXBFeHBWYlBaaWVjMHIvblArQ1F2eUQ5YTlySC9Wb1phRTdlWVVXYlQ2OFhUR2hVUXJ5QzlLaHRDUGFlbXluSkNreHNtSE9Rd1FBQUdjZUFSd0FBSkFrbmNyTlVFYkpiYVozWGZJSEdRMG1WOXZCdENQNmF0TkN0UXB2b2NrRHhwY2J0L1A0SHYyd2ZibmJlVGNlMnVLNkZWS1MzbHoydnZxMjdTVi9uek8vK3NkcXQycmVoZ1dhTk9DcU0vN3VzMUZlb2NXMXF0SWIxaWY5cW0xSGkyOFp2YXIvNkNyUG15dmx5YmJiMDVZc1NWSk9RVzZkdDRuNm1IejAxTmN2eWU2d2xYdmVOYmFqMmtURzFXbHVBQURRZEJEQUFRQndGam1kbjYxN1B5MitsZEZhY2laYnFYMnBTWktrMWhHdGRIbWZTOHExcmQyL1FWOXRXcWp3Z0ZDTjdqMnlYSnZSWkt3eWdQdHc5UmVTcEtpZ1NEbmtVTXJwRTNyaCt6ZjA0Tmk3UEQ2YnJqNGN6VWpXTTkrOHBKVE1Fd1J3Wjhpa2dlTTByTXVnYXZ1RitBZlhlRzZidzZaM1ZoU3ZmZ3NOQ05IMWd5YldlQTUzVXJLS0EyT0R3YUJXWVZWZjdGQWRYN09QZXJicG92MG5Ec3BxdHlyQTExODlXM2ZYbjBiZWNFWi8vd0VBUU1NaWdBTUE0Q3hpczl0ZEs0WitiL1hlNG5PMFBEbWp6Vk5MZDZ6Uzd1UzlrcVNyengrckZ1RXhlbkxlODFxeGE3Vk1ScVB1dVhTRy9NejFlK05xS1dlWmp4ZHZYNkZYbDd5ci9LSUNCZnI0eSs2d3kyUTB1UjJMK2hFZEhGR243WnRWK2ZLWGIzVW83WWdrYWZxUWEydDFTNnM3eVJuRlc3Rmp3MXZXeTBVSnowNStyTTV6QUFDQXBvMEFEZ0NBczBoNFlLaWV1dWJoY3MvOHpMN0tLN1JvNVo0MWtxUitIbHgrNEltVDJXbDYvY2YvU1NvT1lrYjN2bGdCdnY2NmZ0QkVmYkxtUy8yNFk1WDJweVRwNW1GVE5LQmp2M3A1WjFrbnN0SWtTY2N6VS9UY2dsY2xTVjNqT3V1QnNYOXU4UEF0cjlDaUxVZDJlTnovd01sRFhxeW0vdDB5YktxdUhUQk9MVDNZRXVxT3crbDAyNVp5T2xVZi9WeThzakl4cXJYRy9HNVZwbFI4Smx5cDNJSzhHcjE3Ky9IaWtMcHRWSHlOeHBVSzlBMVVpOUFZUlFSRjFHbzhBQUJvZmdqZ0FBQTRpNWlOcGtwWEpIM3h5OWNxc0JiS1lEQm9ZUHYrTlpyVFZyS1Z0ZXhtdXJ4Q2l4NmIrNnh5OG5Na1NiZU51RUVCdnY2U3BCdUdYaXMvczYvKzk5TnNIY2s0cnNmblBhdW9vRWoxYU5QWk5YNVg4bDc1K2ZqSmJEVEpZQ3kvVGMvcGNNcnVzTXZ1c010cXQ4bHF0OHJtZEdoOHY5R3VMWDM1UlFWYXMyOTljWCtuVTBhRFVkY05HcThwRjF6ZDRPR2JKQjFPUDZyN1pqOVJMM1A5L2N0LzFTak1zOXJ0a3FRQ2E2R3VlbkZhamQ3MXl2Um5sQmhWL2NVQjhmVnd0dG5oOUtPU0pMT2g0cy9ybFVWdnE4aFdKRW1hTWZMR1NuK21vUUVoQ3ZRTmtLVW9YeC85L0tYQ0FrTVZFUlJlNVR2ekNpMzZZZnR5MXlyUmM5dFhES1Azbnppb1c5NjVwOXI2ZmMwK1NqcDV5S08ra25ReU85MmpmZ0FBb0draWdBTUE0Q3hnTXBvMHFOTzVDdk1QcmRDV25KbXFEMVovTGtrNnYzMWZoUVZXN0ZPV3pXSFQ4WXhVUlFTRnllRjBhdVh1ZFpLazhNQXdTWkxkWWRkRGMvNnBwSk9ISlVsRHV3N1NzSzRYbEp0ajhxRHg2cDNZUTI4dCsxQTdqKy9ScWJ3TXJkeXoxdFcrYU5zeUxkcTJ6T092cjMvYmN6U2gveGpYNTRkUEhWTnF5VGxla2NFUmVuRHMzVG9ub2J2SDgzbWJyOWxIVWNHUkh2Y3ZzbHAxS2krajByWkNxMVVGdGJ4TnRLYmpuQTVIcmQ3anp0RlR4N1VqZVk4Q3pIN3k5ZkdUbjlsUERxZGRhL2R2MUs3anhWdVhZeU5hbFJ1elpQc0tiVHE4VFpKMFFjZnoxTCt0K3hXYmwvUWNwdm1idnRmdTVMMjY4NE1IYTFSYm04ZzREZXM2dU1MeklsdVJqbVVrMTJndUFBQUFBamdBQU00Q2ZtWmZQVDcrdmtyYjVtOWNxTUtTSUdiQ3VXT3JuY3RvTU9xZWp4NldwU2kvM1BPZThkMGtGWWQ5YmFNVHREdGx2K0lqVytzdmw4Nm9kSjV1Y1ozMTRwUW50Zi9FUWEwOXNGSDdVcE4wTWp0ZGxpS0xpbXhXV2UwMjJlMDIyWjBPT1J4MjJaMU9xZXkyUklOQkpvTkJCb05SSTdvUExUZDMxOWlPbW5qZVdPMUoyYStIci95cklvTENxdjI2enFTT0xkdnJ4U2xQZXR4L3k1RWRibGZNM1R6c2VtWG5aOWRYYVZWcUVSWlRyL1BsRk9UcHhZVnZ1RzMzOS9IVHBiMUdsSHZXdlhVWDlZcnZwajBwQjNUYmlPbFZ6bi96OEtueTgvSFhxcjFybFhyNnBCek9xZ05FWDdPdlFnTkNOS2pqdVpvOGNMeUMvWU1xOUdrYms2QTdSOTFTNVR5MU1Xdnh1NjR6N1FBQVFQTkRBQWNBd0ZudXVrRVR0R3J2V3JXTGpsZWZ4SjZWOXVuUnBxdWV2LzRKQmZvR3lHZ3dxbXRzUjljcXBHRC9JRjNVYlloR2RCL2k2bi9iaU9rNmxwbWlCOGJlV2UzaCtCMWJ0dlBLUWYwM0RiMU9Na2htWS9QK2M2ZExiSWVHTHFIVzJzVWt5R3d5eVZheUxiYVV2NCtmZXJidXFtbERyMVdieU5oeWJYRVJyZlR2eVk5ci80bURpZzJ2K29aU1A3T3ZiaDUydlc0ZWRuMjkxUnpvRzZDZWJiclYyM3hsNXdVQUFNMlh3ZW1zNG9SYkFBRE9rR2VYdkttWlM5NlVKRTBkZkkybURiNm1nU3M2dTJ3OXVsUFJ3WkdLKzkxMnYrcFVkWnVvMCtsMG5jbDJ0c2tydE1qcGRNclB4MWMrcHJyZm9uazJzRHZzcmhWcWpmRjdabmZZWlhQWVpUUVlHbVY5Y08vRDFaL3JvNUp0OXZkZlBFUDNYVno1cWx3QUFMeXBlZjlmd2dBQXdDUG54TmZ1ZkxTcUxqUTRXOE0zU2RXdStrTkZKcU5KSmpYOEJSbnVtSXltUm5HQkJ3QUFhSnFNRFYwQUFBQUFBQUFBMEp3UndBRUFBQUFBQUFCZVJBQUhBQUFBQUFBQWVCRUJIQUFBQUFBQUFPQkZCSEFBQUFBQUFBQ0FGeEhBQVFBQUFBQUFBRjVFQUFjQUFBQUFBQUI0RVFFY0FBQUFBQUFBNEVVRWNBQUFBQUFBQUlBWEVjQUJBQUFBQUFBQVhtUnU2QUlBQVBpOTlPeFQyblY4YjBPWEFRQm9CdEt6VHpWMENRQUFFTUFCQUJxZlZYdlg2dGZEMnhxNkRBQkFNNUJibU5mUUpRQUFRQUFIQUdnY2ZFMitNaHFNY2pnZHlpdTBLSy9RMHRBbEFRQ2FFWVBCSUYrVGIwT1hBUUE0U3hIQUFRQWFoWXM2RDlUMjFEMDZtcEhTMEtVQWpaN1RIQ2laQTRzL3NWbGtzQkZZQTlXSkMyK2hpem9QYk9neUFBQm5LWVBUNlhRMmRCRUFBRGlkVHAzT3oxWk9BVnVGZ09wOGZmaWd2ajU4VUpKMFpXSTdYWm5Zcm9FckFocS9ZUDlBUlFTRXlXQXdOSFFwQUlDekVDdmdBQUNOZ3NGZ1VFUmdtQ0lDd3hxNkZLRFJDenVaL3R2SEFTRktpSXhyd0dvQUFBQlFIV05ERndBQUFBQUFBQUEwWndSd0FBQUFBQUFBZ0JjUndBRUFBQUFBQUFCZVJBQUhBQUFBQUFBQWVCRUJIQUFBQUFBQUFPQkZCSEFBQUFBQUFBQ0FGeEhBQVFBQUFBQUFBRjVFQUFjQUFBQUFBQUI0RVFFY0FBQUFBQUFBNEVVRWNBQUFBQUFBQUlBWEVjQUJBQUFBQUFBQVhrUUFCd0FBQUFBQUFIZ1JBUndBQUFBQUFBRGdSUVJ3QUFBQUFBQUFnQmNSd0FFQUFBQUFBQUJlWkc3b0FnQUFBRkM1SXJ1VmVBNWJBQUFnQUVsRVFWUmRXMCtkVUc1UlVibm5oN0l5SmFmVDlmSHlZNGZLdGZ1Ynplb1hFeXRmayttTTFRb0FBQUQzREU1bnlWOXZBQUFBYUhSbWJseXRwVWNQMW1qTW9GWnQ5TVRBNFY2cUNBQUFBRFhGRmxRQUFJQkc3TUxXaVRVZU16S2huUmNxQVFBQVFHMFJ3QUVBQURSaWZhSmJ5ZGY0MjFaU3A5Tlp2UDIwekQ5bE56VDRta3k2TUs3bW9SMEFBQUM4aHdBT0FBQ2dFUXN3bXpVaXZ1MXZEd3lHaXYvSTRHb2VHcGR3NW9zRUFBQkFsUWpnQUFBQUdybVI4ZTA5N3N2cU53QUFnTWFIQUE0QUFLQ1JTd3dKVTBKd3FPdnpzamRvbGIxT0t5RTRWTzFDdzg5Y1lRQUFBUEFJQVJ3QUFFQWpGK1RqbzY2UjBaSisyMnpxVlBrZ1RwSzZSa1lyM00vL1RKWUdBQUFBRHhEQUFRQUFOSEkrUnBONlJMV1F2OWxjOHNUNTJ6OEdwd3lHeXZvQUFBQ2dzU0NBQXdBQWFBSzZSa1FwMU1kUGttUlF5Y1VMenBKL0pBV2F6ZW9hRWRXQUZRSUFBTUFkQWpnQUFJQW1JRDQ0VEMwQ2c4bzgrVzMxbXlTMURBeFNmSEJZZzlRR0FBQ0FxaEhBQVFBQU5BRm1vMUdEWXR1VWYxam1FTGloclJObE52S25IUUFBUUdQRVgya0FBQUJOeE1nMjdXUXNXZkpta0VHR2tvK05Cb05HeHJkdnlOSUFBQUJRQlFJNEFBQ0FKaUxTUDBEOVkySXJQTzhkM1ZMUi9nRU5VQkVBQUFBOFFRQUhBQURRaEl4dTE2bkNzNHRaL1FZQUFOQ29FY0FCQUFBMElkM0NveFRoOTl0cXR3aS9BRzQvQlFBQWFPUUk0QUFBQUpxUUlGOWY5WXlLY1gzZU15cEdFV3cvQlFBQWFOUUk0QUFBQUpvUVA1TkpuU09pWlRZYVpUUVkxRGtpV29GbW40WXVDd0FBQUZVd04zUUJBQUFBOEp4QkJyVVBEVmVRMlVjMnAwTmRJNkpjTjZNQ0FBQ2djU0tBQXdBQWFHSzZSVVlySmlCSStUYXJPb1JGTkhRNUFBQUFxQVlCSEFDZ1VjZ3B6TlBPbEgwNlpUbmQwS1VBVFlKUFFZcWNEcnRXN3Z1NW9Vc0Jtb1J3L3hEMWF0MVZJWDVCRFYwS0FPQXNaSEE2bmM2R0xnSUFnRysyTDlWRDN6eW41S3dURFYwS0FLQVphaGtTclpsWDNhOHJlbzVzNkZJQUFHY2hMbUVBQURRS3UxSVBFTDRCQUx6bVJFNjZkcVVlYU9neUFBQm5LYmFnQWdBYWlkOFdaTGVKakZOOFpPc0dyQVVBMEZ3Y3pUaXVZeG5KSloreCtRY0EwREFJNEFBQWpjN3dib00xYmZBMURWMEdBS0FaK0hEMTUvcG85ZWNOWFFZQTRDekhGbFFBQUFBQUFBREFpd2pnQUFBQUFBQUFBQzhpZ0FNQUFBQUFBQUM4aUFBT0FBQUFBQUFBOENJQ09BQUFBQUFBQU1DTENPQUFBQUFBQUFBQUx5S0FBd0FBQUFBQUFMeUlBQTRBQUFBQUFBRHdJZ0k0QUFBQUFBQUF3SXNJNEFBQUFBQUFBQUF2SW9BREFBQUFBQUFBdklnQURnQUFBQUFBQVBBaUFqZ0FBSm94aDlQUjBDVTBlY2N6VTJWejJEenFtMXVRcCtPWnFVbzVmY0xMVloxNVRxZFRSMDRkMDVGVHg1UmJrTmZRNVp3eFZydTFvVXNBQUFETkFBRWNBQUROMk5QZnZLenJYLzJqNW05YTZQVjNPWjFPTGQyeFNuK2ZPMU9Xb3Z3Nno1ZDA4bENEQnowMmgwMTNmL1N3cm5ubEZzMWEvRTYxL2IvZHZGZzN2MzJYYm4vLy9qTlFYZFZTczA1cTdmNE4ybkJvUzczTVYyUzM2dFozLzZwYjMvMnJsdTVjV1M5emxzb3ZLdERWczI3UjFiTnUwZElkOVR0M2JlMUszcXUvejUycE96OTR5T01BMWh1dWZ1Vm1qZjczWkwyL2FyYnIyYUgwby9yaWw2L2xkRG9ickM0QUFGQXo1b1l1QUFBQWVNZWVsQU5hdFh1TmpFYVR6bTNieCt2diszTDl0M3A3K1llU3BIOTk4N0llbjNDZmpJYmEvWDk5R3c1dDBWUHpubGRDZEJzOVBla1JCZmtGbG1zdnNCYld5K28rWDdPUHpFYjNmdzV0UGJKTE9mazVrcVJRLytBNnYrOU1XbmRnbzE1YjhwNUNBa0wweFozdk5uUTVWVHFWbStuNlBnZjdCelZ3TmNYV0ovMnFkZnMzU3BMbWIxaWdxOCsvc2tIcU1Cb05jamdkc2puc2txU2NnbHc5OU5sVE9wV1hvYTNIZHVtK01YOXVOTjh6QUFEZ0hnRWNBQUNObk0xdVU1R0gyK0FDZlFNa0ZhOUdlMnY1QjVLazRkMHVVSWgva0xJczJaVVBNa2hoQWFGMXJ2T3EvcGRwK2U3VjJwZWFwSFVITnVtZEZSL3J0dUhUYWpYWHZ0UURzbGdMdER0bHYvNCtkNmFldXZvaCtmdjR1ZHJ2L2ZReDdVdE5xblBOOTF3NlE2TjdqM1Ridm5yZk90ZkhGL2NjWHVmM3VaUHM0VGJYeUtDSVpobTJaT1JtdWo2T0NvNXN3RXArTTJuQU9DM2F0bHpwT2FmMDBjOWZhSGkzSVlvT09mTzErUmg5Sk1rVndJWDRCMnZ5b0hGNmJlbDdXcmQvbys3NTZCRTllZlVEaWcxdmVjWnJBd0FBbmlPQUF3Q2drZnR1eTJLOXR1UTlqL3JPK2ZNN0Nnc00xYmViRjJ2NzBWMlNwQjkzck5LUE8xYTVIV00wR0xYd2I3TXJiVHVWbTZsakdja2UxenEyenlWNmFkR2JNaG1Oc3R1czJuSmtoMGZqWWtLaUZCZlJ5dlg1ZFFNbktDc3ZXL00yTHREMm83djA1THpuOVBqRSsrUmo4dkc0bHJweU9CMzZlZDk2U1ZMUE50M1V1a3g5OWUxdm56Nm05RElobER1M1gzeVRydW8zMm10MWVPcHcrakd0M2IraFJtTmFSOFFxUHFwMXBXMm5jak5jSDBjR1I5U3B0dnJpNytPbm00Wk8xcjhYdktyOG9nSzl1L0pqM1gvNW5XZThEbDhmWDBtUzAvSGJpczhyKzEybTZKQW9QZjMxaXpxYWNWeDNmL1NRWHBuMmpGcUZ0VGpqOVFFQUFNOFF3QUVBME1qNUdNM2xWbjlaN1hiWkhUYVpqR2I1bUV6bE94dUt6Lzc2Ny9LUEpFa0owVzNrWi9hdGRONkRhWWRsczl0bE5ybi9jMkREb2MxNlljSHJOYTdaWnJkci9xYnZOWC9UOXg3MW4zRGVXTTI0YUhxNVp6TkczS0RzZ2x3dDNiRlNHdzV0MGJQZnp0S0RWOTRqbzhHb1I2LzZQeFhhQ3QzT2Q5L3NKNVNabDZWeC9VZnI4ajZqM1BhcmFyWFZ4b05iWEN1enJ1aDdpVWRmeDluaXU4Mkw5ZDNteFRVYWM5M0FDYnJ4d3NtVnRtWGtuWFo5bkpSMldJZlNqOVNwdnJLQ2ZJUFVKYlpEcmNhTzZERlVYMjc0VG5IaExYWHRnSEgxVmxOTitKbUwvOTIzTzhwdnViNmcwM2w2WXVMOWVuenV2eldvMC9scUdSclRFT1VCQUFBUEVjQUJBTkRJamVrelNtUEtoRWpQZlBPU2x1LzZXYmRlTkZYais0OHAxN2ZJWnRYRG56OHRpN1ZBZlJONzZabEpqOGhnTUZTWWM5WGV0ZnJuL0Jja1NiZVB2TW1qT3NxR2dQV2wwRmJrOWlCNWc4R2d2MXcyUThjelU3VTdlYS9XSHRpby9TY09xbk9yRG1vWlZuWFlZQ281ZXk0ME1FUUpVVzFxVmR1M0pRRlRaSENFaG5RZVVLczVhc3JkQ3JjcHI4M3dhSVhjbVJJZEhLSFF3TEFhallrTURuZmJsbDVtQmR6RGM1NnFkVjJWNmQ2NmkxNmM4cVJlWC9xZXZ0LzZZNDNIMngxMkpXZW1hTVBCelRVYU43VHpRTjArNnVZNmI1VzIyNHUzSnFmbHBsZFlVV28ybW5YcjhLbUtqMnF0clVkM1Npb09sZHRFeHRicG5RQUFvUDRSd0FFQTBNU1Uva2Q0MzhSZUZkcGVYZkt1OXFVbUtjUS9XUDkzK2UyVmhtL0ptYWw2WWVFYmtxUngvUzZyOGd5MFVvRitnWnAzOS8vcVdIbEZmL240VWUwOHZzZHR1NC9KUjQrTnYxZVBmdkdNN3JqNEZuVnVWYnlTS1QwblEyOHQvMURqengydGJyR2RhL3plZjMzN3NvWjFHYXhCbmM2dHREMHQ5NVIrT2JCSmtuUkp6K0V5bTh4NjZQT250ZVBZcmlybkxUM0h6VkpvMFZVdlZuLyszYjJYMzZHaG5RZldxUFlqcDQ0cE15K3IybjdKR1NtU2lnT2Mzd2MzUFZwM3FYTGxZM1VtRFJ4WHIxdGhNMG9DT0lQQjRIYkZabTM1bDh4WFpMZXF3T3ArMVdSVnJQYWEzNEphYUxjcU9UTlY5ODErb2xidi9MMDErelpvemI3cXQvMWUwZmRTL1huVUxmWHlUZ0FBVUg4STRBQUFhRUtTVGg1U1psNldJb0xDMVRZNnZsemJKMnUrZEszd3VmV2lhUXJ5RFpTbEtMOWNINGZEb2FlK2ZsR1dRb3Q2dE9tcTZVTW5sK3RqTXBycVBRQ3BxOGlnY1AxbityL0toWW16RnIranRmczNLT25FSWIxNjQ4d2ExYnhzNTA5YXRuTzFsdTFjcmZzdXYxTWpld3l0MEdmaDVpV3VXMVpMVjI0VjJRcHJGT0I0MHRkdXQzczhYNms1YTcvUzRoMHJQTzV2S2NxdkVBS1ZuaFhZV0p3cVdkM1h2MTBmUFhYMWcxNTV4L2orWXpTMGkvdXc4OHYxMzJsRDBxK0tDb3JVdldOdnIvUDdJZ1BENVpTenppdEhpK3cyT1J4MkdRMUcrWnFyUHdQUng0TStBQURnekNPQUF3Q2dDVm1mVkx3TmJrRDdmdVdlZjcvdFI3Mi82ak5Ka3ArUG4xNVkrTHBlV0ZqMTJXMDdqdTNXaEpkdkxQZnMvQTc5OU9URUIrcXg0dnJ4KzVWOHR3eTdYdXVUTnV0b3huSDliOVhzQ3VmSHVWTmdMZFE3S3o2V0pNVkh0dGFGWFNzR01ubUZGbjFWeWRsMWQ0NjZWWllpUzVYekw5bXhVdC8rK29NQ2ZQMzF6S1JIcXEwbnJoWVhPd1Q0Qmlna0lLVGFmbFpia1NzRS9IMy95bFpHTnFUU00rQWlhN2l0dFNZU290cFV1UjM1aDIzTEpFbkJBVUhxbDNoT3ZiMzNxNzk4V0tmeEx5NThROTl2KzFHOUUzcm9YOWMrV2s5VkFRQ0FNNDBBRGdDQUptVFpydFdTcEtHL0M0NDZ0Mnl2eU9BSWRXN1ZRVkhCRWZwdTgrSUtselE0bkE0VjJheVZidk96Tyt5VmJyUHJsM2lPbnBod1g1MjJLMWJseHFHVGxaV2ZvL2dhbmxtVkVOVkdFODhmcXpscjUydmVodTgwck9zRjZocmJzZHB4bjY2WnEvU2NVNUtrdXk2NXRkSmJWZWR0WEtEY2dyd0t6eE9qcXo5TGJzdVI0bk80REFhanVzWFZmR3VzSis0WWRiUHVHSFZ6dGYyKzJyUlFyeTE1VHlFQklmcml6bmVyN0x0ZzgySzl1ZXdEajJ0NGE5a0grdStLVDZydE42cm5jSSsyUTVaZWR0R1FONkFXRmhWSmtnSzhjTlpoWFFUNkIwb3FEb1lCQUVEVFJRQUhBRUFUY1NqOXFBNm1IVmFJZjdCNnhYZDNuVGNtU1luUjhYcGw2bE1LQ1FqUk95VTNvRjQzY0p5bURabms2ck4yL3dZOU52ZFpkV25WUVM5UGU3cmMzSXUyTDZ0dzIrblNIU3MxZTkxODErYzFDV2hxWS9xUVNUb252cnVtdjNGSGhiWTJrWEY2OVlhWjVaNU5HVFJSUDI1Zm9mVGNUUDFuOFR0NlpkclRNcFpjdmxDWnZha0hOT2VYcnlWSmwvVWFvWE1TdWxmb2sxZG8wYndOMzlYeEsybDZyQTViamJiWDJ1eDIyVHpZUG11MVdhdnRZeW5LVjM1UmdTUXBvb3FMR3J3dDMxcGNRNEJ2UUlQVlVKa2d2eUJKcXJDZEhBQUFOQzBFY0FBQU5CR0x0eStYSk9VVTVPcktGNmFXYTJ2Zm9xMWV2L0haZW4xZlZuNk9qcVFmcTljNXE1S2JueWM1S3o4N3JiSm4vajUrbWo1MHNsNVkrTHIycFNicG0xOFh1YjBZd0dxMzZya0ZyOG5oc0NzNk9GSzNqYWg4eStvbmE3NVVia0dlVEVhenpDYVRDbXQ1YVArWmNQVFVjYTA3c0ZGWG4zOWx2YzFwTkJqMTVzM1AxWG1lSjc5NndlUGZuWXpjMDY2UFQrVm1hbjNTcjNWK3Z5VEZoRVNwYlV5Q3gvMUxWNWlaVEdhbGxheVNyQW16MGF5SW9QcmZRaHRTc2dJdXR5QzMzdWNHQUFCbkRnRWNBQUJOZ0tVb1h3dTNMSlZVZkg1WHNIK3dKTW5wZEZTNlhiSSs5Ry9iVzM4ZDg2Y2FqYkhackhybGgzY2tGZDhlMmpPaG04ZGplOFIxVmJCL2tONis1UVhYczJVN2Y5SW5hK2E2SFRPcTV6RE4zN2hReVprcEN2UU5kTnZ2WU5vUm5jeE9reVRkYzlrTUJmbFY3SHNvN1lqbWJsZ2dTYnFxLzJWYXVXdjFHUS9nUHYvbEd5M2VYdkdDaFV4TFRyblB0eDdkcWZ0bi8wTU9wMFBkVzNkUjk5WmQ2cTJHcXM1SjgxUk5Mc1d3Mlg5YkpUZG43WHpOMGZ3cWVudnV5cjZYZWJSVnQxUk9TY0MxSWVsWFRYMjlaci8za3RRdHRwTmVtdlpVcFcxRk5xdWNjdFpvUG9NTThqWDdLQ0tvZUZ0dVZuNk9iQTZiekViK2ZBY0FvQ25pZjhFQkFHZ0N2dC82bzJ1RlRsUlF1RDYrL1UxSlVtcldTZDN3NXA4ckhXTzEyOHB0V3lzcU9lUE40WFJXMk01bXEyU3JZR0owRzQvT1BTdkxVcFR2Q3VDNnQrNmlTM3RlVktQeFV2a0FLTHlhRlVWR2cxRjNYM3FyZ3Z5Q0ZCOFo1N1pmNTFZZDlKL3BNN1Y2N3pxZDE3NXZoWGFuMDZsWmk5K1Z3MkZYV0dDSXBsNXd0VmFXbkxkM0pxVmxweXN0TzczYWZ0MWJkMVpNYUpST1pLWHB2VldmNnQrVEh6OEQxWG1Id1dpczgwMmhaWld1bGd6MmR4L0lWaVlyTDZ0Tzd3MzBjNzkxZGNMTE4xUjZ4bUpWSW9MQ05QdU90eFZkY2k2ZTArbFVabDZXWWtLaTZsUW5BQUJvR0FSd0FBQTBjb1cySXMydHhibGtuNjJicjgvV1ZWeE50RGYxZ01hL2RFT3RhbG15ZllYMnBSNVFZblM4eHZRWlZhczU2bHZYMkU0ZTlXc1RHYXRyQjQ2cnRDMDdQMGM3ay9kS2ttNFpOclhTRlhLbFh2bmhiYTNjczdiU3RpSmI4VUgrbGtLTHJwN2wvdktCV2RPZVZteDR5d3JQTCtzOVV1ZTNxeGdRdnJqb1RlWGsvN1lLem13MGE5TDU0elJyOGR2YWVtU25OaDNhcG41dGU3bDlYMk9XR05XbXpqZUZsalg2dWV2a2NOaXIvQm4rWGw2aFJaYVNNK0NtRFptazBlZU05SGpzWHo1K1ZDZXlUaXJRUzJmSFJRVkh1ajVPenoxRkFBY0FRQk5GQUFjQVFDTTNiLzEzU3N0T1Y0aC9zR3VibkNmQ0EwTVZHaGpxK2p5L3FFQnAyZW55TmZ1cVZYaUxjbjB0QlhsS0w3bUpzaW9iRG0zUnNwMC9LU0d5ZFlNRWNDZXowM1RZZzdQRlNsZjdKV2VjOE9oTXNmUGE5OVhnanVlcXdGYWtTM3RWdldyUFVwUmZMZ3h6cDZvK0RtZmwyeEhieHlSb2NPZnpLengvYmNtNyt2MXNvM29OMDBjL2Y2N012TlA2WVBWblRUYUFxMDhGMWtJNUhNV1hRNVJlWHVDSjB1M0prdFEySmw1Uk5iaU50Y2hXV08zN1hyM2hXVG1kam5MUGt0S09hT2EzcjBpU0hycmliaVZHeDVkck54bUxiekNPQ1kyU2o4a3NxOTJtNDZkUzFDM1dPN2ZyQWdBQTd5S0FBd0NnRWN2TXk5Sm5hK2RKa3FZTXZscHZMUDFmdFdPY0t2NFAvWEhuanRGMUF5ZTRucGZlZ3RvK0pzR2pXMUFyazV5UktrazEzcHBhWDliczM2RFhscnpuY2Y4bE8xWm95WTZLWjZyOTNxTDc1bWppZ0NzVUV4enQ4ZHh0WXhKMDV5ajNxOXgrYi8vSlEzcTlCclZYeDgvc3EzSDlSdXU5Vlo5cTEvRzkyblI0cS9vbG5sTnY4emRGWmJkV0IvbDdIc0R0U1QzZytqZ3VyT0xLeEtyZldieHlMckNLTGErVi9mdFNldXVxSkxVS2IrWDJ3Z2lqd2FpNDhKWTZmT3E0am1ZazE2ZzJBQURRZUJEQUFRRFFpRG5sVkVSSWhHSjkvSFJKeitFZUJYQ2xnWUNmeWZPRDhEMWhjOWgwTVAyd0pLbGp5L2JWOW45MzVTZFZYcUJRYWxUUEN6Vjl5TFVlMWVCajhsR2dCMXNMTFNYbjVmbWFmV1EyK1hnMGQwMVhGZ1g2QnFobkc4OHZtYkE3SE5WM3FxRXhmUzdXSjJ2bnF0QmFxRTkrL3JMT0FaekQ2ZERvZjArdWMxME9aLzEvclo3SUszTWhTVTNPZ050MXJIajdjYUNQZjRXVmFGV3gyVzJ1aXpwcXN1S3VwaEtpMnVqd3FlTTZsSDdVYSs4QUFBRGVSUUFIQUVBakZoa1VybWV1ZVVRWmVaa3lHQXdlalNtOXJNSGYxNzllYTltYmtxU2lrc3NhZWlmMnFMWi9UbjZPUjFzMXMvTTkzMVk3cHZmRkd0UDc0bXI3VFhsdGh0SnpNelY1MEhoTkdYUzF4L00zTmFFQklicW8yMkN0MnJOV2ZkdjJrc1Bwa05GZ3JOT2MzZ3pQTEVYNVdySHI1M3FmTnpFNlh0MWJkMVpla2NYMUxOakRRTXp1c0d2dGdRMlNwSzV4blZ4YlB6MVIrdSthVlBOTEgycWlVNnNPV3JWM25YWWw3L0hhT3dBQWdIY1J3QUVBME1pMURJdFJ5N0NZQ2plWHVsTWFDdXhOVFpMSnRNejEvT0NKNHRWcnAvT3p0V2o3c25KamRoNnQvai9zZnptd1NaSmtOcG5VcVZYMUsrREc5eCtqL3UxNlY5dXZSVmhNdFgzZzN0VEIxK2dQdzZjcXhEKzR6bk1aRFVhOWQ5c3JkWjduc2JuUDZsRGFrUXJQcy9OejlOS2lOK3M4Lys5ZDBmZFNkVy9kV2JsbFZzQ0ZCb1I0TkhiVG9hMDZiY21XSkEzb2RHNk4zcHRUNW4waGZuWC8vcnZUTmE3NG9wRXNTNDZPWmlSWGVlTXZBQUJvbkFqZ0FBQm9acEl6aTg5cFc3aGxpUlp1V1ZLaFBmWDBTWS9PZXl2TDZYUnEyZTZmSkVrMnUxM3JEMnpXb0dyQ2lzVG9lSjNYdnVLTm5xaGY5WEVyNXBET0E5U2hSVnNaWkZDcnNCYlZEeWlSblo5VGFkQjEzK1YvVmw2QlJWRWhrZVdlbTB3bXRmRkNlQlFSSEZaU3oyK3JLVDBOSkw5WS80Mms0dkR4d2k2RGF2VGVuSUxmVm5pR0JuZ3ZnT3NTMjFHK1psOFYyWXEwL3NDbVNnTzRsTk9wQ3ZRTFZGaEFhQ1V6QUFDQWhrWUFCd0JBTTNJcU4wTVpKYmVaM25YSkgyUTAvTGFkN21EYUVYMjFhYUZhaGJmUTVBSGp5NDNiZVh5UGZ0aSszTzI4R3c5dFVlcnBrNjdQMzF6MnZ2cTI3U1YvSDc5Ni9ncXFaN1ZiTlcvREFrMGFjTlVaZjNkenRXVDdTcGxOWmwzVjd6TFhzMU81R2ZwaS9iZGFmK0JYdlR6dEtRV1ZPWHN2UFNkREwvL3dsallkMnFKMy8vQnl1ZERPWnJkcGQvSmV6Vjc3bGY0NitvOXFIZEhLMVJZVEhLVjMvL0NTMTc2TzdKSkF6R1EwbDZ2WG5XMUhkMnJ6NGUyU3BNR2R6bE5rVUhqTjNsZG1pM1dJRndNNGZ4OC85VW5zcVY4T2JOTEt2V3MxNGJ5eEZmcDh0MldKNXE1Zm9BczY5dGNqNC83UGE3VUFBSURhSVlBREFLQ0pPWjJmclhzL2ZVeVNaQzA1azYzVXZ0UWtTVkxyaUZhNnZNOGw1ZHJXN3QrZ3J6WXRWSGhBcUViM0hsbXV6V2d5VmhuQWZiajZDMGxTVkZDa0hISW81ZlFKdmZEOUczcHc3RjBlbjAxWEg0NW1KT3VaYjE1U1N1YUpaaG5BdmJYc0EvMTN4U2NWbmhlVUhQVHZEY2N5VXZUaDZqbXkybTA2bVoybVA0Mjh5ZFUyYjhOM2NqcWQrbUg3Y28zdlA4YjFQQ3d3Ukh0VDlzdG10K3VyVGQ5cnhrWFRYVzEycDBPejEzNmxrOWxwZW5uUlczcmpwdWZPV0ZDYmxaY2xTUW9OcVA3OHR5S2JWYThzZXR2MStYVVhUS3p4KzA3blo3cytEdk53eTZzN1daWnNIYzlNMWZITUZCM1BTTkd4MHlrNm5wR3NPMGY5UWQxYmQ5R1FMZ1AweTRGTjJuVjhyL2FmT0tpT0xkdVZHNStTZVVKMmgwM1pCWjZmcVFnQUFNNGNBamdBQUpvWW05MnViVWQzVmRxMmV1OHZrdVRSR1cyZVdycGpsWFluRjk4U2VmWDVZOVVpUEVaUHpudGVLM2F0bHNsbzFEMlh6cENmdVg1dlhDM2xMUFB4NHUwcjlPcVNkNVZmVktCQUgzL1pIZllhSFpqZkZOanNkdG5zOWpQNnp0ZVgvRmRXdTAyK1psOU5MTE95S2lvNFVuMFRlbXJUNFczNjV0ZEZHdGR2dEN0czlUSDU2SkplRjJuT3VxLzAvWmFsbWpiNEdnWDZCa2lTL015KytzT3c2L1gwTnk4cjVmUUpmYmg2am00ZFB1Mk1mQzNwT1JtU3BGQVB0bUcrdCtwVEhjazRMa202cVBzUWRXalJ0c2J2UzhzKzVmcTR1bmNXMmF3NmtaMm1FOWxwT25uNnBIWWw3M08xL1czMjQ2N2JWTjBaMXVVQ3ZiSDBmVmtLTFpxOVptNkZWVzZIMDQ5SlVxMitEZ0FBNEgwRWNBQUFOREhoZ2FGNjZwcUh5ejN6TS9zcXI5Q2lsWHZXU0pMNmVYRDVnU2RPWnFmcDlSLy9KMG1LRG83UTZONFhLOERYWDljUG1xaFAxbnlwSDNlczB2NlVKTjA4YklvR2RPeFhMKzhzNjBSV21pVHBlR2FLbmx2d3FpU3BhMXhuUFREMnp3MGV2dVVWV3JUbHlBNlAreDg0ZWFqYVBoUE9HNnNMdXd5czhQeXh1VE9WWmFuK1J0bXk3RTVudFgxVzdGcXREWWUyU0pJbW5YK2xXb1NXdnhCalpJOEx0ZW53TmgzUFNORzJvN3QwVGtKM1Y5dVkzaGRyenJxdlpDbksxOG85YTNSWnJ4R3V0bUhkQm12K3B1KzE4L2dlelYzL25TN3VjYUhheFNUV3FQN2EySGFzT0poT3FPYWN1UisyTDlmYzlkOUtLcjZzNFU4amJxelYrM2FYaEdpQmZvR1ZibmwxT3AxNllNNlRPcHFlckZONUdXN25LUnUrbVUwbXRRcHJxZFlScmRRNklsWXRTeTRwOGZmeDA1VjlMOVhzdGZPMGF1ODZyZHE3VmtNN0YvK3U1QlZhZEN3eldaTFVzV1g5aGU4QUFLRCtFTUFCQU5ERW1JMm1DdHZQSk9tTFg3NVdnYlZRQm9OQkE5djNyOUdjdHBLdHJHVTNrK1lWV3ZUWTNHZVZVM0xPMVcwamJsQ0FyNzhrNllhaDE4clA3S3YvL1RSYlJ6S082L0Y1enlvcUtGSTkyblIyamQrVnZGZCtQbjR5RzAweUdNdHZVM1U2bkxJNzdMSTc3TExhYmJMYXJiSTVIUnBmWnBWVmZsR0IxdXhiWDl6ZjZaVFJZTlIxZzhacnlnVlhOM2o0SmttSDA0L3F2dGxQMU91Y3JjSmkxQzJ1YzRYblBzYWEvOGwyOUZUeGlxZ1EvOHEzWTZiblpHalc0bmVMM3h2ZVFwTUdqcXZRWjFDbjgyUTJtV1N6MjdWczkwL2xBcmpZOEpicUdkOU4yNC91MGcvYmxwY0w0Q1JweG9qcHV2dkRoK1Z3T3ZUMnNnLzE5S1JIYXZ3MTFNU2liY3VVY3ZxRUpLbDdmRGUzL1ZidVdhdVh2bjlMa21Rd0dQUzNNWGNvTExEbUZ4ZnNQM0ZRR3c1dWxpUjFkclBpMUdBd3FOQldWQ0Y4TXhnTWFoRWFyZmlJT0xXT2pGTmNaQ3UxaVloVjY0aFl0UWlOZHZ2N1BXbkFWVnEwYlpreTgwN3IzOSs5cWdBZmY1M2JybzkrMnJ0T3pwTEF0WHZyaXI4L0FBQ2c0UkhBQVFEUVJKaU1KZzNxZEs3Qy9DdUdCY21acWZwZzllZVNwUFBiOTYwMlVMQTViRHFla2FxSW9EQTVuRTZ0M0wxT2toUWVXSHlicE4xaDEwTnovcW1razRjbFNVTzdEdEt3cmhlVW0yUHlvUEhxbmRoRGJ5MzdVRHVQNzlHcHZBeXQzTFBXMWI1bzJ6SXQycmJNNDYrdmY5dHpOS0hNT1dPSFR4MVRhbGJ4eFErUndSRjZjT3pkNVFLZ2h1WnI5bEZVY0dUMUhVc1VXYTFWcm9LcXlqbUpQWldkbDExaGhacWxLRjhmL2Z5Rm9vSWlGQm9Rb2lDL1FCa05CdTAvY1ZBL2xIenY0eUppSzh6bmREcjE0c0xYbFZOeVh0aGRsOXhhNlRiaUlMOUE5WW52cVEySHRtalZublc2WStUTk1wdCsrL1B4b3E1RHRQM29MdTA0dGxzbnM5UEsxZGMxdHBNdTZIaWVmdDYvWGhzUGJkWDZwRjlyZFN2dXVnTWJ0ZkhnVm9VR2hpakVQMGpCZmtFSzlBMlVuNit2bkU2bjhnb3NXbnRnbzVidFdpMnArT2R5WWVlS3F3Z2w2ZnV0UCtybFJXL0o0WFJJa200ZFBrM25kNmg4NWViSzNXdTBhUHR5dFFxTFZsUndwTUlEUWhYa0Z5aUR3YWpENlVjMXQrUjhQS2w0QzZzN0k3b05VVng0SzhWSHhhbE5aSnppSTFzckxyeVZmTTArTmY1ZUJQa0Y2b0d4ZCtuQk9mOVVvYlZRRDMvK3RQb2s5blJ0WjIwUkdxUFk4SlkxbmhjQUFIZ2ZBUndBQUUyRW45bFhqNCsvcjlLMitSc1h1cmF4VFRpMzRnMkp2MmMwR0hYUFJ3L0xVcFJmN25uUGtwVkRKcU5KYmFNVHREdGx2K0lqVytzdmw4Nm9kSjV1Y1ozMTRwUW50Zi9FUWEwOXNGSDdVcE4wTWp0ZGxpS0xpbXhXV2UwMjJlMDIyWjBPT1J6MjRtMlJaYmRHR2d3eUdRd3lHSXdhMFgxb3VibTd4bmJVeFBQR2FrL0tmajE4NVY4VkVSUlc3ZGQxSm5WczJWNHZUbm5TNC81Ymp1eHd1Mkx1clZ0ZWxOUHBsSjlQNVdmcDNYLzVuWlUrRC9RTjBBOWJsN21DdE1wYzFmZlNDcytzZHBzaWdvdHYvTHlzOTBqMWIrdCt5L0lGbmM5VFpuNldMdXh5Z2F4Mlc3a0FibWlYQVRxY2ZsUmorb3lzRUE1S3hTc2wxeHpZb0tpZ2NPWFg4aUlKaDlPcHJ6WXQ5TGovVFVPdlUzUkkrV0MweUdiVmEwdmYwOEl0UzF6UHBnMjV0dHlaZDc4WEVoQ3NEVW0vVnZ1KzNnazlOS3JITUxmdFYvYTdURmQ2VUxlbitpVDIxRU5YM2FObnY1MmxJcHZWZFl1ckpGMTZ6b2dxUmdJQWdJWkVBQWNBUUROdzNhQUpXclYzcmRwRng2dFBZczlLKy9SbzAxWFBYLytFQW4wRFpEUVkxVFcyb3pZZDNpWkpDdllQMGtYZGhtaEVtWlU4dDQyWXJtT1pLWHBnN0oyVm5tOVZWc2VXN1NyZEZsdFhOdzI5VGpKSTVscHN3V3hLcXZ2K1ZxVkRpM2JhZW5TSGExV1hKQm1OSnJVT2I2WEpBOGRWdXNMTDEreWplOGZjb2NHZEJyajlmU2wxZVo5TEt0eW9XeW9zTUZSM2pMclo3ZGkyTVFsNmN1SUQ2cDNRczFZcnZxVGkzNjBBWC8vaWJjcHVMcWdJRFFoUjE3aE91ckx2cFpXdXNqTVlwQ09aU21jQUFDQUFTVVJCVkpUVHFaS0t3K2ZiUmt3dmQ2dHJaUktpV2lzOE1GU1dvbndWL2U2MllhbDRWZWFvSHNNMFpmQ1ozeEk5dFBOQXRic3hVUi85UEVjYmtyYkk3ckRyb3U1RE5IbGc4N3NaR0FDQTVzTGdkSHB3UWk4QUFGNzI3SkkzTlhQSm01S2txWU92MGJUQjF6UndSVTNQMXFNN0ZSMGNxYmlJVmpVYVY5VnRvazZuMDNVbTI5a21yOURpV3BYbVk2cGRlSFFtT1p3TzJlekY1K3I1bU0zTk5yUzBPK3l5bFp3ZjZIUTY1V2YyTGJjcXo1MjhRb3VlL3VyLzJidnY4S2pLL1Azajk1UWtrOTRKUGFIM0tncUlnQWlvWUtIWXNHQjNiYnZXWGR2cStuUFgvbDE3Vy91dUNsWVVWQVFGUVhvVjZZUU9vUVVJNlpuTVRLYjgva2d5SkNTVFRJQmhFdkorY2VWaTVwem5uUE9aSkJ3bWQ1N3lpcTRhTUs3T1E1bWRicWZzSlE3Wm5RNjVQQzZGbXkySzhqRzNIdXFmVHhkOXJjL0todWcvUE9KMlBUU2kraDY5QUFBRTB1bjV6Z3dBZ0Vhb1o2dmpteCt0cHQ0N2pUVjhrMDZzVjFvd0dBMUdoWnFOa3VwL1dIZ2lURWJUY2ZVNGl3eUwwRE5YL3IzMmh0VXdHODB5aDVrYjNQY0VBQUNvUDR6QkxnQUFBQUFBQUFBNG5SSEFBUUFBQUFBQUFBRkVBQWNBQUFBQUFBQUVFQUVjQUFBQUFBQUFFRUFFY0FBQUFBQUFBRUFBRWNBQkFBQUFBQUFBQVVRQUJ3QUFBQUFBQUFRUUFSd0FBQUFBQUFBUVFBUndBQUFBQUFBQVFBQVJ3QUVBQUFBQUFBQUJSQUFIQUFBQUFBQUFCSkE1MkFVQUFIQ3M5WHMyNllzbDN3VzdEQURBYVdEOW5rM0JMZ0VBQUFJNEFFRDlzenBqdlZabnJBOTJHUUFBQUFCd1VqQUVGUUJRTHpTTGJhS0lFRXV3eXdBQW5LYkN6S0ZxRnRzazJHVUFBQm9wZXNBQkFPcUY4enNQbHNGZzBJNnNqR0NYQXRSN1Ixd2hPdUlPa1NRbEdrdVVhQ29KY2tWQS9aZVcwRW9YZEJrUzdESUFBSTJVd2VQeGVJSmRCQUFBa3VUeGVPUnl1NEpkQmxEdlRkcThYcE8ybEE3VHZyWmpkMTNicVh1UUt3THFQNVBSSklQQkVPd3lBQUNORkQzZ0FBRDFoc0Zna05uRWYwMUFiWXhHWTZYSC9Mc0JBQUNvMzVnRERnQUFBQUFBQUFnZ0FqZ0FBQUFBQUFBZ2dBamdBQUFBQUFBQWdBQWlnQU1BQUFBQUFBQUNpQUFPQUFBQUFBQUFDQ0FDT0FBQUFBQUFBQ0NBQ09BQUFBQUFBQUNBQUNLQUF3QUFBQUFBQUFLSUFBNEFBQUFBQUFBSUlBSTRBQUFBQUFBQUlJQUk0QUFBQUFBQUFJQUFJb0FEQUFBQUFBQUFBb2dBRGdBQUFBQUFBQWdnQWpnQUFBQUFBQUFnZ0FqZ0FBQUFBQUFBZ0FBaWdBTUFBQUFBQUFBQ3lCenNBZ0FBQUZBOWo4Y2pwOGRUWmJ2TDQ1Ykt0cnM4YnBXNDNWV09DekVhWlRBWVRrbWRBQUFBcUJrQkhBQUFRRDFWNG5acjB1WjFPbUt6VnRxK1BUZkgrM2paZ1gzS0txNjhQem9rVERkMTdhMVFrK21VMUFrQUFJQ2FFY0FCQUFEVVV5RW1vM0xzTnYyU3NhUHF6ckxlYmR2emM3UTlQNmZTcnFFdFVoVmlZcVlSQUFDQStvSjNaZ0FBQVBXVVFRWU5iWmxhYVp2SDR5a2RmbHJodzNQTU1OVVJyZHJJSUlhZkFnQUExQmNFY0FBQUFQVll6OFFVTll1SThydDkwNGdvOVVsdUZzQ0tBQUFBVUZjRWNBQUFBUFZZaU5HbzgxcTFPYnJCb05MaHB4VS9LaGpjdkJWenZ3RUFBTlF6QkhBQUFBRDEzTENXYVRJYmpyNXQ4OGhUK1hGWkJoZGlOT21jRnFuSEhnNEFBSUFnSTRBREFBQ281K0xDTEdvYkcxZjlUay9aaDZSMnNmRkt0a1Njc3JvQUFBRGdId0k0QUFDQWVpN0NIS0pPOGNtU1ZMYTRncUZDN21aUWVSZTREbkdKaWcyekJLZElBQUFBK0VRQUJ3QUFVTStaalVaMWlrdFF1RG1rYkV0Wi9PWXAvZHRna0VKTkpuV0tTMUNJa2JkM0FBQUE5UTN2MEFBQUFCcUFIc2twaWkvcjNXWW9uL1N0UXUrM1NIT0llaVNuQktjNEFBQUExSWdBRGdBQW9BRklDWTlVbTVoajVvRXplTHlMb0tiRnhDa2xQUExVRndZQUFJQmFFY0FCQUFBMEFFYURRUmVtdFQrNm9jTGlDNUowYWR0T01wYW5jUUFBQUtoWENPQUFBQUFhaUo2SktZb1BDNWNrR1F3R0djb0N0N2hRaS9vbU53dG1hUUFBQUtnQkFSd0FBRUFERVc0MjY1em1yYXBzSDlDOHBjTE41aUJVQkFBQUFIOFF3QUVBQURRZ1ExdWtWUnBxYWpRWU5LaHAxVkFPQUFBQTlRY0JIQUFBUUFQU09qcEdMYUppdk05YlJNVW9OU1kyaUJVQkFBQ2dOZ1J3QUFBQURVaGtTS2k2SnlaN24zZFBURlpjcUNXSUZRRUFBS0EyQkhBQUFBQU5TSWpScU03eFNiS1l6RWNmTS84YkFBQkF2Y2E3TlFBQWdBYW1hM3lTNGl3VzJaeE9kWTFQQ25ZNUFBQUFxQVVCSEFBQVFBT1RHaE9ubHBFeHNwYVVLRFVtTHRqbEFBQUFvQllHajhmakNYWVJBQURrMlFxMU1tT3REaFVjQ1hZcFFJT3cvc2doT2QxdTlVNXVHdXhTZ0FZaEtUSmVaNlgxVnF3bEt0aWxBQUFhSVhyQUFRRHFoVGxiRnV2eEgvNnR6SUtzWUpjQ0FEZ05KVWJFNllXeGoyaGN6L09EWFFvQW9CRmlFUVlBUUwydzlkQk93amNBUU1BY3NlWnE2Nkdkd1M0REFOQkkwUU1PQUZEdnRFeG9ybFlKTFlKZEJnRGdOTEFuZTUvMlp1OFBkaGtBZ0VhT0FBNEFVTytjMjJXUUpnNjZJdGhsQUFCT0E1OHUrbHFmTGZvNjJHVUFBQm81aHFBQ0FBQUFBQUFBQVVRQUJ3QUFBQUFBQUFRUUFSd0FBQUFBQUFBUVFBUndBQUFBQUFBQVFBQVJ3QUVBQUFBQUFBQUJSQUFIQUFBQUFBQUFCQkFCSEFBQUFBQUFBQkJBQkhBQUFBQUFBQUJBQUJIQUFRQUFBQUFBQUFGRUFBY0FBT29WdDhkOVNxL244WGhrZFJUTDZpaVcwK1U4cGRkdTdBcHRSY0V1QVFBQTRKUWdnQU1BQVBYS3N6KzhwbXZldWtOVFY4MDRKZGZMTHNyVnVGZHYwTGhYYjlEME5iTk95VFVsYWQ2bVJacncxbTM2NitkUG5ySnJCdElic3o3UUIvTSswLzZjekZyYkZ0bXRlbVBXKzVyNDd0M0tPTEwzaEs3cmNydHEzTDlneTFLTmVXV2lidjdnM2xyUGRhckQzM0s3c3ZabzJxb1pXcngxUlZDdUR3QUFBczhjN0FJQUFFRDk4K0g4eWRxeWY3dmY3U1BESXZTUGNRK2U4SFUzSDlpdUJlbExaRFNhMUMrdDl3bWZyOXpLbmF1VlZaaXRQcTE3S0NVMithU2Q5MFRrRlJjb3B5aFBTZEdKcC96YVRyZFRSVGFyOG9zTFZHQXJVbjV4dmdwc1JTb29MbEJPY2I1eUMzT1ZZODFUcmpWUE9ZVzV1dXlzU3pTKzMwVSt6M2NnTjFNL3JaNHR0OGV0aU5Cd1hUUHdzaHF2Ynl1eGErSG1aYkxhclhwNjZrdDYvZnJuWlFrSnEvUHJXTDkzazE2Yy9xYitNdkpXbmRtMlQ3VnRYQzZYYkNWMjJSMDJuK2NwY1pYb2xabnZ5dWF3NjlGTDcxR0lLYVJLbTJYYmYxZHVjWDZkYTVTa2RzbHBhcC9TeHVmKzlYdlM5ZmJzajlXN2RRK2QzZUhNNDdvR0FBQ28zd2pnQUFBNHpjMUxYNnl2bDM5Zlk1dE96ZHJyTHlOdjlUN2ZrYmxUcXpQVytYMk42UERvU3MrZExxY2NyaEsvam8wSURaZFVPaFQwdmQ4K2tTU2QyK1ZzUlZzaWxXZjFFWGdZcE5qd0dML3IrK0MzU2RwNWVMZGFKN1RRKzdlKzR2ZHhnWlJmWENCSmlncUxQS0h6N01uZXIzVVpHMlFyc2F2WWFaT3R4Q0diM1NaYlNlbUgxVjZzSXJ1MTdLTllSWTRpMlVyc2Rickd4cjNwTlFad1UxWk1sOXZqVmx4RWpNYWQ0YnRkdWNTb2VEMHc2azc5WThvTDJuMWtuOTZjOVlIK092cnVPdFhrOFhqMC90eFBkVER2c0I3LzVqbGQyWCtNYmh3OFFTYWpxVTdueWJQbTY1OVRYOUw2dlpza1NkK3YrbG1YblhseGxYYVRGMDlSK29GdGRUcDN1ZXZPdmx6dFU5cG8wWmJsZW5INkcrclVyTDFlbkhCNjlId0VBQUQrSVlBREFPQTBsMnZOMDliTUhUVzJpUXl0UGdUcTNLeTlCblk0eStkeFd3NXMxNkt0eTZwc243NW1sdDZlL2JGZjlYMzE1dzhVR3hHakgxZlAwdm85cFNISW5BMExOR2ZEQXAvSEdBMUd6ZmpiRjM2ZGY4UGVkTzA4dkZ1U2RPa1pvL3c2NWxUSXlONHZTVXFKYTNKQzU4bTM1dXUxWDk2djgzRVJJUlpGUjBRckpqeGFNWllvUllkSEtjWVNvNWp3cU5MdGxtakZoRWNweWhLbHhLaDRuK2ZKS2NyVEwrdC9reVJkZmZabENnKzFTSkljemhJNTNiN24xT3ZScXF2TzdYSzJsbXo3WFcyVFUyVjFGUHRzRzJJeVYrbVZaakFZOU54VlQramxtZi9SZ3ZRbCttclpORzArc0UxL3YvUit4VWI0Rjg1dXpkeWhmMDE3V1FmekRzbGdNR2ppT1ZmNERCclA3M0d1K3FUMmxDVDlrYkZlNmZ1M3FHMlRWUFZ2ZTBhbGRqK3RuYVU4YTRHR2RCcWdGdkhOSlVuZFczV1JKTGs4N3RMZWVIVU1RQUVBUU1OSEFBY0FRQ1BSTXFHNUpnNjZvdEsycGR0LzE5eU5DMzBlMHpZbFRSTUdqUFc1ZjhhYVg2c040RUtNNWtwRENrdGNMcm5jVHBtTVpvV1lqdW1oWkpBeTh3N3BvOTgra3lTMVRtcXBNSE5vdGRmYmVYaTNuQzZYekNiLzM4Sk0rK05uU1ZKRVdJU0dkeHZzOTNGMTlkalh6MnBEV1M4cWZ6aWNwVDBFWjYyYnA5OXErQnBVNTZWci91a2QwdGlwV1hzTjdUSklGbk9vSWtMREZSRVdYdnAzYUxnaXdpSzgyMWJzV0sydmwvOGdsOXVwSy91UDBjMURycEhCWUtqVGRhdno1ZEx2WkMreHEzbDhVMTNjYTZSMysvLzk5SmJtcHkvMjZ4enZ6djFFNzg3OXhPZitzV2VNMHAzRGI2cXlQU0kwWEk5ZmVyKythTkpHSDgrZnJEVVpHL1NYVHgvVDA1Yy9vdGFKTFd1ODVvOS96TkovNW55c0VwZFRNZUhSZXZpU2U5UXZyWmZQOWhmMVB0LzcyRG52TTZYdjM2S09UZHZweGlFVEtyVmJ0RzI1OHF3Rk9yZkxPUnJVMFhkNERRQUFHaGNDT0FBQUdvbVk4R2lkMjJWUXBXMVpCVWRxRE9DTzEramVJelc2OTlFdzVya2ZYdFZ2bXhicnRtSFhhZHdab3l1MWRUaEw5UGV2bjVXMXhLWStxVDMwM0pXUFZ4c01MZGl5VkU5UGZWbVNkRmMxWVV4MWRtWHQ4WVpBRjNRLzF6dmNOUkFjVG51ZGgzWktrc3Z0bEt1R25tTFZIM04wc1FDenlhekhMdkc5d0VDaHJVaHZ6djVBY3pjdWtpUzFUbWloczlyMnFURjgyM0ZvbDVLaUV4Vnp6TkRpWTJVVlpIc1hycmg1NkRWMUNrWlBwZ2tEeHFwNWZGTzkrT1Bya2p5S0NJMm9zYjJ0eEs1WjYrZXF4T1ZVMXhhZDlOaWw5eW41ZU9iaU93a0JKZ0FBYUJ3STRBQUFRTUN0eWRnZ1NlcVQycVBLdnJkbWY2aXRtVHNVYlluU2d4ZmRWVzB3dEQ4blV5L1ArSThrYVd6ZkN6V3ExM0MvcnZ2SmdpL2w4WGdrU1QrdS9rVXoxdjVhcFkybnd1UDM1bjZpaitaTjl1dmNJN3VmcXorUHZNWDcvTkZMN2xPSm4vUGVmVGh2Y3FYZVljTzZEdEtOZzYvMjYxaEpOUTRKcldqbHJqVjY1YWQzbEZXWXJWQnppSzRhTUY1WDliKzAya1VHcE5KNTFiNVovcjMrdS9BTEpVWWw2c2x4ZjFXN0ptayt6Ly9Kd2kvbGNKYW9lNnN1R3R4eGdDUjVROGlITC9xei9qcjZyaXJIdkRYclEvMjZjYjdPNmRoZmZ4cDJnNklzdGMrQlp6SWFhMjB6cE5NQXhWaWlsQmlkb0tUb2hCcmJXa0xDOU95Vmoydm0yamthYzhhRk1odnI5cGE0L0h2S0lBSTRBQURnSHdJNEFBQVFVRHNPN1ZKT1VaN2lJK09VbHRTcTByN0pTNlpvNXRvNWtxVGJoazFVWkdoRWxibkEzRzYzbnZuK0ZWbnRWblZyMlZuWEQ1NVFxWTNKYUtwMnlPcW0vVnUwYU90eTcvTVNsMU1scnBwN21qbGRMamxkTHI5ZVY0bXpjdGptYnlpMjYzQ0dGbTBwcmV1aTNpTTFZKzBjemQyNFNPZDBHcUJ6T3ZUMzZ4eTFPWnlmcGZmbWZxTDVtNWRLa3M1STY2bTdSdHlpbGduTmZCNXpJUGVnWHBuNUgyOVlLbm04QzBWVUovM0FOdjI4YnE0TUJvUHVQTzlHNy9aUEYzMmxuOWZPMWFoZXc2c01jMTJ4NHcvOXZHNnVwTkk1M0tyN25ObWREcDlEa0NYcDg2WGZhdCtSQXo3M1YzbGQrWWNrU1FWMnEvNDkvYTBxKzErZDhhN1BZNjhmZktXYXhGUmROZGRkRnNDWmpBUndBQURBUHdSd0FBREFKNDlITlU2azcvRzRmZTRydDJMSGFrbFMvN1o5SzIyZnVXNk8vcmZnUzBsU1dFaVlYcDd4amw2ZThVNk41OXF3TjEzalg3dXgwcmF6MnZYVnZ5NTdwTksyRWxlSlhwNVoybU11SXNTaSswYmQ0Yk9YVTZHalNDLy9WSHJkQzNzTjExbHQrdFQ2bWlRcEpiWnFNRk9iSXJ0VlQwOTdSUzYzVTZtSkxYVDNpSnVWRUJtblR4ZDlyUmQrZUVPeFYwU3JSNnV1ZFQ1dk9ZZXpSTit1bks3UGwweVJyY1N1MWdrdGRPdXc2OVMvM1JrK2ozRjczSnEyYXFiK08vOXpiKysxUy9wY29KdUhYdU56eUs3VDdkUmJzejZVSkYzVWU0UjNQcm9EdVFjMTdmY1pLbkU1bFZ1VVZ5bDh5eXZPMTB0bFg5ODJ5YW02NzRJN0twMnp3RmFvRCtaTjBxYTk2WHI5K3VjcnpTRlkwZkx0ZjJqanZzMStma2FPc3BmWU5XdkR2RG9kTTdiZmFDVkZKK3FOV1I5VTJyNXgzeFpKMHRvOW0vVGFMKzlWMnBkZG1DTkorbW4xTEszY3RkcTdmVkFOaTVrQUFJRFRId0VjQUFEd2FjYWEyWnF4WnZZSm5XUHVwdEs1eHdaM0hsQnBlOGVVdGtxSWlsZkhwdTJVR0JXdjZhdG5WVm1rd2UxeHkrRXNrY0ZncU5Jcnl1VjIrZXpSTm5ueHQ4ckkyaXRKdW5IbzFScmErV3lmOVIwcEMwd2txVzF5NjRCTm5GOW9LOUpqWHoyalBkbjdGR0l5Njc0TDc1REphTkkxWjErbUxabmJ0V3o3S2ozK3pYTjZmTXdET3JPdGZ5Rmd1VjJITXpRdmZZbG1yUDFWT1VXNXNvU0U2Y3IrWTNSdWwwR3lsemkwWXNjZktySmJWV2l6cXRCV3FFSkhrUXFLQzFWUVhLUTlPZnU4bjZ0V0NTMTB6d1czcVdjdEllRG5pNy9WbHN6dGlvK00xVTJEci9GdS8yamVKSlc0bklvSXNlakdJVWVIMUxyY0xyM3d3K3ZLS2NwVnRDVktUNDU3c0VyQWxsMlVxemtiRnNqaGRPaWplWk4xMTRqcTUvbTdjZkFFNWRYUU0wOHFEZHMrWGZTMUR1WWRVa1NJUmRZU202SXRVYnJuL052cU5HOWJzN2dVdVQxdS9iUzYrbjhER1ZsN3ZaKzdZNjNjdGFiUzg1U1lKbW9lMzlUdmF3TUFnTk1MQVJ3QUFBaVlYVmw3dFBQd2JrVmJvdFNqVmRkS3ZlbFNrMXJwOWV1ZVVYUjR0RDRvV3dIMTZnRmpOZkdjSzcxdGxtNWJxU2UvZlZHZG1yYlRheE9mclhUdW45ZlA5ZlpjcTJqRDNuUjl1V3lhSktsenMvYTZwTThGZ1hocGRiTHJjSWIrT2ZYZjJwZVRLVW02LzhJNzFMVkZKMG1TMFdEVXd4ZmZvOGUrZWxycEI3YnBIOSsrcUZ1R1hLM0x6cnpFNzFWSzU2VXYwZVFsVTd6UGJTVjJmYlZzbXI0cSt6elVKaUxFb21zSFhhNnhaNHoyYXlHRmFhdG1TcExzRHJ2dS9POURjcnFkc3BmWVZXUzNTcEt1UHZ1eVNzTkxQNXcvV2IvdldpdVQwYXdueGo2b1puRlZnNmpVeEphNmFlZzFldmZYLzJyYXFoazZxMzNmYWxjbDdkVzZXNDIxYmMzY29lZC9mRjBIOHc1cFlJZCtHdEMrbjE2WjhSK0ZtVU0wZStOODJSdzJqZW81WElNNjlsZW91ZnE1OENyeWVEeDY5SmhGTHY2NzRBc2R5RDJvVWIxR3FQY3g5YncvOTFObEZXWnIvSmtYcTFQVGR0N3RiWnFrYXJlUHNBNEFBSnorQ09BQUFHZ2tOdTNmb2pHdlRLeTByYWJocFpJMHZOc1EzVFRFOStJQXYyMWNxQS9tVGZLNWY5YjYzeVNWRGkrODlPWHJLdTFyMnlSTjc5ejRZbTFsMThuaGdpUDYxN1NYNUhJN0ZXSXk2OTRML2lTam9mWUovQVBGNlhMcW0rVS9hTktTYitRb216UE9hRFNwd0Y1VXFWMWtXSVNldmZKeFBUSGxlVzNZbTY3M2YvdE1LM2FzMFovUHYwV3RFcHJYZXAwTGVnN3pCbkFoSnJOaUkyS1ZFQm1ubUlnWXhZWEhLQ1k4U3JIaE1Zb0lDOWZDTGNzcXpQTlcralcrWmVpMWZzOWhKMGs5VzNYVm9xM0xaUzJ4eVZwaWs5bGs4czZkMXlxaGhjYjN1OGpiOXVmMWN6VmwrUStTcEh2T3Y3WEdBRzFzM3d1MUlIMkpOdTdickplbnY2UDNiMzFaa1dFMXIyaGFMcythcjg4V2ZhTWYxOHlTMiszUytINFg2YlpoRXpVL2ZZa2txZEJ1MWVIOExPMDR0RnRyTWpZb09qeGFJN3NOMGFoZXc5VTZzYVhQOHhvTWhrcXJCN3ZjTHIzNmMrbThjZWQzSCtvTlVzdE5XakpGS3N4Vzl4YWRxL1NtSklBREFLRHhJb0FEQUtDUjhIZzgzam0rYXVQMGxJWXBrYUVSU281TzlOa3V5aExsYzUvVlVhd1phMHBYSFRVWURONjJIbzliaGJZaW44ZWRpRGRuZmFpY29qeEowdDBqYmxIYkdsYndEQ1MzeDYxNW14YnIwOFZmYTE5MjZZSUJzUkhSNnB2V1MzTTNMdFE3c3ovVzJ0MGI5TUNvTzcycmdFYUdSZWo1SzUvUTY3KzhwMW5yNTJsMXhqcmQ4ZkdEdXJqMyticTgvNlZLanZMOWRXZ2EyMFJ2M2ZDQ2txTVRGUnNSVTJXL3grUFIvTTFMOU44RlgyaC9XUys4M3ExNzZLYWhWNnR6cy9hU3BHMEhkK3JsbWUvb2dRdnY5TTdwNXN1ZEkyN1M5WU92VXJRbFVsR1dLTTFjKzZ2ZW52MnhKT251a1RmTGJESXJ2N2hBa3hkUDBYZS8veVJKYWg3ZlZFZUtzdlhSdk1seU9CMnl1eHh5bEpUSVZtS1R6ZW1RcmNRbVI0bERSd3BLaHdRZktjcldCL00rMDczbi82bkdXdktLOHpWOTlTeDl2ZndIV2UxV3hZUkg2eS9uMzZZaG5Tb1BlWTRLaTlBN04vNmZOaDNZb3AvK21LMTVtNWZvMjVYVDllM0s2ZXJadXFzdTZqVlNnenFlNVhPRjJITHowcGVvMkdGVGVLaWx6dDlmWjZUMTFGczN2Q0JMaUtWT3h3RUFnSWFQQUE0QWdFYWlZOU4yK3Z1WSt5dHRtN0htVjMyeDlMc3FiY3ZuVmpNWmo3LzMyTXkxYzd4REVoTWo0elRwcnRKZVE1bDVoM1REdTMrdTlwZ1NsN1BTQ3FlT3NqcmNIaytWMVZHZHg2eENLa2tUQjEyaFZidldha1QzMHA1TnAxcVIzYXBaRyticCsxVXp2Y0diSkExbzMwLzNYdkFuSlVUR3FWOWFMNzMyeTN0YXRIVzV0aDNhcVVjdnZWZGRtbldVSklXYVEvVFgwWGVyVDJvUHZUbjdJMW50VmszOWZZYW1yNTZsY3pyMTF3VTl6bE92MXQycTdkWG5LelJidVhPMS9yZmdTMjNKM0M1SjZ0QzByVzRjY25XbDRaMXVqMXN2VG45VHU3UDI2SUhKLzlEZkxycGJnenNPcVBaOGtwUWNuZWdOWnZPTEMvVHB3cThsU2VkMUc2dytxVDBrbFg2ZHk4TTNTZHFmazZsUEZuemwxK2V4M0UrcloydDQxOEhxM3JKTGxYMWJNM2ZveHo5KzBaeE5DK1Z3T2lSVi9qejcwcVZaUjNWcDFsRi9PdTk2elZqenEzNzQ0eGV0emRpb3RSa2JGUjhacXd0N0ROZEZ2VWNvT1NhcHlyRldSN0UrVzFUNkdrWjJPOWZuUWhHK1JJWkZWUHQxc2p2OUM4WUJBRUREUlFBSEFFQWpZVGFaMVRTMlNhVnQwV1c5cjQ3bEtndStRa0pDcTkxZkc3dlRvVzlYVHEvemNWOHVtNm92bDAydHNuMUw1bmFOZS9XR1dvOXZuOUpHL3hqN29IcW5kcS96dFUvRXVqMGI5ZVBxWDdSazIrK3lWK2hsMkRxaGhmNTAzdldWRmxVWTBYMm9XaVcyMVAvNzdrVWR6RHVzaDcvNGx6Nis3ZlZLUTBDSGR4dWkzcW5kOWZIOHp6VnIvVHlWdUp5YXUzR1I1bTVjcE5pSWFGM2FkN1N1Ty91eUdtdGFzZU1QVFZyMGpUWWQyQ3BKU2t0dXJXc0hYcWJCblFaVW1Wdk9hRERxbVNzZTB4UGZQSytkaDNmcjZha3ZhK0k1VitxNnN5K3Y5YlYvTlA5ekZkZ0tGUnNSclR1R0hmMGFkV3phVHUxVDJtamJ3WjNlYTdqTFZzM3QwYXFMT2pacnI4aXdjQlhhclBwMnhZK1NwS2ZHUDZURXFBUlpRaTE2NUl1bmxGV1lvOWRtdnFlM2IzcFJJYVlRN1Q2eVY3UFcvNmFGbTVmcFFPNUI3N1hhcDdUUmpZTW5WTHQ0UmRPNEZGM1k0enhGaFZmK1hvKzJST25LL21OMDJaa1hhL0cyRmZwbTJmZEtQN0JObnkvOVZsOHVtNnBCSGM3VXVINFhxVnZMenBKS1E4cFhacnlqZlRtWmlnaXg2UEt6THFuMWMxT2RJcnRWb2VZUWIwKzd2T0o4L1ZhMlVFbTB4Yi9odGdBQW9PRWhnQU1BQUZXVXoxRVdIVlo5UUZlYjcxWk0xK0g4TEVWYm9sUmdLL1Q3dUxpSUdNVlVHRUpaN0xEcGNINldRczJoYWhwWE9UeTAyb3FVVldFRjAzTGxJY3lVRlQvcWs0VmYxbnBOVDRYSDc4MzlSQi9ObTF6ck1aMmF0ZGVMRTU3MFBpKzBXL1hicHNYZTU2bEpyWFQxZ0hFYTBubWdURVpUTmNlMzArdlhQYVBIcHp5dk1YMHVxSGIrdGNTb0JQMTE5TjI2N015TDljWFM3elEvZmFuY0hyZUs3RllOYU5lMzJycWNMcWVXYkYvcERaT2swaURzNm9Iak5iQjl2eG9YZFVpT1R0UkwxenlscDZlK3BGVzcxK25UaFY5cGIvWStQVGpxTHAvRE10ZnQyZWhkSmZmTzgyNnFNdnoxeitmZm9ueHJnZG9rdDFaU2RLSW12bk9Yc2dxek5hcm5jQTN2TmtTU3RQbkFkbThBMTcxbEYrK1EzS3NIWHE0M1pyMnZyS0ljN1R5Y29ZNU4yOG5qOFdqYTd6TzlQZDQ2Tlcydnk4KzZwTnBRc1Z4a1dJVE9hTnRiWVQ0V1hEQVpUUnJjY1lBR2R4eWd0UmtiOWNXeXFmcDk1Mm90MkxKTUVXRVI2dGF5czV3dXAxNzg2UzNOMzd4VWtuVFh5RnVVRXB2czgzTlprNWQrZWx1THRpNlgwV2hTaU1sY0tiRHQzTHpqY1owVEFBRFVmd1J3QUFDZ2lueHJnU1RKNVhFcE0rK1E3M2JGQlZXMjVSVGw2Y3V5WWEzWERycGMvL24xdjdWZXo2UFNubEZqKzQzVzFRUEdlN2VYcjRMYU5ybTEzNnVnbGl0eE9mMmU4NjZjMCtYeUxpWlFFL3N4NXgzWXZwL09hTk5iRm5PWUx1NDdVbjFhOTZoMUJkTWpSYmw2WStKenRhN0UyU1k1Vlk5ZWNwOXVQZmVJZmw3M202SXNWWWN4L3JwaGdWYnRXcXZsTzFaNXZ5WW1vMWxET3ZkWDl4WmRkU0Qzb0NZdm5TSmJpVU4yaDEyMnNzVVRiQTZiaWl2OFhleXd5Vm8yYkZpUzVtNWNwT3pDWEQwNTdtOVZGa01vc2x2MTd4bHZTNUxPNmRoZnc3cWVVNlgyOHFHMTVhd2xOa2xTUkdqdFBiMHU3RGxNTzdOMjY1cUI0NVVZbFNCSlNrdHFwVCtmZjR0MkhjclFCVDNQVTFwU3ExclBNMlB0cjVxeS9BZDFhdHBlL2R1ZFVXUGJucTI3cW1mcnJ0cDBZSXMrWC9LZHJpM3JBVmhnSzlMMnNwNTgxd3k4VENPN0QvVjVqdFlKTFdRMm1oVWVacEhUN1pUSllLcjB2ZEFpb1pra3llMTJ5ZTQrK3IwMnNFTS9YZEkzK0N2MkFnQ0F3Q0NBQXdBQWxUaWNKZDVlYS8rZC80WCtPLytMT2gzdmtVZngwZkZxRmhLbTg3dWY2MWNBWjNXVUJqTmhwdU1iOGxxZElaMEdLQzNKOStxVzVZcnNWcjA0L1UxSjBrVzlSK3FzYW9ZeEhpdTZtc1VubnJuODBXcERONnVqMkx2d1Fkc21xVExJb05kbnZhK2ZWcy9XeEVGWDZMcEJWL2hWWTNKMG9zOWhwNnQycmRYc0RmTXFiWE81anc1YlBSNmg1bEE1bkE2dHlkaWcreWM5b1dldWVLelNnaHl2L3Z5ZU1uTVBLVElzUXBmMHVVQUx0aXpWdnV4TTdjODVvRDNaKzlVaHBhM3VHbkdUdDczYjQ1YXQ3T3NjRSs1NzhZNXlacE5aZnhsNWE1WHRGM1FmVnFmWGtWRzI4bWhhY3UxaFhia3V6VHJxbitNZjlqNlBqNHpWaXhPZTFMTHR2MnQwcnhFMUh2dkUyQWNsU1dOZW1TaGJpVjEvSC9OQXBRVWh4cDR4U3YzYjlaWGI3WkhCSUlXWVE5UXNOcVhheFRNQUFNRHBnd0FPQUFCVXNpZDduL2R4ZFpQOVYrU1JSeDZQcDlLMmhNZzRQWGZGNDhvdXlxbTFGMWk1OHNVYUxLRW5iM1hJNXZGTjFUeSthYTN0amxRWXhwcWExRklEMnZjN3J1dVZ2OWFmMTgyVncxbWlzenVjcWNTb2VHM04zS0dIdm5oS2t2VGRmZjlUZUloRkprUHBzTlJQRjMydGpPejkrdHZvNm9kNU90MU9mVFQvYzgzYnVGQ3ZUbnpXNTRxMEk3b1A4UVp3bHBBd0pVY25LVElzWEpGaEVZb0lEVmRFV0lUMzhZNUR1N1Y0MndyRlJrVHJnUXZ2Vkhob3VNSkRMUW9Qc1J4OUhHcVIwV0RVRzdNKzBJOS8vS0xkV1h2MDk2K2UxanMzL1ZzbW8wa0x0aXpWL1BUU0liZEZkcXNlL3ZLZlZXcnEzYnBicGVkSENySzljOEFsVkRQazFsOWpYcGxZcC9iMnN1R3FzemNzMEx6MHhiVzBydXoyWWRkcmRPK1JrcVRFcVBoYXd6ZC9KRVlsZUh2MEFRQ0F4b01BRGdBQVZMTHJjSVlrS2NSazF0VDdQcEhaNVB2dHdvdzF2K3JWbjkrdHNqMGxObGtwc2NsVmJ0MHVZZ0FBSUFCSlJFRlVWaTcxcFR5QTI1SzVReWJUWE8vMm5RZDNTNUp5aS9QMTgvcTVsWTdadUdlelgrYysxU1l2bWFMTTNFUGFuNXVwMjRkZFgyVy93V0RRbjBmZW9taExsQ1l2bWFKNW14WXAzNXF2ZjR6N3F5SkN3eXUxemJQbWE4NkcrY29weXRNVDN6eXZsNjU1cXNwUVVFbnEzYnE3WHIzdWFhWEVOcWx4QlZCSm1yWnFoaFp2VzZFd3M2WFdzUEhQSTI2Um84U2h1WnNXNnE0UnQzam5zMHVxSmtDS0NBMVh5NFRtYXAzWVVpMFNtdXFjanYwcjdTOGZ5bXcwbW53R2lmNm82N0RpY2k2M1V5NjNzMDdIbEJ6VC9uQitsblpsN2ZIcjJQS3djY2ZCWFFyM2M3WFVQbWs5WkRieTlod0FnTk1SLzhNREFOQkliTnEvcFVydklXYzFnY1NxWGVza1NlMmFwTlVZdnAxTTVVTTBaNnlaN1ozVXY2TE0zRU0xenZkV1g2UWYyS3JNM05LZ2FWaVhRVFcydldId1ZRb0xDZFBIOHlmcmo5M3I5UFd5NzNYRDRLc2tTVjhzbmFyMlRkdW9iMm9QUFRIbVFUMzA1VlBhZVhpM25wMzJpdjU1K1NOVkZuWXdHQXpxVW1FQy93TzVCelZuMHdKTjZEK3Uya1VnZk5YKzliTHZkZThGZjFKTWVMVDN2UGVQdWtNWDlUbGZuWnUxOTdadDE2U05MdXg1bmxJVFd5bzF1WlZhSjdhc05WVGJrcmxEa3RROEx1V0V2cThtMzFVMThQWGx0Vi9lMDdKdHY4dGdNTWpqOFNneUxFSXZUbmhTOGJXRWxPV09EVHVYYmY5RGI4eDZ2MDcxZnI3MFc3L2JUcm5uWTBWWmVIc09BTURwaVAvaEFRQm9KRHdlVDYyOWgyd2xkaTNiL3J1a282dUpCdHFSd214bGx3MER2ZWY4VzJVMEhBMk1kaDdPMExSVk05UTByb2ttOUI5WDZiaU4remJybC9XL25aSWEvVFV2Zllra3FXVkNjM1ZzMnE3VzloTUdqSlhiNDFMR2tiMjZkdERSK2QxK1hqZEhIODh2N1VFMy9zeUxkZmZ3bS9YYUwrOXI1YTQxK21EZXBHcDcxcFhMT0xKWGozNzVMMlVWNW1odHhrWTljL2xqdFFaZWVkWjhQVG5sQmVWYTg3VTVjN3NlSDNPL09qZnJJS2wwR0hMRjhFMlNRczBodXYvQ08ycDlmUld0eVZndlNlclF0SzNmeCt6SzJxUE5tZHMwdE5QWnNwVDFJcXR1eGRqcWJOcS9SY3UzcjVJazNUWDhKdjJ3K2hkbFpPM1ZtN00vMUhOWFBLN3c0eGp1bkJnVnJ4NnR1dmpWZHYzZWRIazhIcVVtdHFpMHNtOU5qTWFhaDN3REFJQ0dpd0FPQUlCR29tMlRWRDA0NnE1cTk1VVBmZng1M1J6dkFnekR1ZzQrYWRmT0xjN1hYejkvVXBKVTRpeXB0RzlyV2Mrb0Z2Rk5kVkh2OHl2dFc3cHRwYWF0bXFHNDhCaU42alc4MGo2anlWaXZBamlIczBSek55NlFWTGZQM1RVREw1UEg0L0hPSWVmeGVKUlZjRVNTMURRdVJaSTB1dmRJcFIvWXBwL1h6ZFczSzM1VXUrUlVqYWhtSmM1dEIzZnFzYStmVnA2MVFFYWpTU083RGZXcnQxbHNSSXdtREJ5djkrWjhvc1A1V1hwdzhqOTA5L0NidmZPZjFjV2VJL3UwWWY5bTdjN2E2dzBLc3dxeXRXTG5Ha21sd3l6OXRUOG5VeS8vOUk3ZW1mMnhQci9yUGI5RHM4T0ZSL1QwMUplOUFkam9YaVBVdFVVblBURDVIOXEwYjRzZS8rWTUvYi94ZjZ0Mk1ZMmFET3pRVHdNNytEZEhZUGtpRE5lZGMxV2xSUmdBQUVEalJBQUhBRUFqWVFteHFIMUtHNS83YzYzNStuVFJONUpLZTcrMThHTUJBMzg1WFM2dDI3T3AybjJMdGl5WFZMZWVVZlhSclBWemxWT1VKNVBSckF0NzFHMmx6b3FMVlJ6TVB5eEhXVWpaS3JHRmQvdGRJMjVXK3Y0dDJuMWtuOTZjL2FIT2JOdW4wc3FaRy9kdDF1UGZQS2NpdTFXaDVoQTlkdW45R2xpSEJTWEduVEZhclJLYTY1bnZYNVhWYnRWcnY3eXZ6UWQzNkM4amJ2RVo0bGtkeGRxYXVVUHArN2RxMDRFdDJyQjNzL0tMQ3lTVkJxcmxBZHovRm53aHQ5c2xTMGlZQnJVL3krK2F5dWNHZExsZGZvZHZ1dzVuNlBFcHp5dXJNRnVoNWxBOWV1bDlNcHZNYXAvU1JvOWVmSy8rT2UwbHJkKzdTWGYvN3hFOWV1azk2dEtzWSswbkJRQUFPRUVFY0FBQW5PYk83bkNXV2lXMlVHUm9aSTN0WHYvNWZSV1VoU2NUQjExNVVtdUlpNGpSTTFmOHZkSzJNSE9vaXV4V3pkOWNPbXl6YjV0ZUozeWRRbHVSZDlWTGYrVVg1M3NmRjl0dGxWWkY5VWRzUkxTTUJxT21yUGhSa2pTbzQxbEtpajY2U0VGWVNLajNjWkhEV21XaGhXT3RMd3NxTFNGaGxVSlFTMGlZSGh2emdQNzUzZi9wZ1ZGM1ZncmZmdDB3WDYvKy9LNGN6aEpGaElicnFjc2VWczlXWGV2ME9pU3BYNXZlZXUyNnAvWGt0eTlxZjA2bVpxNzVWWHVPN05NVFl4NVVmR1NzcE5LZWZtL08ra0NiRG16Vm5pUDdxcXlDSzBtcGlTMDB1Tk5BU2FVQmEzbFB4Y3ZQdkVSUmxwcS9EeXZLS2NxVkpDWDVzV2hEc2NPbUtTdW42L01sMzhqcGNpa3NKRXhQalg5SWJaSlR2VzBHZHVpbmY0NS9TRTlQZTFrSDh3N3B2azhmMXdVOWh1bnFnZVBWckt5M0lRQUFRQ0FRd0FFQWNKcExqazZzZFlMOHp4Wi9vMFZibDBtU1J2VWFvVTdOYXArL1RKS09sQVVrNWxvbStqY2JUZFgydnZ0bStmZXlsZGhsTUJnMG9PMFpmbDJ6bkxPc2w1aWh3clovejNoTFM3YXVyTk41S3ZwNHdlZjZlTUhuZFRybXJSdGVVSWdwUkZhSFRaSTB0dStGbGZaWERIWSsvRzJTSnZRZkswczF2Ym1jTHBkMlp1M1dSL05LcjM5R1dpOFpEWlhuQkV0TGFxWDNiM25GdTdDQzIrUFdoL01tNlp2bFAwaVNrcUxpOWRSbGo5VFkwN0c4VjFtSXVmcTNnYTBUVytyVjY1N1cvL3YyLzdSeDMyWnQySnV1ZXo5N1RQOGMvN0RTa2xzcjFCeWlEZnMyYTIvMi9xUEhKTFZVNzFiZDFUTzFxM3EyNnFyWThOSndjTW5XbFhyMmgxY2tTYTBTV3VpcUFlT3FYQytpd3VlaTJGRmNLYUE3a0hkUWt0UXN0b25QMTdQbnlEN04yYmhBUDZ5ZTVRMlFtOGMzMWFPWDNGdnRQSHhudHUyak42NS9UaTlPZjFOYk0zZm81M1Z6Tld2OVBBMXMzMDlEdTV5dE05djJxUlNTRnRtdGV2TGJGM3hlMzVmeUlQaXpoVi9xKzFVejZuUnMvN1o5ZFVYL01YVytKZ0FBcUw4STRBQUFhT1IrL0dPV1BsMzRsYVRTc09pMmM2K3IwdWIzWFd1VVhaZ3JTMmlZTE9Zd21Vd21IY3JMMHJUZmY1SWtOWWxPcXZiY0pxTkpBenYwVTZ5bDZpVDArM015OWNtaXJ5VkpaeDB6bkxJNlRyZFQrN0l6RlI4Wks3ZkhvL25wcFlGaFhFU3MveTgyUUZLVFdtclNuZS9vajR6MTZ0YXljNlY5c2VFeEd0TDViTTFQWDZ5NUd4ZHE3c2FGdFo0djFCeWlLd2RVSDhDVWgyOUZkcXVlL2VFMXJkenhoeVNwWFVxYW5ycnNZU1ZISFExYkYyMVpMcVBCcUxqSUdFV0VSdWhJWVk1bXJwMGpTV29hayt6eitySGhNWHIrcWlmMDcrbHZhdjdtcFRxWWQxajNUM3BDNzkveWlwS2lFelNpK3hEdE9iSmZaNlQxVXArMEhrbzRabFZSVzRsZEg4K2ZyS20vbHdaUENWSHgrdGZsanlqVUhGTGxXc2t4U2Q1VlNxZXVtcUhMenJ4RUpvTlJ1N0wyYUg3Wm9oWnRVOUlrU1U2WFUzdHpEbWpYNFF5dDM1dXV0Um5ydGZ2SXZrcWZ0N0g5THRMVkE4YlYyTk93UEdUOGFmV3ZtclQ0YStWYTg3Vm82M0l0MnJwY1JxTko3WnVrcVdPenRtb1IzMXg5VW52NEhEN3RqOTFIOWtrVmF2UkhpN2hteDMwOUFBQlFQeEhBQVFEUWlQMithNDNlbVBXK0pDazgxS0ovakgxUWtXRVJWZHF0MmIxQlh5NmI2dk04Z3p2MXIzWjdtRGxVLzIvY1E5WHVtL3I3RE5uTFZtVWQzKy9pV21zMUdveTY3N08veStvb3JyUzllNFZWS2UrLzhBN2RQYUxrMkVNREtyNHNBRFFaVGVxWFZ2MHcyZ2N1dkVNcHNVbGF0bjJWc3ZLUHlPMXhWMmxqTUJnVUdSYXA5aWx0TkdIQVdPOHFwTDRZRFVZVldFdDdmQTNzMEU4UFgzUlBsWG5TNXFZdjBvS3lFT3RZdzdzTnFmSDhZZVpRUFhicC9VcjY3Vk45dStKSFhYYldKZDZodFZjUEdPL3p1TzlYemRUa0pWT1VVNVFucWJUbjJ6L0dQZWh6aUtjbEpFem5kQnFnQmVsTDlNM3lIN3k5K2NvWkRBWU5LUnZPT25QdFhPLzNhMFh4a1hFYTFmTThYZFQ3L0VyRGYydGlOcHAxYWQ4TGRINlBjelYzNDBKTlh6TkxXek4zeU8xMmFVdm1kbTNKM0s2T1RkdHBkTS9oZXU2cXgvMDY1OG1TR09YZmF3QUFBQTBIQVJ3QUFJMVluOVFldXJUUGhmcHA3U3o5L2RMNzFiWkpXclh0MmpWSjlmWlNxaWcySWxvanVwK3JzZjFHMS9uYVZ3OGNyd1ZibHFwTlVpdjFUdTFlYlp0dUxUdnJwV3VlVWtSb3VJd0dvem8zYTY5VnU5ZEprcUlza1JyVzVSeWQxL1djby9XRTE5eUxMbGpDUXkyNmRlaDF1blZvMWQ2RkozTE9mMTMraUdhc25hTXIrMTlhWmJpcUpLVWx0ZFpDdzFMdjE4MW9NS3BKYkpMR25ERmE1L214VXF2QllORHR3NjVYLzdaOWZYNk5qdVgwdUwzaDI4aHVRM1hYeUp0cm5mZnUzdk52azlsbzBxcGRhNVJYRmlvYWpTWTFqMHZSTlFNdjh3NGxIZDE3dUthditVVzdzL2FwWFpOVTlXamRWUVBhbmFGdUxUcDVld2JXbFNVa1RLTjZEZGVvWHNOMUlQZWdsbXhkb2JWN04ycnpnZTI2NzhMYlpRbTFxRzlxeitNNk53QUFRRG1EcDdxWmN3RUFPTVZlblAydVhwajlyaVRwdWtGWGFPS2dLNEpjVWVPeTQ5QXVuK0ZiUlc2UFcwNlhTMjZQV3dhRFFXSG0wRnFQcWNuYVBSdVZGSldnNW5WY2NkWGxkaDEzNE5JWXVkeWxYek9qd1hoS1BtLy9uZitGK25mb0c1QVZSdk9LODJVSnNaenc5eDRhajA4WGZhM1B5b2E3UHp6aWRqMDA0dllnVndRQWFJem9BUWNBQVB3SzM2VFNIbFNoNXFvOXJZN1g4YXpVS1lud3JZNU1ScE5NT25XZnN4dUhUQWpZdWV0ckwwY0FBSUNhbkx4MzBBQUFBQUFBQUFDcUlJQURBQUFBQUFBQUFvZ0FEZ0FBQUFBQUFBZ2dBamdBQUFBQUFBQWdnQWpnQUFBQUFBQUFnQUFpZ0FNQUFBQUFBQUFDaUFBT0FBQUFBQUFBQ0NCenNBc0FBT0JZZWRaOFpSelpGK3d5QUFDbmdUeHJmckJMQUFDQUFBNEFVUC9NV0ROYnM5Yi9GdXd5QUFDbkFhZkxHZXdTQUFBZ2dBTUExQTloNWxBWkRVYTVQVzQ1M1M0NTNhNWdsd1FBT0kwWURBYUZtVU9EWFFZQW9KRWlnQU1BMUF2bnREdFQ1M1VjcU8xWnU0TmRDbER2aFNaMlZXaDRpaVRKVWJoZmp0ek5RYTRJcVAvU0VsdHBjTHV6Z2wwR0FLQ1JNbmc4SGsrd2l3QUF3TzF4cThCV0pKdlRIdXhTZ0hydnRubXpaSE9XOWhLTkNnblJPME9HQjdraW9QNExNNFVxSmp4S1JnUHIwQUVBVGoxNndBRUE2Z1dqd2FqWThHakZLanJZcFFEMW5rR0dvNDhOQnFWRUp3V3hHZ0FBQU5TR1gvOEFBQUFBQUFBQUFVUUFCd0FBQUFBQUFBUVFBUndBQUFBQUFBQVFRQVJ3QUFBQUFBQUFRQUFSd0FFQUFBQUFBQUFCUkFBSEFBQUFBQUFBQkJBQkhBQUFBQUFBQUJCQUJIQUFBQUFBQUFCQUFCSEFBUUFBQUFBQUFBRkVBQWNBQUFBQUFBQUVFQUVjQUFBQUFBQUFFRUFFY0FBQUFBQUFBRUFBRWNBQkFBQUFBQUFBQVVRQUJ3QUFBQUFBQUFRUUFSd0FBQUFBQUFBUVFBUndBQUFBQUFBQVFBQVJ3QUVBQUFBQUFBQUJSQUFIQUFBQUFBQUFCQkFCSEFBQUFBQUFBQkJBNW1BWEFFQ3l1MXphbkpPbHpLTENZSmNDQUdnQW5HNVBzRXNBQUFCQUhSREFBZlhBdWlNSDlkYmFsVHBTYkExMktRQ0FCc0RoZHNrUTdDSUFBQURnTndJNG9CN1lVNUN2ZllYNXdTNERBTkJnZUtTeUNNNUFGQWNBQUZEdkVjQUI5VXlMeUdpMWpZMFBkaGtBZ0hwczJjSDljcmlja3FSd00yL25BQUFBNmp2ZXNRSDFUSjhtelhSejE5N0JMZ01BVUkvZCt1c1B5aTRMNEV3RzF0UUNBQUNvN3dqZ2dIb214R2hVVkVob3NNc0FBTlJqRERvRkFBQm9XUGlWS1FBQUFBQUFBQkJBQkhBQUFBQUFBQUJBQUJIQUFRQUFBQUFBQUFGRUFBY0FBQUFBQUFBRUVBRWNBQUFBQUFBQUVFQUVjQUFBQUFBQUFFQUFFY0FCQUFBQUFBQUFBVVFBQndBQUFBQUFBQVFRQVJ3QUFBQUFBQUFRUUFSd0FBQUFBQUFBUUFBUndBRUFBQUFBQUFBQlJBQUhBQUFBQUFBQUJCQUJIQUFBQUFBQUFCQkFCSEFBQUFBQUFBQkFBSm1EWFFBQUFQQXQzMkhYOXpzMmEvWGh6R0NYZ25va3oySDNQajVRbEs5eFAzd1J4R3BRbjFqTVpqVUpqMVNJeVJUc1VnRFVjNTNpazNSWit5NUtzSVFIdXhTZ1VTQ0FBd0NnSGx0eGNKKysycnBCTnBjcjJLV2dIdkY0SkJra2d5U1BEQ3B5T1lOZEV1cUpJcGRUV2ZaaUdXUUlkaWtBNnJtTk9WbUtDUXZUVlIyNkJic1VvRkZnQ0NvQUFQVll2c05CK0lZcVBBYkpJRSt3eXdBQU5HQk90MXZadHVKZ2x3RTBHdlNBQXdDZ2dlaVQzRXpqMjNjT2RobW9CNXh1dHpLSzhwUmpzeXZTYkthdkU3UXROMGRMTS9kS2tnWTJiYVdMMm5RSWNrVUE2cXZGKy9kb3h1NXR3UzREYUhRSTRBQUFhQ0NTdzhQVlA2VkZzTXRBUFRGSXJZSmRBdXFSWHpKMmVBTzRacEZSM0NzQStMUy9zQ0RZSlFDTkVrTlFBUUFBQUFBQWdBQWlnQU1BQUFBQUFBQUNpQUFPQUFBQUFBQUFDQ0FDT0FBQUFBQUFBQ0NBQ09BQUFBQUFBQUNBQUNLQUF3QUFBQUFBQUFLSUFBNEFBQUFBQUFBSUlBSTRBQUFBQUFBQUlJQUk0QUFBQUFBQUFJQUFJb0FEQUFBQUFBQUFBb2dBRGdBQUFBQUFBQWdnQWpnQUFBQUFBQUFnZ0FqZ0FBQUFBQUFBZ0FBaWdBTUFBQUFBQUFBQ2lBQU9BQUFBQUFBQUNDQUNPQUFBQUFBQUFDQ0FDT0FBQUFBQUFBQ0FBQ0tBQXdBQUFBQUFBQUtJQUE0QUFBQUFBQUFJSUFJNEFBQUFBQUFBSUlETXdTNEFhRXhLM0M3ZE4vOW5iYzNOOXRubXUrM3ArbTU3ZXFWdExhTmk5Si96TGxLbzBSVG9FZ0VBQUFBQXdFbEdEempnRkFveG1qU2dhWXM2SHplMFJTcmhHd0FBQUFBQURSUUJISENLRFc2UmRoekhwQWFnRWdBQUFBQUFjQ29Rd0FHbldGcDByTnJHeEh1ZmUrU3Awc2JqT2JxdFZWU00yc2JFblpMYUFBQUFBQURBeVVjQUJ3VEJ4VzA3Vm5wZU1ZUXJmV1R3UGgvV3F1NDk1Z0FBQUFBQVFQMUJBQWNFd1JuSnpSUVRHdVpqcjBjeWxNWndrU0doNnAzVTdOUVZCZ0FBQUFBQVRqb0NPQ0FJWXNQQzFDc3BwZlNKcC9URFUvYW4vTGtrdFkrTlY3UEl5R0NWQ1FBQUFBQUFUZ0lDT0NBSUxDYXpPc2NueVdRd3lHQXdWQnh4S2hra2c4RWdvOEdnZHJFSmlnMjFCSzFPQUFBQUFBQnc0Z2pnZ0NBd0dneHFINWVneUpEUTBnMmVZejRraFp2TjZwblVSR1lqLzB3QkFBQUFBR2pJK01rZUNKSTJNWEhlZWVDOHZlREtlcjlKcGIza09zWWxCckZDQUFBQUFBQndNaERBQVVFU0YyWlJ0NFRrb3hzcTlINlRwRzZKVFpRVUhuSEs2d0lBQUFBQUFDY1hBUndRUkNOYnQvVzViM1JxKzFOWUNRQUFBQUFBQ0JRQ09DQ0llaWFsS01sUzJzdk5VTDRnZzZUNHNIRDFiZElzbUtVQkFBQUFBSUNUaEFBT0NMTHpVOXRWMlhaTzgxWkJxQVFBQUFBQUFBUUNBUndRWk1OYXBzbGlNbnVmaDVsTU9yc1pBUndBQUFBQUFLY0xBamdneU9MRExPb1lmM1MxMDVaUk1Xb2FFUlhFaWdBQUFBQUF3TWxFQUFjRVdZUTVSRjBUa3J6enYzV0lTMVF5cTU4Q0FBQUFBSERhTU5mZUJFQWdtWTFHZFloTlVLUTVSQTYzUyszakVoUnFNZ1c3TEFBQUFBQUFjSkxRQXc2b0I5ckV4aXZSRXE0SWM0aTZKU1FIdXh3QUFBQUFBSEFTMFFNT3FBZGFSc1dvUTF5Q3NvcXRhaGNiSCt4eUFBQUFBQURBU1dUd2VEeWVZQmVCa3l1M3VFRHp0eTNUL3Z4RHdTNEZkYkRYN3BIVEk2VlpETUV1QlhXVUVwV29jenNNVUh4RWJMQkxxZGJod214TlhqbE5Xdy92Q25ZcE9BNVdoYW5JVkxvd1M1akhyaGgzWVpBcnd2RktTMmlwYTg4Y3EyWXg5Yk9uODRIOHcvcHExWS9jS3hvb204SlVVSGF2Q0hjWEs4cGpEWEpGT0Y3Y0t4Qm9GZDliY0w5b3VOSVNXbXJDR1plb1pWelRZSmNDUDlFRDdqUzBlTWRLL1czcWM4b3F5Z2wyS2FnRGp3d3lHQ1NSaVRjNGNlRXhlbUhNdzdxODk2aGdsMUt0K2R1VzZhVTVINmpJVVJ6c1VuQWNQSklNTXBROTlvaUl2dUd5bU1PVUhKV2dHL3BmRnV4U3F2WExwdm5jS3hxdzB2dURzY0pqTkZUY0t4Qm92TGM0UFZqTVlRb1BDZFBkUTY0UGRpbndFd0hjYVNnajl3RGhXd05ra0tmMGYwTTBPTG5GK2RxUmxSSHNNbnc2WEpURG0rUUdyUHp0OGRISGFLaHNUcnNPRm1RRnV3eWZEaFprY2E5b3dFcC9tT1plY1RyZ1hvRkE0NzNGNmNIbXRHdC9IcVBlR2hJQ3VOTmN1eVpwNnRHcWE3RExBRTVMNmZ1M0t2M0ExbUNYVVNkOTAzcHFXSmR6Z2wwRzBLZ3MzcnBDUzdhdENIWVpkVEt3L1prNnU4T1p3UzREYUZTNFZ3RHd4NnBkYXpSMzA2SmdsNEhqUUFCM211dlJxcXZ1SEg1anNNc0FUa3VmTHZxNndRVndyUk5iNnZ3ZTV3YTdES0JST1poL3VNSDlVTjB1SlkxN0JYQ0tjYThBNEk4aWV4RUJYQU5sREhZQkFBQUFBQUFBd09tTUFBNEFBQUFBQUFBSUlBSTRBQUFBQUFBQUlJQUk0QUFBQUFBQUFJQUFJb0FEQUFBQUFBQUFBb2dBRGdBQUFBQUFBQWdnQWpnQUFBQUFBQUFnZ0FqZ0FBQUFBQUFBZ0FBaWdBTUFBQUFBQUFBQ2lBQU84TU9Xek8xeXVWM0JMdU9rT0ZLWXJVMzd0eWo5d05aZ2x3SUFBQUFBUUtOQUFBZlVZdWJhT2JyM3M4ZjF5b3oveU9QeEJMdWNFelozNDBMZDk5bmordXZrSjROZENnQUFBQUFBallJNTJBVUE5VjFHOWo2NTNTN04yakJQa1dIaHVuUEV6WlgyLytuRCszVXdQK3U0ei8vWGkrN1c0STRES20zN2RjTUN2ZjdMZTNVKzF5ZDN2S1hZOEpqanJnVUFBQUFBQUp4OEJIQkFMVzRiZXAwTzV4L1IvUFRGbXJwcXBxTERvM1hkb0N1OCs0dExITEtWMkkvNy9DNVgxYUd0VG8vVGU4NklzSWdhai9kNDNDcDIyTXFlSE4yK2NPc3kvYngycmlMRHd2WEl4ZmNlZDMwQUFBQUFBT0RFRU1BQnRUQVlEUHJiNkx0MUtEOUw2ZnUzNk5ORlh5c3VJazRYOXhsWnFkMmZobDJ2YzdzTTh2dTh0My8wb0Fwc2hUVzJpUTZQMWpkLytiREdOcHNQYk5jOW56NWFaWHRtemtFdDM3NUswZUhSZnRjRUFBQUFBQUJPUHVhQUEvd1FhZzdSUDhZK29JU29lRW5TRjh1K3E5THJMU0kwWElsUjhYNS95R0FJeGtzQkFBQUFBQUNuR0FFYzRLZkVxQVE5TWVaQmRXemFUcTljK3k5WlFzS0NYUktBQnNUaExKSFZVWHgweURoT0NWdUpYUTVuU2JETEFQekd2U0k0dUZlZ0liS1YyR1YxRk12dWRBUzdsRWFsMEZZVTdCTFFRQkhBQVhYUXRVVkh2VDd4V1NWSEp3YTdGS0JCSzdKYk5lYVZpUnJ6eXNTVCtnUFB1ajBiOWVHOFNmcnhqMWwrSDdNdkoxTWZ6cHVraitkL2Z0THFxTTQ3Y3o3V3VGZHYwTVIzN3c3b2RZNzFsMDhlMVlTM2J0UFNiU3RQNlhVRFlYZldYajN5NWI4MEwzMnhuQzVucmUxWDdscWoyejkrVUcvOSt0RXBxQTcrMnJSL2kzS3QrWDYxM1had3AyNzc2QUc5T1AzTkt2djJITm1uMno1NlFNOTgvK3B4MTNLNDRJaisvTWtqK3ZNbmoraGczdUVhMitaYTgzWC9wQ2QwLzZRbnRPM2d6dU8rWm0yNFY1dzQ3aFduUDF1SlhkZStmYnV1ZmZ0MjdjL0o5Tm51MDRWZjZkcTNiOWZic3o4K3J1djhhK3BMdXZPL0Qybmx6dFYxT3U3TldSOXF6Q3NUOWNMME40N3J1djY2KzM4UGE5eXJOK2pGSHdON25Zb081MmRwd2x1M2FjSmJ0eW0vdU9DVVhUZFFacTZib3hlbnY2bjFlemZWMnRidGNldTczMy9TeEhmdTFLOGJGcHlDNm5DNllRNDRvSTRNcDNEb3FNdmwxSW9kZjlUWVpsK3U3emNkUUgzbDhYaTh3N2c5RlZjUE9VR2JEMnpUVjh1bXFXdUxUbFhtYWZUbFlQNGhmYlZzbW93R28yNGFjdlZ4WDl2bGR1bUxaZCtwVy9QTzZ0cWlrMExOSWNkOXJwTXBNKzlRME40Z0Z6dHNLckFWS0wrNFVQbkZoU3EwbGY2ZGI4dFhibEcrc3EyNXlpM0tWVTVSbm13T216Njk4MjBaRGI1L04vajE4bW42WS9jNmJUdTRVLzNhOUpiWlZQUGJtQTE3MHBXWmUwZ3pjMzlWMXhZZGRVSDNZU2Y3SmFLT05oM1lva2UvZWxveDRkRjZhdnhEYXBPY1dtTjdXNGxOR1ZsN0ZSVVdXV1dmM2VsUVJ0WmVoWmxEajdzZWg3TkVXek4zU0pKS2FnbHFTcHdPYmR5M1daSlU3Q2crN210eXI2aUtld1hxeXUxeEs2c3dSNUxrZFB2K3QxdG9MMUpXWVk3eWJjZjN2WjJSdlU4WldYdnIzT09weEZsUzJxdXk1TVI2cHUzTHlkU1NyU3ZVTzdXNzJqVkpPNlUvaC9oUzVDaFdUbEdlSk5YNmIrdGs4M2c4S3JKYlZXQXJVRjZGZTBXQnJVQjUxbnpsV1BPVVc1aW5iR3VlY3EyNTZ0Q2tqUjRmKzZEUDg3azlibjI1ZEtyMjUyUXF1ekJIejEvMVJLMDFMTjY2WE5ZU20xNzc1VDIxUzBsVFdsS3JrL2tTY1pvamdBT3FVV0FyckhabDAyaEwxQ2tkZW1wMUZPdnhiNTQ3WmRjRGNQd1diMXVoVHhaOEpVbDY3Tkw3TkxUejJVR3VxUFNIa2lKN2FWQVFiWWs2b1hQOXRtbVI4b3NMVk95d3lWWmlsODFwbDYyazlMSFZYcXdpZTVHSzdGWlpIY1Vxc2hlcnlHNlYyMTExbGVlYVpCelo1L09OYkZaQnR1WnVXaWhKbWpCZ3JDSnJXU0Zha3E0YmRMbisyTFZXbXc1czFWdXpQbExucGgyVW10U3lUalhoNUNxeUY4dnQ4ZWhnM21IZFAra0pQWHpSUFJyWW9aOGs2ZTNaSDJ0Zjl2NUs3UXZ0cFQvMDdzN2FvNzkvOVV6bGM1V1VmbS92eXo1UVpWKzUrMGJkVVdPdjlZby95dGIyZzIzRlh4YlVGUDdVaG5zRjl3clV6dWx5S3ErR1FOamhQUG8rUGIrNFFFZkt3cmhqMmNxR1pwWTRTM3kyS1JjYkhuM0tBNlhhVFB0OWhxYXRtaUdqMGFSUDduaFR5VkhCSDRXVGJ5Mzl1cGhOcGhQNnVhaklidFdDelV0VlhHS1QzV0ZYY1luTmU2OG9MckhMNnIxUFdMMGZ4WTVpZVR6Ky8rSzJ0bCtXTE55eTNOdUQ4a1kvZmdsck5CajEwTVYvMGUwZlBxZ2l1MVhQVG50WnIxLy9QRk1Ud1cvMTZ3NEQxQk52emY1SWN6Y3VyTEw5MFV2dXJkTktweWZLYURBcUxibDFqVzNzVHJ2MlpSODRSUlVCdm0zY3QwVnVqMzgvUkZXYzIyamp2czBLcWNNYjNzN05POGhzckgvL2ZVMHZHL2FhR0ptZ1FSM1BDbkkxcFE3a0hKU3JyR2RBU215VEV6clh6TFZ6OU1mdWRYVTZ4bVEwS3lZOFVqR1dLRVdIeDVUOVhmb1JZNGxXVEhpMG9pT09QbTRXbCtMelhGTlcvaWlueTZXa3FIaGQwdmRDU2FXL0NTOHVxWG1lckx0RzNxejdKejJ1RGlsdEpVUHBMelo4aVFnTnI5UHJROTMxUyt1bDU2NzR1eDZmOHJ5c2RxdWVtdnAvdW1udzFicHF3Rmh0M0wvWjJ4dnRXRVYycTFidVdsUHRQcXVqMk9lK3V2UlVNeHROTmU2ditET2YwWFQ4QVJ6M2lxcTRWK0JZNlFlMjZzSEpUL3JWMXA5MkM3Y3MwOEl0eTJwczg5STFUNmw3eXk1K1hWTXFEWHMzSDlnbWs5R29BZTM3K1gyY3Yyd2xkczNhTUUrU05LampXZlVpZkpPa1BkbDdKVWtwTWNrbjlNdUlVSE9JM3Y3MVk5bXI2ZlJRODNIL243M3pEb3ZxNk9Md3V3VVdkdWxGUVJGN0YreTk5NjZ4OTVqRWREVmRZeElUWXhKVHJFbU1NVDJ4eEtneDl0NTc3d1VzSUNBb1RVRTYyNzgvZGxsWjJJVUZOQ1pmNW4wZUgzZnZuWms3QzNzUGQ4NmM4enZPWmh2aGpvZXJtK20xMHYyQnJUQWY4M0Qxd04zVkRhUFJhSGVENWM4VEd3Qm9XN01sZFFKckFLWU5pYUxrVVZUT1NwN3VNSnB2ZHYxRTNhQTY1R3JWR0l3R20yMmxFcWx3emdtcytPZXRZQVFDZ1FXVmk0ckZUODBtTGlXZSs5bjM4WEIxSjlqWGVrZjJXbndrcnl4NzV6SE5VQ0I0d0R1clA3WVpPVm9jMDFaOVhLTDJxeWY5aEtmU284VFhlWlRjdWhkbldYRDJiZEx0a1RrSUw4V0dsU2dxMXBEUFl6RGhwMWRMZEszbVZSdFpwVzMwRE9tTWw4b1RsY0lWcGJNU3BjSVZWMmRYbE02dUtCV3VLSjJVYVBVYWZqMjRrcWprR0FLOXlqTmowRnZGcGhnNndyM01WRGFmMnduQWt4MUdXbElPWTFOdTg5elBiemcweHVXNGNKNHZwdTBpYXlrU0FBQWdBRWxFUVZSZnIveUttMHZoVkVmQnc2VitVQjNtakp6QnUzOStRbHAyQnI4Y1hJRkdwMkh1cUptRkZqSGhkNjd6N3VwWjFLbFFpOCtHdjJkMUxqbzVsdGQvbjA3MThsV1lPMnFteld1NU9ya1VPUmQ5dnNncjUySlNXZk52TU1nbHBidkhoYTBRdGtMZ0dGSko4ZEZWZWM4Y0NpY0Y5dUpYdFhvOWVvTU9xVlNHY3pHYmZWSkowVTc0Z29UZHVjNnNEZk54Y1ZLdzRmVmxKZXJyQ0h1dUhDQmJuUTNBRTJabjhxUGdqK05yV1hsc25jUHQ4MUorNzl4UFpPQ0NjU1c2MWxNZFJqR29hUjhBbkdST0RHbldsK1QwZXlnVlNseWRYY3gyUW1uNjMyd3o0dE1TK1huLzc2VG5aTkNzU2tQZUdmRGFRN24vanQ0NHhmV0VTR1JTT2M5MEhHMDV2djNDUGhidSt0R2hNYlpmMk1QMkMzdnNucTlXcmdxTG41cGQ1cmtLL244UURqaUJ3QWJUK3IzQ3RINnZXTjRQWFRpQmpMOVJGNlZuZzg1VytpUExqNjVtWDlnUk90ZHJ5N1IrMWcvR3RRT3JzMlBxNnI5dGJnS0JQWnBVRGtYalFCV3V4UFM3eEtiY3Rqb1c3QmRFT1FkM2R2UFNRd3hHUXlHSG45YjhVR2d3R3EyaUZ5UkljSFV1ZWlGZUZwWWUrZE04TnhsOVFoM1RuaXNOaG56YWVTV2xwUDNVZXV2ZDM4NzEydEc1WGp1NzdZOUZuT2FySGQrVG1wV0dWQ0tsZGMzbUJIamFqMUxSNlhWY2k0K2dmbENkWXVleSt2ZzZORG9OMWNwVm9YdjlqbzUvQ01FL2xocmxxekp2MUVkTVcvMEpBTDBhZHJXNTJGWXBWUGk1ZWVPcjhpb1VkYVJTS1BGejg4Wkg1VjNxaUtRc1RiYmx0Y0twYUFlY3p2REFPU2lYbFd5aG5vZXdGY0pXQ0J5alhzVmFSVHExc2pVNURQcHlQQURmUFBsWm9RM3FQQmJ2K1pYMVo3YlJzVTVycTJmN3g0M09vT05HNGszcUJ0YXllVjZqMC9MSDhmVUFWQ3RYdVVTUmVTV2VpMDVYS250aExJV2QwUmZRMmh6ZmZxVGR0Z2FqZ2RVbk5yTHN5Q3AwZWoxdUxpcmExbTVaWkZyNS9leDA3bWVuRmF2TFpqUWFXWGJFdEg3cTI3QWJRVDZCSmZnVUFrSHBFUTQ0Z2VBaGthM0pLVlpid29vUzZCZm85YVpkZDRWTWhEQUwvcm5NR0R5bHlQTnFuWVkvVDJ6Z1lsd1k3aTV1Wk9SbUFoRGdWWTZrdEdSNmhYVGhpYWE5a1JXVEJwYkhyYnR4dlBEcld6YlBYYjF6M2ZKZ0RsaDJwOGQ5TjVIMEhPdnFpM2tSTndham9jaWQzSGY2djJvenhTUXlLWnBEVjQ4Qm9OUHJlZXFIU1RiN2E4d1BuUms1R1NYYU1mNzUyYS93Yy9jQlRPbTNTMTRvWEEzU0ZuY3o3akhsandjUlJjNXlaMllOZTVkeUhuNE85VmZJSGJNM1dlcHNmdGkvekxJRFhDdWdPcS8yZko0YTVhdmE3Uk9YRXM4WG03L21la0lrUTF2MDU1a09vKzMrM20rbkpyRGx3bTRBbnU4OHpwTHVrcGFkVGlXZmlteDhZM21oUHZIM0UzbGwyYnY0dVhrenR1MXdoOVA4eWlMbUx5ZzVsWHdyc21ETVIrUnExUmFkdG8xbmR4UksvZXZmcERjQUs0K3ZaMmp6ZnNobGNvNUhuT1pHd2sxNmhYWUZUSlVPODFNM3FEYk5xalFzZGc1WjV1Z1NtVlJlckJNdi84S3hwSkV5SUd5RnNCV0MvenBwMmVtY3VubU9FemZQY1NicVBLNU9DbjUvK1h1YmJiZGMyRVZ5K2wwQW91L0cyYlVGZVE2d296ZE9PV3d2QXIwQytPN3BPWmIzZzVyMXBYdElKNGY2SHIxeGl1LzNMckc4RC9LcHdNekJienU4S2VHb3htUmNTanp6dG4xcktYelR1VjViWHVqOEZONHFUN3Q5VHQwOHg3eHQzNUt0eWVYTlhpL1NzUWpab0QxWERuSXpLUVkzRnhWajJ3MjFIRS9MVHFkM3d5NTBEeW5zd0Q5dzlTanp0bjVMZzBwMWVhN1RXSWVpZHFYL2dLSVpnbjhXd2dFbkVEd2tmdGkzbEIvMkxYMGtZNnZOVVVXUE1vSkhJSGhVNkExNkRsNDl4bStIVjVKd1A0bTJOVnN5b2RNWW52blJ0QlA5MWRoUCtXYjN6L3l3YnlsN3dnN3lkUHRSTksvVytKSE1KY2NzN211UG9zN3BEYmIxUFg0K3NNTGhNVXJTSm8vOHd1OEt1VE1CRHVvei9YcHdCUWFqZ1hJZS9sUXRGOHlKaURQOHZIODVzMGQ5K0ZBV2owYWprZDFYRHZMemdlV2tacVdoVWlnWjMzNEUvUnYzdEtzSll6UWEyWHgrRnovdFgyYjVHV1JyY3REb3RMZzYyMzU0LzI3dmIyajFPdHJXYkVuanlpRUFwR1RkWjhJUHIxQTlvQ29UT28yeGlpRFFHL1I4dWVONzFGbzF5UmtwQlB0V0xQUjUxVHFOV0VEL1F5am40Vy8xZnRYeHRaYktocllZMEtRbmNwbWNFemZQc3ZYOGJ1UXlHWko4eVdkR2pPajBlZ1kzNytlZ0E4N2s3UE5VdWhmYk5xOGdCRUJDV21LSlJmcUZyUkMyUWxCNjFEcU5WY280bUNRcHdCUVpiMCt6YjNqTGdReG8waHRuSjZkQ2JaemxUbzljVXpZMU80MC9qcS9sUk9SWnJ0NjVZVlZBd01QVnR0M0pVbWV6NnZpRGxGQ0RRVTl1TVlWS2JHVUYyQ08zZ0I2aW00dktvWlRPSEUwdW04N3RBS0JsamFaRUpkMGlMdVVPbTg1dDU2V3VUenQwN2VMbnBtYmxzWFdzT2JVUnJWNUhSWjlBSm5aN2hxWkYyUE5zVFE2L0hGaGhtWnVMazRMVUFwdXQrY2xTWi9QelFaTTlIdGR1T0o2dUpsbVRrNUZuK1hEZFhEclVhY2x6blo3RTE4M2IwdWR1Um9yRjhYZy9LNDFLUHNKZUNFcUhjTUFKQkE4Sko1bmM0Y2dkc1A5US9kT0I1ZXkrZk1EcVdGNmswTGFMZTloLzlZamRNZC9zL2ZJamMxd0lCQ1ZGbzlPeTU4cEJWcC9jd0ozVUJOeGQzWG1yejBTNk4raEladTZEaGF5cnN3dlRCN3pPbHVENi9IeGdCZFBYZkVZVi8yQ0dOdTlQaHpxdDdUN01WUEVQWnN0YjFndmFTVXZlSVNvNWhub1Zhek5uMUFOUjVyd0YrdUx4WDZBdm9ESDEvbCtmYyt1dVNWQjRaS3RCOUc3WTFlYjF2SlNGZDEzM1hEbkVtYWp6QUhTdjM1SFdOWnZiL1hsc1BiK0wwOUVYVURxNThGWmYyNUV2dHJEM2dGNFVXOC92WW4vNFVRQ2U2VENLUnBWRGVQSE9tMXlOaitDelRWL3kvc0EzUzJTdkNoS1JHTVdpM2I4UWR2c2FVcW1NQVkxN01iYmRVTXREckMxdXB5YXdZUHRpTHNXR0E2Ykl4emQ2dlVURDRQcDIreHk5Y1lxVGtXZFJPQ2w0dnN1RG5mMGxoMWVScmMwbC9NNTFQRnlzcjduNjVBYkNiMThINExXZUx4U0tyamtaZVpadmR2L00yTGJENk5IQXNSMS93Y1BqMkkzVHVMa29DYWxVejI2YmNoNytMSHR4a2RXeDkvLzZuSk9SWnd1MVhmelVIS3ZVcy9BNzEzbHQrWFNINTVPVWxnVFl2cjhMa3Q5dTNVeU9vV1gxcGc1ZlI5Z0tZU3NFWmVPRE5WOXcvbGJKaW5zVXg5UytrK2hhdjRQVnNXTTNUaE9SK0tBWVRGcDJHZ0NIcmgwbjlwNUpQaVBBcXp6ZEc5aE9jZGJvdEZ5TXZVSmtjalFBVitLdWNpWHVxdVY4cllEcUtKeWN1UlFianBQY3llWVlQK3hiU21xVzZiclBkUnBMb0ZlQTNjL3c3ZTZmdVp1WlNwMEt0UmplWWtCeEh4a0FWMFhKTi9TTlJpTmY3ZnllTzZrSk9Nbmt2TnoxYVJMdUp6RnQ5Y2VzUDdNTmYzZGZoanA0ZlhzY3VuNmM3L2N1SlRuOUx1NHVianpUYVNnREd2VW9zakx0bWVnTGZMWGpCeExUa2dGb0ZCekNhNzJlTDdKUXk3TERxMG5KVEtXcWYyWDZOVEpKQWVnTmVuN2F2d3k5UWNlTmhDZzg4OWxUbzlISS9HM2ZrcG1iaGRMSmhSbUQzckpLZzlVYjlLdy9zNDFWSjlZeGQ5Uk11K25RQWdFSUI1eEE4TkNZMkcyQzNZVzdMZXpweW1XcHN5MS9kQXVTcTFVWEU2SGpXQVZLZ2VCUkVuN25PcnN1SCtEQTFhTms1bVloazhvWjFMUVBZOXNPSzNLSHRXK2pIclNyM1lxbGgxZXo5Znh1NW01ZHhEZTdmcUo1MVVhMHFkV1NKbFZDOFNwUWZDSC96blg4L1VTaWttTnNuc3ZEdjBCS1ZVUmlsTVg1Qm5EeTVqbWVkcUFNUFpoMFJoYnYvYzB5N3NUdUU0cU1VajBkYlZwOHkrUk9qN1R5NFo0ckIxbTQ2MmZBdEVQZHFXNWJKQklKN3oveEptK3Yrb2hqTjA0emMvMWMzdTMvV29rcWMrVnExUnk3Y1lvOVlZYzRkZk1jQUxVRGFqQzZ6V0I4M1h5SVNycEZwaWFMTEhVMldiblpaT1pta3BtYlRYcHVCdWs1bVZ5S0RVT2oweUNWeW5paVNTL0d0eDlaNVBWVHM5TDRhb2NwTldkMDZ5R1dhSjdvNUZ2c3ZMZ1BnQ2VhOXFHaTk0T0Z5Zm1ZeXl3OS9LZjVYRys2MW05ZmFOeURWNCtSbUpiTTR0Mi9FbHFwbnNOUlFvS3ljekUyakZrYjU2TTNHcG5RWVZTWkYyc1BnenYzRXdFbzcxbDh1bVZpZXJMbGRVUkNsTVBYRUxaQzJBckJ3OE5aN29SY1p0dHg1U2g1aFExc2NUemlOTnN2N1MxMFBIOFYxVWJCSVZZT09JUFJ5STVMK3pnUmNZYXpNUmV0S3IwN3k1MXBXaldVbHRXYTBxSjZFM3pkdkZsOVlnT1hZc054c1pHK2ZTN21FdHN2bXE3ZnJsYkxZdTNrTHdkWEFLbjR1WGsvTW50aE5CcFp1T3NuOW9XWmdnQ2VhaitLQU05eUJIaVc0NWtPby9uNXdPLzh1SDg1dVRvdFk5c01LZEhZOXpKVE9YVDlPTnN2N0xVOHc3V3YwNXJCVGZzaWxVcTRFSHVGTEhVT1dibFpaS216eU1qTklsT2RTVnBPSnFtWjk3a2NaM0xVdTdtb21OQnhESDBhZGl2eWV1ZGpMclB1ekZZQVh1bnhyT1ZaY2N2NTNjU1lIYXd2ZEg3U3l1bjMrN0cxbkltK0NNQ2IvU1lXY3JCcDlUcTJYOWhEV25ZR3M3ZDh3NWRqUGluU2FTajRieU8rR1FKQkdSblZlaERaNm16cVZLaFJvbjVQdGgyT1JxZW1lcmtxVnNlSE5SOUExM3JXRDRJejE4MGxQU2VEMGEwSDA3UnE0UkRzS1NzL3dtRFFDMk12ZUN5azUyUndMdVlTWjZNdmNqYjZFa25tUmFwTUtxZGIvWTZNYWozWVlYRmJUMWNQSm5kL2xpZWE5bUhEbVczc3VYeUFROWRQY01qODBPdm41a1AxOGxVWTJXb1E5U3JXdHVwNzlNWXBxL2RwT2VsRlJsa0FiRDYveStyOXphUm9yc1ZIVWp1d2VwSDlERVlEODdaOWEzR2lUeTVtUWYxM1lEQWFXSHBvTlg4Y1h3dVlLbTlONi9jS0VyUCtTSU9ndWt6cE00a3ZOaS9rUk1RWjNsenhBZThPZU4xcVVWb1VlZWxhK1RjQnJpVkVNR090NDlXOUdnYlg1K1d1VDFQRlA3all0dnV2SHVGK3RpbUZaTk81SFd3NnV4MnRRVXUyT2dlRDBZQzN5cFBSclI4ODZDZW1KVE5yNHdJTUJqM05xalRrK2M1UDJoejNwVzVQY3o3MkNzbnBkNW16WlJGelJzMndtd1luZUxpVTgvQ2prbTlGYmliRjhPUCs1VnlKdThaYmZTY1dFdFRPVW1meCs3RTFWc2Z1cENiWUhIUDltVzE0dUR5SVZMaWJlYTlFYzhvYjE5K3RlQWRjVEQ1bi9ZWFlNSXhHbytYK3NvZXdGU2FFclJBOExNYTBHY2JJVmsrVWFZeHgzMDIwUEtzVXBGbjFSbmprUzBuZmZuRXY2VGtadEtyUmpHRGZpZ0JVOEFvZ0lqR0treEZuQU5Eb05NemZ0dGpTeDF2bGlVd3E1MjdHUFZwVWE4ejcrYW9FQTJnTnBzSWxCU3N2Mzg5T1o1NTVIS1d6NjBOTDZ5d0xHYm1aZkxGNW9jV1ozaXVrQzBOYjlMZWNIOTV5SUVucGQ5bDBiZ2ZMRHE4aUx1VTJrN3MvVzJTaGhQemN1aGZINHQyL1doMDdkUFdZUlMrek9DUVNDVDFEdS9CTWgxSEZQdk1CYkR5N0hRQ3BWTWJubTc5R3A5T2pNV2pKTWtjNE42dldtQmJWbTFqYUg0ODR6YkxEcXdBWTMzNEU3V3EyTERTbWk1T0NLZjBtOGVyeTZkeEl1TW55STJ0NHFvUDk0aEtDL3paaXRTNFFsQUdOVGx0b3A2V29SYjlPcjdNNHlRWTA2V216VFFYdkFDcmtlOGcxR28xa202dTAxUStxWTdNS2tzRWMrZVpVeGgxQmdhQTB4TjY3eldlYnZyTG9tcmk3dU5FanRET0RtdlVoVDVMSWtZVnFIanFEamdwZTVablVmUUpQZHhqRjdpc0hPSGoxT0dHM3IzRTNNd1daVEc1VCtIWlAyRUhMNjZTMFpKNzU4VldlN1RqV2JtUnFsanFiL2VHSFVTbVVaS216a1Vna3VEZ3AySEZwYjdFT3VDV0hWbG5TNFRyV2JWdWlWTFJIUVZSeURGOXUvNTZyOFJHV1kzS3BqSXljVEN0aCtVNW1RZUk1Vzc4aElqR0tTYjlONWFtT28ralhxRWV4YVdZcWhaSU90VnV6OC9KK3dQUjc5bFo2NHFIeXdNdlZBdytsTzU0dUhuaW9QTGlmZVo4dEYzWlpVdmI4M0gxNXZ0UFlJZ1dSQzlJd1g0cmkzWXg3U0NRU0pCS3B4ZDQ5MTJtYzVRRS9JemVURDlmTkpqMG5nMkMvSU40ZCtMcmR6Nk5TS0htdDUvTzg5K2VuWEk0TForMnB6ZitJU0t6L0FnR2U1Vmd3NWhPKzNQRWQrOEtPY0RUaUZCT1h2TTMwZ1c5WXBmOWxxYk5aZnRqYUFXY3cydFpnM0gzbElCS3JkaVVvY0dUUWM4MTh6K3k0dkk4VzFSc1hLZU53TXpIYThqb2pKNFBJcE9naUN3aUFzQlVnYklYZzMwWDdXcTFvWDZ1VjVmM3h5RE9rNTJUUXVXNWJ5MzN4eG9vUCtIS0hkZkdFeXI0VmFWbXpPYTJyTjZOdWhacDh1ZjE3bTVGMGtLKzRXcjRVVkoxQnh5Y2I1bGtLTHp6YmFZeWxxTXJqNHZDTkV5emU5WXVWTHFmZXFDZFhxN2FLU3AzWTdSbGtFZ25yejI1blg5aGhydDY1d2FRZXp6cWt3OWtvdUFFQlh1Vkl1SitFVkNMRlUrbUJsOUlUVDFjUHZGVHVlTGg0NEtueXdNUEZqZXZ4a2V3TlA0TGVYUEcrVG9WYVRPejJOTFVDaW41bXkwOUljRDJPM0RpSndhQW5NUzBacVZTV2J4MWxTcTNOSXpJcG1pKzJtSXJaZEszZndjcVJYNUJhQWRVWjJxSS9xNCt2WjlXSjliU3MyY1J1aFZ2QmZ4dmhnQk1JU3NuSnlMUHNEVDlzVmRKOHo1VkRMTnoxSXk5MWZacWVJWjJ0MmgrTE9NM0NIVDh4cmY4cmhBYmIxNzRweU8zVUJIVG1QOVFCbm9YMURIVDVxcklKQjV6Z2NWQS9xQTZqV2cwbU52VU9YZXUycDNtMVJoWkhjOC9ad3dGWTk5cVNZaXNNQWlSbjNHUHM0cGNzVlV0VkNpVURtL1JtWUpQZXBPZGtjREx5TEJXOEF3cEZrRnlManlReU1ScVpWSTdlb0NOYmswTzJKb2V2ZC82SW02dks2bUU2angwWDk1S2p5V1ZBNDE1c1BMY2RDUkxhMVdySnZpdUhHTjkraEYxSCtvMkVtNncwaXlNSCsxVGsxUjdQbGVqbjlUQkpTay9tOTZOL3NmUHlBY3NEWkx0YUxibVdFTW4xaEVoZVhqS1ZOM3E5WkpXVzBxbHVXM3pkdlBsNHd6elNzalA0ZHZldmJMdXdsekZ0aDlDdVpzc2lIYVZQZFJqRmlGYURLT2ZoaDdNTjdacTdHU2tzTzdLYW5aZjJZekFhVUNtVURHOHhrQ2VhOWNIRlNZSFJhT1RMblQvZ0luZm0rYzVQRnJtUXIxYXVDZ3VmL0F4M0Z4VnVMbTdJcFhLZSsrVU5rdFB2RWxLcHJrVzM1M1RVZWI3ZDh5dTNVK0lCYUJCVWg3OU9iVUt0MDZEUmFsSHIxS2gxYW5LMUd0UmFOVGxhdFNXOXpXRFFzK1R3YXRyV2FsR2t4czdESk5zZzRYeHlBa1llT0lzTVJxUFZhNk5aVHQ5b1BtNTVqUkdNbVA3UGEyczZoTUZvT21vRWpBWURSb25FMHIvUU5UQmlOSStyTnhnczB2MnArdEpyZlRtS2k1T0NhZjFlSmNnbmlHV0hWeEYvUDVIek1aY3NqcXo2bGVvaGxVaDRxOC9MYkx1d2x5NzEycUZTS0ZsOVlnTTNFcU9JVEl4aTdha3RWQStvU292cVRYaWx4M09XQ3FwZzJoRDRZZjh5aHdva1JDWkZXMFRaMVZvMU05Yk9ZV3JmaVpaRmRuNHljak81bGhBSmdGS2hKRnVkelpIcko0dDB3QWxiSVd4RldjalFTemlYYklyUU5OM3JSbXU3a2U4K3p2OS9JWnRoMVYrQzBXakFZQVFrWUREa3N4c0ZybVBWMzJDMkYyWkgrQjN0NDF0Q3JqcStqazFudDVWcGpCUTdVaStPNHVuaWpsUWl4ZC9EajhTMEpGeWNGUHd3WVlIRC9mTlNWUE5YRU41NFpydEY5N0J6dlhiMGJkU2pUSE1zQytGM3J2UGJ3VlVXelQyWlZFNzMraDNZRzM2WVhaY1BjQzBoa3VrRDNyRFlXWWxFd2t2ZG5xR0NUeURmN1YxSy9QMUUzbHM5aTFZMW1qR216WkFpSFdRU2lZUlpROTlENGVTTWo4ckw1cjErTFQ2U253OHM1OEt0S3dCVTlBNWdmTHNSZEtqVEJvbEVZbktzcjUxRG40YmRiS2FUNTZkSGcwNkVWcXFIdTRzS2xVSkZRbG9TazVaTXcyQTBNTHpsUUNwNkI2QXo2Tmg2ZmcrL0hseEJ0aVlIWjdrekFaNytMRG0wa2x5ZEJvMU9qVnFyTWIwMnl3T3B0V295eklWNkRFWURDN1o5ejdmanZ4RFpTWUpDaUcrRVFGQUsxcDdld28vN2xsbEZxb1hIWCtmTEhkK2gwV241ODhSR090UnViWEVTWk9SbU1uL2JZdEp6TXBpeGJqWnpSMzFZS1BYVUhsZnVtSVJibFU0dU50TS84aXFrQWpZZmNnV0N2NFB4N1VlVXFMMUtvV1Q1UzZZMEMwY3JSbm00dXRQTmp1anh0b3Q3QUdoY0pZVFROODlSeFQrWVZ0V2I4c3ZCRlh5KzZTczhocmxiQ1hqbmFISlpkV0k5dmlvZld0Wm93c1p6cHBTRUhnMDZzK3Z5QVZhZjJNQnpuY2JadkZiTmdHcDBxdHVHazVIbitLQ0FFTy9meGRYNEc2dy9zNDFEMTQ1WkhQVHVydTY4MU9VcHV0WnZ6LzNzZEQ3Wk1JOUxzZUY4dEg0dVR6VHB4Yk9keDFtYzlDR1Y2ckg0cWJsOHVlTjdUa2FlSlNvNWhrL1d6eWZJcHdLOVE3dlNwWDU3ZkZSZWhhNmJ2eUpZZnRKeTBsbHphalByVDI5Rm85UGdMSGRtUUpPZWpHdzFDSGNYTjB1N2c5ZU9zZjJDNlhjVmQrOE83d3g0clVoZHdQd1A3Y3NPcnlZNS9TNXltWXpKM1I4NE1qYWUzVzVaVUFOc1BiL2JrUitoQlkxT3c5YzdmdVN6RWUrWHFGOXBTZGJKK096MGtUd1hHMkJ5bEdGMm1PVkZpK1l0Z2lHdnVxWEU5TDh4MzJ2THNRZnR6S2V0eDhsM0xPODZlZVNQR0t0bXA3cmtvMkJzbXlGVThDclBqY1NiVmxGRjcvWi9GWURGZTM1bC9abHRyRHV6aFIrZW1jZndsZ01CbUxWaFBrY2pUdUdxY09YaklkTUtqVnZKdDZMTjQ3WTRHMlhTOUhGelVlR2o5T0pXeW0wKzMvdzEyZXBzK3BpRnVmTTRFM1hCRW9VM3JFVi9saHhheGQ3d1EwWGFQbUVyQ2lOc2hlUGMwam56K1pranB2czEzejJjM3k1SXNHMHJ5TE1GRkxRZkQ0NFZ0QXZZc3hXV1l3OHE3WG85UnFkQzNnYmI0MlI4aDVHODF2c0ZMdHdLWTlhRytTWHVuemQvaGZNREIxelAwQzVzdWJBYmhaTXpyL1Y4NGFITjFWSDBCajFISTA2eDRjdzJpeU1RSU5ndmlDbDlKbElyb0RyOUd2Zmd3M1Z6dUhVM2pzbkwzdUhsYmsvVEs2U0xwZTNBSnIycEUxaUwyVnNXRXBkeWgrTVJwemtlY1pyUTRIcjBDdWxLMjFvdGJPbzUycE1waWJrWHg3SWpmMXJTVVgxVlBveHVNNFJlRFR0YjZmeitkdWdQTHNlRmN6a3VuT2g3c1R6ZGZxVGRkSEdWUW1tMUJ2dHU3MjhZakFZcWVnY3dvdFVnd09Sd1huWmt0ZVgzcE5GcCtQM29YNDcrS0UxenZ4dkw2cE1iaW95YUUvdzNFUTQ0Z2FBRXFIVWF2dGl5a0wxWERnSFFwSElvWUlyYW1ibDJMaHFkRmkrbEJ4OFBuV1lWb2VQdTRzYUhnNmJ3OXFxUHlGWm5NMzNOWnl3WTg3RkRncjVIcnBtMHIwSXJON0M1MjV6L0lVU1I3NCthVENiSHhVbUJxOVBqMVpvUkNHd2hrVWlzb2xiS1FtcFdHbnV1SE1URDFaM1FvTHFjTnV1VWpHajFCUEZwU1d5N3NKdVAxcy9seTdHenFPUlRBWUQxWjdkeVB6dWQwYTBISTVVK2VFZ0xxVlNYQUs5eWJEeTdnOEhOK3VMclpqdjk0NVVlejNNOUlaSktaajJZdjROc1RRNGJ6KzVnVDloQnE4SVJVcW1NZmcyNzgyVDc0WllGckpmU2c4OUh2TS9pUGIreCtkeE8xcC9kamxRbTU0VjhXa2UrYnQ1OFBHUWFCNjRlNWFmOXY1T1Vua3hjeWgxKzNMK01udzRzcDNaZ1RhYjJuVlNrN2xOYWRqcHJUbTFpMDdrZDVHaHljWlk3MGE5eEQwYTJIb1MvVytIZmI4YzZiYmlYbWNvUCs1WnlPdm9Dcnk1L2o1bUQzeTVXSS9CT2FnS3JUMjRFWUZUcklWYlJUYjBiZHVORXZ1cVllVkdRQ2ljRlBSdDBScVZRNHVhaVpPZmxBOFRjamFWdHpSWU1iZEVmbFVMRjhZalQvSEp3QldkakxySDc4Z0c3RHQ2SGlWRWlRV3VPUURMWmRBTVk4NWJNV095OFJDSkJhajRvc2JHUWtKZ1h6SmEvQytZMXRQbWtlYUZ0UG0vTUc5ZTBlSllnTVYvTDNOemN6VW4vSU0zbzc2Qkx2WFowcWRldTBQSDk0VWRZZjhZVTRUSzYxV0EwT2kwYVRKcEo0OXVQNGxUVWVmWmNPVWpIT3EyTHJLWXFrOHFLZFBEdkNUZjlMVzlYc3lWUHRoL0JsSlVmY2pzbG5xOTIva2l1VHNQZ1puMHRiYmRkTUtXUzFRMnNTZmNHblZoeWFCVUo5NU00RzNQUjhpeGdDMkVyVEFoYlVYS01SdERxODlrS2c5SHkydVFUSzhKV0dJMllEajZ3RlE5ZUYyRXJMT01XYlN2UTNIOFVIOWtoeHJVYmJuVnZsb2JuZjNuVGt1cFpHcXI0VlNyVDlmT0tRT1JmSzZnVVN0NGQ4Qm9xaGJKRVJVL0tTdno5UkRhYzJjYitxMGRKelhyd2UzVjNjV05NMjZIMGI5ekQ0dXlxR1ZDTlJlTy9ZT2E2T1lUZHZzYUNiZC9oNmVwQjZ4ck5MUDFxQjFibjI2ZG04OWVwVGF3K3NZRWNUUzRYYjRWeDhWWVl6anVjYVZtdE1XLzNmNlhJckoyWXUzSDhmdXd2RGw0OWl0Rm94RnZseWVCbS9SalFwSmZObjgwTG5aOGlNemVML2VGSFdYMThQYmZ1eHZGMnY4bkZabDdzQ3p2TXhWdGhBTHphOHdYTDN3dG51UlBkR25Sazdhbk5sclo1a2JBVnZBTm9XYTBKS29VU2xVTEpMd2RYb05YckdOZHVPTTJxTmtTbFVQSEwvdDg1R25HS1A0NnRwVVB0Tmc3cklBditHd2dIbkVCUURIcURuaHl6QnR2aVBiOWFIaHduOVhpV25nMDZrNnRWOCtIYTJhUm0zVWZocEdEbWtMZHRscjZ1SDFTSEtYMG04dW1tcjBqSlRPWGRQMmV4WVBUSGVDcnRDNGJHcGNSejB1eE1zRmZaS0N0ZkpTZGx2ai9rZzVyMllWRFRQcVg2ekFKQlNWbDlZZ05IeklVU2JQSDJ5bytRRm5BZ2Z6WHVVMTVkOXE3Vk1hMVoxME90MHhRNmw4ZWs3czlTTTZDYTVmMWZwemVoMFdubzNxQWpNcW0wUU50bmlFOU41UHl0Uzh6NDYzTVdQejBYclU3TG1wT2JrRW5sOUduWWpkalVPNWIyRW9tRXZnMjc4L09CMzFseGJDMlR1ejlyY3c0cWhaTEdsVU1BVTBWamJiNUlWSHRvek9uaUdUa1pERnhnTzdxdUlETUdUN0VzN2wyY0ZCeTlmdEt5b0hhU3lla1IwcGtSTForZ3ZLZC9vYjV5cVp6SjNaK2xnbGNBT3k3dVlXeWJvVGF2MGJGT0cxclhhTTZPUy92NDgrUkdFdE9TTUJxTitIdjQybDFReDk5UFlQUDVYV3crdDlPaUJUTzRlVCtHTnU5dk4vSWxqOEhOK2xMTzA0OHZOcGwyeUY5ZC9pNGZEcHBTcENQbDY1MC9vdEZwcU94WGlSSG1TS2c4V2xScnpKdDlYaWJZTjRoZzM0b2N2SHFNQmR1L3cwZmx4Y1R1ejFqYVhZZ05JK1p1TFA0ZXZwWUNIaFc4eTdQcC9FNlMwKzl5SnViaTM3S29MaS9UOFdLTFRwaStxWks4TlRKU2ljUnlqMGdsRWlUbVpiREVmRHp2dFFUVG9sZ3FsU0F4TDZRbEVpa1NNSTFwWG96YjdXOStuZjhhY3ZOOU0zdTN0YWJSNHlBNitSWUx0bjluZVQ5bjZ5TFl1c2htMncvKytxTElzWnBWYWNpczRlL1pQSGM5SWRKeUw3V3YyeHBmTjIrK0dQa0JiLzQrZzhTMEpMN2Z1d1NkWHNmd2xnT0p2WGZia29yVnVYNDcvTjE5YVZDcExwZGp3MWw1YkYyUkRqaGhLNFN0S0MyVm5UUU1hOXJiN3YwTElLWEFQVzNMVmxqWkZaUE5NQjJUV1Byay9lWE0zN1pRUHlUSXBDWmJNM3YzOTJ4OTVEOEIyOGlsY29ja0xZb2l6M241dUlpK1o3bzNDMjd5NVVWbVhZMlA0TzJWTXgwYUs2L1l5ZEVicHh5MkYzOU8vc1dTTlNPWHk5bHhhWjlsUTk5TDZjR2dadjNvMzdpSHphaGRMNlVIWDR6NGdEbGJGeUdWWU9WOHkwTWhkMlowNnlIMER1M0cydE9iMlh4dUo5bWFIRFE2RFEwcmg5aDF2b1hkdnM3YU0xczRmTzA0UnFNUlB6Y2ZoclljUU8vUXJrVTZKWjNsVGt6cjl5cmxQTXV4K3ZoNmprZWM1czBWTS9oNHlEUzdPbnJwT1JsOFo2NU8zYnRoTjZzc0NZREJUZnRRSjZBNlZmd3JVOUU3Z0huYkY3UDN5aUZDZytyeFl0ZW5MTzJXSEY2RlZxK2pxbDh3ZFFKckFxWUl5V09ScDlIcWRWeThkVms0NEFSV0NBZWNRRkFNTjVOaUxHa2JPWnBjL055OG1URjRLclVDcXFQVmE1bTFjUUVSaVZGSUpCTGU3anZaWW54dDBiRnVXK0xUa3ZuMTRBcHVwOFR6NGJvNWZESGlBN3Vwbzc4ZFhJSFJhTVREMVowT3RWdmJiSk5tcnZ3RjRGckdCeEtCb0xURXB5VmFpWG9YNUxwWk82a2c5dm9ZalVhNzUvSkhmYWJscExQbDdFNEFlb1owNFZMc0ZWdkM0S0VBQUNBQVNVUkJWS3UyY3FtYzl3YSt4cVNsNzlBanBBc0t1VE8vN0Y5T1ptNFd2VUs3NE8vaForV0FBK2picUR0L0hGL0gxdk83NmQ2Z1k1SDNORUN1SmdkdFBpMUdSOGhmSGJBbzhvU2FBYVFTS2M5M0djZnNMWXZvRTlxVm5xRmQ4Rlo1RnRrL0xpV2VuaUdkNmQrNFo1RXA2czV5Si9vMzdrR2ZobDA1SFhXZWZlRkhlQ25mQXlhWWRzbDNYdHJIK1Z0WENMdDl6WEs4Z25jQXZVSzZvSEJXc1B2eUFkUTZrM1pTcmphWFhLMmFYSFV1T2RwY2NqVzVaR3R6eWRIa2txUEpzZWhYWnVabThjN3FUNWphZHpJZDZoUzJjeHZPYnVOY3pDVmtVamxUKzA0cTlPQXVrOHJvMGFDVDVYM2U5ME9wS040ZU9zbWNlSzdqR0xSNjNkK3lvQVp3bFJvSjlTMCsrdm0vUUVKYWtsVWtlR3pLSGQ1ZC9TbTVXalVLSndValdnMjAyZTlLM0hYT1JKMm5Wa0IxV3RXMFg5U2dncWY5aUt5VngwemFiT1U4L0dsa1huajV1L255NmJEM2VHUEZkTkt5TTlBYlRmZmZyd2RYQXFhcWhOM3FtNzRudlVPNmNEazJuQXUzcm5BbStnSk5IUkFiRjdaQzJJcVM0QzR6RXVwWGVFUDN2NDdPclBOYUZoNGs3ZjQ5SExwK0hMVkdqY0pad2VWYllSYm5lQlYvMjVGMFJxUEI0WHMvRDBNSit1VC8vUDV1dmd4ck9ZQ1RFV2ZwMDdnN0hldTBLVllhSkNyNUZ0UDZUYlpiSENjUGI1VW5FenFPWVZUcndSd0lQMHBFVWhUOUcxdHIyMTJPQytmZzFlT2NqajV2bFNMZW9GSmRPdFJ1aGQ1b1pQM3ByU1lib1RYYkNHMnV5WFpvVEhZaVY1TnJTazNXNWxyNjMweUs1dFhsN3pGcjJMczJJeGEvM3ZFRDk3UFRLZS9wejNPZHhoWTY3Ky9oUjBlUEI5V3hjMHBnTDZyNFZXSnMyMkUwcTlxdzJHZEl3WDhQNFlBVENJcGg5WW4xbHRkMUFtdnd3YUFwK0xwNW85VnIrWGo5UEV0MXM1ZTdQbTAzU2kwL0kxczl3ZTJVTyt5OHZKK3cyOWVZdjMyeFZTR0hQQTVlUGNZaGMwVFJrT2I5N2U3OHhOOVBCRXdQeFk3c0NKYWtRcHhBNENqUGRoekwyRGJEckk1dFByZVRGY2RNbWhtL1BmODF6dkxDMytFVkwxdEgzTXplc3BEek1aY0JHTmQyR0wwTFZCa0c4SEI5b0JPMDlQQnFzclc1VkN0WGhkcUIxUXM1NEV6dDNWbjQ1S2Q0dW5vUWR2c2FHODd0UUNxUk1xTGxFelkvaTBxaHBGL2pIcXcrdnA0NVd4YXhhUHdYUmU2OHpoZzBCYjFCYi9kOEhwdk83K0wwelhNb25WMTV1OS9rWXRzRDFDd2dYTndncUM1TG5sOW9NeDM5ZG1vQ09ab2N2SlNlK0xuN0VKa1V6VHVyUDhiTnhZMlBCazhyZGdjMlc1T0QwdG1WbHRXYjJxM1V1T0xZMmtMSDdxUW04TXZCRlE1OW5vSklwVElrU05EcWRjemF1SURrakhzTWFkN1BjdjVHd2sxKzJ2ODdBTDBiZGlGYm5jUFdDN3VKUzQzblRtbzhzZmZ1OE1uUWQ2eWlqdk5TZXp4YzNCMmFRMG1xTFFvZUhnbHBTWXovZmhLaHdmVjR2ZWVMNkExNnBxNzZpSlFzVXhxc3M5eVpNYTF0UjJLdE9ibVJNMUhucVJGUTFXNmJvb2hNaXViSWpaTUFER3N4d0VwTEtNZ25rSStIdk12NW1FdU1hUFVFRjJQRE9ITEQ5TGU0ZitPZWxvaVFUblhiOHV2QkZkek5UT1diWFQvejNkTnppMTIwQ2xzaGJJV2c3Q3c3dkpwbGgxYy83bW1VaUROUkY5bDJ3VnB6c0x5blA2MnEyYjUvS3ZsVVpPYmdxUTZOdlhEblQ5ek5US0ZleGRxRm9qN3Q0VlJBdzI5VXE4RjJ0Y29pRXFNQUNQUXFqMHFoWlBmbEE4emJ0cGptMVJzenJWL1JxYVJneXRSUktaUjJLOUxmVGsxZ2c0MmlHcGRqdzdtY1Q0dXVKRGpKNU9nTWV1NW0zT09OMzk5bnhxQXBWaEZ1bTg3dHRLeXhScmNaUXRqdGE4U2x4bk03Slo3YktYZkkwZVR5NWJoWmhUNEhnSHUrWjlDaXNCZEpMQkFJQjV4QVVBemoyNC9pVXR4VnF2a0hNMlB3VkJSeVozUjZIWjlzV0dEUkVwblFjUXdEbXZSeWVNekpQWjRqNW00YzF4SWkyQmQybUNDZkNsYUdPaUl4aXZuYlRRTDFGYjBEaXRTNk9IanRPQUJCWm0ycjRyaVpIQTFZNjhVSkJHVWxUd3NqajVoN2NhdzV0Y255ZmsvWUVWclhhRnFvK0VqK0ZLUjFaN1phbkc4QWZ4eGZTOU9xRGFsYndYWVo5K2k3c1JZUjdlTDBZRHhkUGREb3RNemY5aDFHbzVFdTlkdGJGVkVweUtDbWZkaDRaaHR4S1hmNDdlQWZWdWtHQldsZXJYR1IxODdqeEUyVHZaREo1TFN5a2JMaEtCS0poQ3gxTmtzUHJhUk5yWlkwQ0txRFRDcGp3ZmJGWElvTlozRHpmcnpRK1VselNwS00yeW54dkxyOFhXWThNY1Z1QmVZYkNUZjVaT044dXRSdGIxZFVQdENyUEEyQzZuSTV6dlJBN09mbWpZZlNBNlg1ZDY5MGRqWDlyMUNpY25MbGorTnJ5ZFdxR2Rpa055MXFORUhwNUlLcnN3c3VUaTRvblYxeGNYWkJJWGNtNW00Y2IvMHhnL1NjREg3WXR4UWZsUmVkemJwZ2M3WXVRbU5PMmR0OGJpZWJ6KzBzOUxNb21GNlNaTmIxc2FmZkovaG5jTTBjNFhyeFZoZ0phY25NM3JLUTFLejd1THU2azVHVFlSSzlQcmJHWnQ4cmNkY0JpRWlJc3RzR1lIU3JJWVVjVUVhamtVVzdmd0hBVytWRno5RE9oZnJWRHF4TzdjRHFaT1ptTWRlYy91cXQ4bVJFcXdkT2U3bE16cGcyUS9scTU0L2NTVTFnNGM0ZmVhdlB4Q0kvczdBVndsWUl5bzZ6M0FtNUhhZVAzcUJIYlk0Q1V4WlI5Q1E3bjN6TDMwR2RDalU0YkhiNHVEZ3BxQjFRbmVjN1AybTNRcWFiaThyaGUvL0gvY3NCOEZGNWxkcGU1Tm5Kc052WE9CdHptWGExV2xpaXhpWXVlUnVBbVlPbjBxcEdNNVBPb0VUQ2lZZ3p2UDc3KzN3eTdCMmJPbzRBZThNTzg4MnVuM2gzNE9zMHN4TWwzSzVXU3hidC9nVzFWbzFNS3NmZnd3Y1BGM2VVQ2xlVVR2bHNoY0tWWEozR29zdjJhcy9uQ2ZBc2o2dENnZEpKaWF1ekFsZG5WMXlkWFpCTDVld1BQOExubTc4bVM1M05lMy9PNHFkbnZ5VEFzeHozTWxQNWRzK3ZsdXN2MlBaZG9UblZENnBUNkppd0Y0S0hoWERBQ1FURkVPUVR5SnlSTS9Cejk3VTQzMlp0V01EeGlOT0FLVXBudUlNN1RuazR5NTE0Zi9DYlRGNHlqZFNzTkpZZFhrMGw3MEE2MW0zTDFmZ0lwdi81S1RtYVhKeGtjdDRkOERyT2NpZSsyL01idm03ZWxQY3NoOUpGaVVHdjUvRDFFNXlKT2c5QXErcldmM1RQeDF3bS9uNGlCcU1ldmNHSXpxZ25NaUdLZldGSEFLamdaZC81SUJDVWhWeXRtczgzZlkxY0lpVlA3V2paNFZXc09yNldpZDBtMEN1MFM2RStGMlBEK0duL011b0gxZUZLM0ZVVVRncXErbGZtay9Yem1HZW5ZTW1KaURNWWpBYjhQZnpvWEsvNHlJUWxoMWNTbTNJYmhaT0NwenVNS3JLdGo4cUw0YTBHc3ZUUWF0YWQyVXFENExxMHE5blNvYy8vZDNEMHhpblduOTNPcHZPN1dUbnhlenhjQzBkd1ZDdFhoWG1qUCtLZDFSK1RtSmJNZTJ0bThVNy8xMmhUczNtaHRzY2lUcEZ3UDRrVngvNGkwTHU4VlpwV2Z0N3E4eEphdlk0QXovTEZWbDFlYzNvenVWbzExUU9xMkgzd0JxanNGOFJudzZmejlxcVBxRnVoRnUzcnRMS2M4M2Z6SWVadXJPVzlSQ0tobkljL2xYd3JFdXhUZ1NyK3dZVjIzeFBUa3dFbzcrbUg0Si9MTlhOYWVublBjbVJyczBuTnVrODVEMyttOUpuSWxKVWZvdGFxV1hxbzZDaVg2d21SZHRQYkFVYTBmQUs1eFBwUmQ5TzVuVnlKTTFVWGY3cmpLTHRSYXdhamdibmJGcEdZWnZvK3ZkejFtVUo2U0hsVkN5TVNvOWgxK1FCQjNoVVkyWHBRMFIvOGIwYllDbUVyL3Q4WTAyWVlJMXZaam1BL2VPMDRzemJNUjZsUXN1N1YzK3lPTWU2N2lTU1pmLzkvQjcxQ3VsaFZDODFqd2JidmNIRnlwbXVEamxhVmZCOFgyeTdzWWVmbC9SeTdjWkpGNDIxcmJIYXQzeDZWd3BWWkc3OGtPdmtXYnl6L2dFK0h2MmNwY3BXSHdXaGcyOFhkWkttem1iVitQdlBIZkVSVi84cUZ4bE1wbEh3NTVtTlVDaFgrSHI1MnE1ZUNTU00wendIWHBFcG9rY1hzT3RWdGkxcW5ZZjYyeFl4dE04elMxa3ZwZ2JOTVRtNithR1FubVp4QTd3QXErMVNrb2s4RkdsYTIxb1BURy9Ra3A2Y0FVTjZqc0k2bVFGQVNoQU5PSUhDQS9OWEw5RWFEWmFkb1dNc0JqRzA3ekY2M0l2RjM4K1g5Z1c4eVplVkhWQzlYbVZxQjFUa1RmWUVQMTg1Qm85TWdsVWlaMm5jeU5jcFhCU0FpS1lwMVoyeEwzcGJ6OExkS3hRRFREbnIrNmowRjZXTWp0VThnZUJqTTI3cUltMG5Sdk5iekJiN2NZVW94ZmFuYjAveTRieWtMdG45SCtKM3JUT28rd2JJWWlraU1Zc2JhMmFnVVNsN3UralFUbDd5TkJIaWo5NHU4L05zVXBxNmN5YnhSTS9IM3NGNGtkYW5mbnQ4T3JXUnNtNkZXS1dTMk9IRDFLR3RPbWlMeVJyVWU1RkFGMXFITkI3RGo0bjRTMDVMNFl0UFgrSXo0d0NMSS9ialpmL1VvQU0ycWh0cGNVT2RSMFR1QWVhTS9Zc29mSHhKL1A1RzVXeGZ4Ni9OZjQrbnFRVVJpRkdlakw5S2xYbnZHdFIxT1JHSVVKeUxQOHVYMkh5anY0VjlJa0JnZ3NJRGpmdTJwelRTczNLQlFaS005akVZakM3Wi9SN09xamF3MG5HcVVyOHFja1RPbzRCMW85YnZzMnFBajFjdFhwYkpmSlNyN0JWSEp0MktSYVg0R280RWJDVGNCQ1BZTnN0dE84UGk1RW1mU0Jnc0pNam0zQnpUdXhlRG1mU3hWSE4xZDNmbjlwY1UyKzY0N3ZaVmZENjZnVjJnWFh1NzJqTTAyUUNHN0VIdnZOcjhlTUtVcGhnYlhvMmVEd3RGdllQcWVmclg5QjQ3ZE1HMjA5V2pReWFibW1Fd3FZMHFmaVV4ZTlnNGFuWlpmRC8xQnRpYUhwenFNTEhJUitYY2liSVZ0aEszNDkvSFppUGN3R0EzSUpMSXlqL1hiODE5anhGamlzYkxVMlJ5UE9NM2U4Q084MXVPNU1zL2pha0lFMGNtM1NFcS94NHpCVThvOFhsblE2cldXMVB6T2RRdFhwODVQcXhyTitHakkyM3p3MXhja3BTZno1ZmJ2bVRmYVZEUmlmL2dSZEhvZGJXdTFaUHFBTjVpMDlCMlMwcE9adnVaenZoNzNxYzNpSzlYeTJZVmNyWnFWeDlZeHFIa2ZQRjN0RjZyTFQzcE9Cbk8yTHVMcDlpT3R4dW9aMHBsZzM0cFdtUlF5cVl5aHpmc2prOG1vN0Z1SllMOGdLbmlWUnlhMS8xMjRtUlNEM2x3azdPK3NhQzM0LytTZjhYUWdFUHlMVU1pZGVXL2c2MHp0TzVsbk94WVc3U3dKOVlQcThQbUk2Y3dmOHhHQlhnSFVDYXhKTmY5Z25HUnkzdTVuTFRMY3NGSjlLbmdINE9QbWpkTFpGU2VaSEI4M2I3bzM2TWo4c1IvaDVxS3lHcnU2alYwbW1WUk9KWitLdk5UdGFadFJTQUpCV2ZuMTRCOGN2SGFjNXRVYVcrbDk5R2pRaVM5R2ZJQ0hxenZiTCs3bC9UV2ZBeWJuMi9RMW41S3R6dWIxWGk5WlZRV3U3QnZFODUyZkpERXRtVGYvK0pEbzVGdFcxL0ozOTJWSWkzNzBDTEVkZ1pGSFJHSVU4N1k5U09rZTBxeS9RNTlGSVhmbXhTN2pBZERvdEh5d2RqYXg5MjQ3MVBkUmtwNlR3YmxvVTBYR0x2WGFGOXZlMzkyWE9TTm5VS044VlQ0WitxN2xnVGJtYmh3L0gvaWQ1MzUrM1ZSRXB0OHJWUEtwaU42ZzQrTU44eTM2a3ZiNGZ0OVN2dCszbE5lV1QrZEU1Qm1INXY3N3NiWHN1TFNQV1JzWHNHalhMeFp4ZFRBOWdCZlUydXRTcngzUGRCeE4xL3J0cVZHK2FyRWFXeEdKVVJhZGxvS2FXRVd4NmR4T2JpWkZPOXhlVURaeXRXb2lFazJSYXczTXFUNFR1ejlUeUdtamtEdmIvSmRYdFZVcWxkcHRVL0M3a3EzSjRlUDFjOG5XNXVJc2QrYVZIcy9ibkp0T3IyUEI5dS9ZZm1rdkFIVXIxbUp5RVF2dEt2N0J2TjdySmN2N1ZTZldNM1hsVE5Kek1rcjRVM240Q0Z0aEgyRXIvdm5rYXRYY3kweTEvRXZOU2lNdE80T1VyUHRXeC9QL3k4ck5NblUyR3UyMnVaZVp5djNzZEp0amFYUmF1L05aZVh3OUl4Yzl6K3d0MzNENjVqbnVaZDB2ODJkTU5xYzFCdms5ZnFmTzZhZ0xaS216a1Vna2RLelhwdGoyalN1SE1IUElWR29IMUdENndEY3N4OC9GWEdMTzFrVjh2dmxyUEpVZXpCajBGZ29uQlhjejd2SFIrbmxvOWZaL3hsbnFiS2F2K1pRL2pxOWwwcEozaXJVdGVjemF1SUNUa1dkNWRmbDBkbHphWjNYT2xvekp1SGJER2QxNkNHMXJ0YUNTVDRVaW5XOEFGMjZaOUlYOTNMeUxyZDZjaDk2ZzU0L2phN21YbWVKUWU4Ri9CeEVCSnhDVUFwbFVSdGY2eFQvTU9rSm9wUWM2S3lxRmtnOEh2MDFDZWlKMUE2My9ZSXhyTjV4eDdZWTdQRzYzQmgwdGxib01SZ05Hb3hHcFJHcFRrRmtnZUJpc09QWVhLNCt2dzkzRmpkZDd2VkRvZklPZ3Vzd2RQWk4zVjgraVowaG56a1JmNEpOMTg4alc1akt1M1hCYTEyaEdjc1k5cXo0RG0vVG1adkl0dGwvWXc2dkwzK09OWGk5YUNXRlA2RENteU8rMHdXamc4MDFmVzdSRnB2WjdwZGgwcVB5MHFkbWNYZzI3c3YzQ0huSTFPYVJrM1gvc3U1KzdyeHhFYjlEaDZ1emlzTjZMdjRjZjN6ejV1ZFhQS3UvQlA4RExsSmFoVWlqNVlOQ2JURjc2RGhrNUdjeGNONWNGWXo3RzFkbkZhaXlEMGNEWE8zK3lDRXBYSzFmRjRjakFuaUdkT0hyakJKR0owV3c4dDUwYlNUZVpQdUNOUXRwTXhaR2x6dVphUWdSWFlxOVNMNmkycFFMbERyUFRwSnlIUHhXTDBQZ3J5TllMdS9obTEwK01henVzMUZITkFzZTVGaDlocVM1ZVA4ajJkeWNqSjRPQkM4YlpQS2N6UnlKc3Y3aVB2VmNPMmIzTzJsZC9zeXlzL2pxNWlSaXpBLzNWSHM4VlNwZktHL2VkUHovaDRxMHd3UFRkbmpsNGFyRTJvMHU5ZG1Ua1p2RHRicE91a0xmU0UzY1h4NFM2SHlYQ1ZnaGI4VzltWDloaFN4UjlTY25XNURENjI4TFBJY1dScDNPbTBXazVHWFdXQStISHVKTnFxc3dabFJ3RGdJK2JOOTBhZENUUXM1eEZGOHdXTGFvM3dWdmxaYmZTYVVyV2ZZc1R1TW8vSUFvejc1NW9HRnpmcnFaYlFacFVEcVh4dUJDYjlpTFFuUEpabzN4Vlh1bitMSE8yTHVMcW5lc3MzUGtUYi9SK3FkQllHYm1adkxmNlU2NGxtUFJCVzFSdlJIbFB4OUk5eDdRZVNtUlNEQms1R2N6ZnRwandPemVZMk8zcFlndEVGT1JlWmlwaGQ2NFJGbmVOd2MzN1diSWxkcHAvTm8wcmh6bzhWcTVXelc4SFY3TDAwR28rSGY0ZWpTdUhsR2d1Z3Y5ZmhBTk9JUGlINGEzeXhGdmwrVkRIbEVxa0lQeHVna2VFMFdqa2w0TXJXSDFpQXpLcEtYclRua2h0WmQ4Z2Zwd3duNDFuZHpCbjY3Zm9EVHA2aG5SbWpKM3FXd0NUdTA4Z1c1M0R3YXRIK1hUVFYrd09POFRMWFo4aTBDdWdXSWV5VkNMbHpiNHZNZU92THhqU3JEOTFBbXVVK1BPOTFPVXBydDJKNE1sMncyMm1XdjJkNkF3NjFwN2VBa0MzK2gyTHJNNWFrSUkvcTdpVU93QUU1M01vQnZzR01iSDdCT1p0L1phbzVCaFdIRi9MaEE2akgxeGZyMlB1dGtVV0xjbG1WUm95L1lrM0N5Mjg3ZUh2N3N2ODBSOHplL00zSExseGd2RGIxNW0wZEJvekJyMWx0OWlHYWE3eFhJdVA0T3FkRzF5NWM1V29wRnNZakFZQTNqWlhrWTVMaVdmbnBmMkF5U0ZTRXJMVU9RQWxmbGdYbEk3ek1hYW9MRStsdTkzMFAyZTVFOTN0Nkl0RkprVVRkdnNhUVQ2Qk5LeGsvNTdNLzUwZjBxSS9aNkl1VUNPZ21tVnpxaUJ5cVp5bWxSdHk4VllZdFFOcThQR3dhUTZuUUExczBoc3ZWdzgybmQvSlczMG5QZmJOTG1FcmhLMzR0eU9UeVVyMHZRV1QwemN2aXEya2ZjSDB6REJ2NjdjY3ZuNkNiRTNPZytOU0djMnJOYUozU0ZlYVYyOWtTWC9PdTFWMEJoMUdvOUhxM21sYnF3VnRhN1d3ZTYzb3V3K2krcXY2QjVkNHJnK1RXL2ZpTENuM2ZSdjFLRkhmZ3ZZaU5zWGtzTXh2TDdvMTZNajVXNWZaZGZrQU95N3RvME9kMWpTcjJzaHkvbDVtS3UvK09jdVM2VENxMVdDZTZqRFM0VG1FQnRkajRiaFp6UGpyQzJMdTNXYmJoZDFFSjhYdy9xQzM3RWFzNmZRNmJpYkhjQzArMG1RdmJsKzFpcmdiMHR5VUxiSHI4Z0hMNWszbitvN2JpeXkxS1JyVFlEVGc0aXdLM3drZUlCeHdBb0ZBSUNnVHZ4OWR3K29URzVCS3BFenIvMHF4bGY3bWJsbGswUm5wWHI4anIvVjZvY2pGcWx3cVoxcS95U2lkWGRoK2NTOG5JODh5cUduZlF1bHE5cWdiV0l0RjQyZmpWOHJLVlM1T0NyNGFOOHVTMHFRejZFakxMbmw2bVVaclRyc3dwOGFVQklYY0dUY1hGZnZEamxoMmwvczM2V25keHNtMHNIV2t1cHZSYU9UeWJaTVFmZlZ5VmEzTzlXalFpWXN4VjVESjVWYlZtZE95MC9sazQzeExkRkQ3T3ExNXUrK2tFaTlFWFp3VXZQL0VHeXc5dklvVng5YVNtbldmS1g5OHlPU2V6MWxwY2gyOWNZb3Q1M1p5TlNHQ3pMeTBvbndvRlVycVZheE5WZjlLNUdyVnpOMjJDSTFPaTd1cmU3RlZjUXVTYWs0bDhuTkFHMUJRZHM1R1h3U2dRY1c2ZHRzb25GeVkxSDJDelhOclRtNGs3UFkxR2dUVnNkdW1JRXBuVjJZT2ZSdVZzLzNLaUFBald3L0N5ODJUVG5YYWxuZ0IzN0Z1VzZzSVhXRXJoSzBRbEo0ZURUclpMZkpoRDBlTE1CVEZYNmUyV0p4dkZid0Q2Tm1nTTkxRE90cmNXSFIxZGdWQXA5ZHpJL0ZtaVFvcDdMbDh5RHlHQzhGK1FlUnExWmFJdUpLUTUyRFc2clVsdGhjcWhSSVhKNFZGSTlmUHpaczJOYTJqWlozbHptaDBHb3Z6dVNpUzArOWFpbHRVSzIrdDl6aXArN1BjVEk2aGQyZzNLK2Ribmc3d1hYTUd4QXRkeHBmNHZnU1Q3dVNDc2JQNGJOTlhuTHA1anZENEc3eXlkQm9mREpwSzdjQUh2NWVWeDlkekxPSTBONU9pYktZYys3bDVVNzlTUGR4Y1ZOeEpUZUNIZlVzQkNLbFUxeEpCNndncCtWS1VoYjBRNUVjNDRBUUNnVUJRSmdZMjdjM2VzRU9NYURXSURyVmJGZHQrZEpzaG5MdDFtY0ZOK3pDMjdUQ0hJa1ZrVWhtdjkzcVJ1aFZyY1RzMWdTWlZTaGJLNzBqUmhhTElyeWNVblJ6THhDVnZsM3Fzak56TUVxZkd0SzdaakE4SFRTVTgvZ1lTaVlSR3dRMm9YQ0J5cUtKWEFLY3hMVUJhVlc5R0ZmOUtObisyR1RtWmJENi8wN0xUMjZ4cTRRZksxM3UvYUtXSkVwVWN3NHkxc3kwVklRYzI2YzJMWGNmYkZabzNHQTNrbWhjd3p0TENpMjZKUk1MNDlpT3A2QjNJL08zZm85WHJtTDkxTWJIM2J2Tk1oOUZJSlZJME9nMm5veTlZK2lpZFhRa0pya2ZEU3ZVSnJWU1A2dVdySUpWSXlWSm5NM1B0Yk1Kdlh3ZmcrYzdqckxRRTg4aGJLT1ZvY3EyT20zUi9UUFY2QTczSzIvdzhnb2RIWm00VzE4M2k5L1hOK20vMnlCK0JraCt0T1FYVm9EZlliWk9IMHRtVnBQUmtudnY1alNMYkZXU3hPWjIwdEV3ZitBYmVLaTloSzRTdEVQekw2Qm5hR1I5M0wzcUZkQ2syNnIyNnYrbTdaVEFhbUxsdUxrTmE5S2VpVi9raWk3Q2taYWR6OU1ZcHkwWmsrMXF0a0V2bGJEeTdnKy8zTGluMXZFOUVuaTJ4dlhpaHkzZ0dOTzVKcEZuWHNHL2pIb1dLMTFUd0RpQTYrUlpyVG0wazBLczhQbTVlaGNZeEdvMGtwZDlseWVGVmdLblNhSTBDRG5zWEp3VUx4MzFtWlM4T2hCOWgzdmJ2VUd2VnlHVXkzdWoxRWwzcmQ3QTczL3dPU2lkWllUZUdTcUZrNXVDcExON3pHNXZPN2VCdVppcHYvVEdES1gwbVduUzFFOU9UdUhybnVxV1BuNXMzRFN1SEVCcGNqNGFWNmxrMmQyTlQ3dkRPNms5SXo4a3c2NGJhMWdKMWRYWWxWNnNtcDhEZm9vVDdTWUFwbXR0UFZib05ZTUgvSjhJQkp4QUlCSUl5NGU3aXhzSW5QMGVsS0RxeUpJOGE1YXZ5MjNOZjIxejRGRWV2a1A5MjhaREozWjlsUk11QlpCZFlHQUwwYWRTTlRlZDNrcTNPNXNOMXN4MGFyMjNObGxZVncvTEkvNEI4K01ZSjVteitobHl0R3FsRXlvdGR4ek93U1cvTCthVDBaQzdGWHNWYjVZV0hxeHRTaVlTOTRZZlJta1hUeTV0MVlHelJyVUZIZk4xOStHajlQTExWMmZ4NVlpTjZnNEVYT2o5SjA2b05xUjlVaHlaVlFtbGFKWlJhQWRVTENTVmZqZ3RuenRaRmxnZmQ0YTJlc0JzeFVkNWNSZmZremJORUpFYmg3KzZMUnFkaCtaRTFnQ25GcUxMZjQ5ZmgrWC9uZE5SNVM4UkdVUTY0akp3TUJuMDV2c2l4dGwvYWF5bVdZSStOYnl6SFlEU1NxMVdYZkxKbFFHL1EvNjNYSzRpd0ZjSldDRXBIbDNydEhFNU45bFo1MHI5eFR6YWMzY2Jkakh0OHY2ZGtVWGQrYmo0ODJYNUVhYWI1MEpETDVDd2Evd1ZYNHlNSTlDcDhEL1p2MUpPRnUzN2tabElNci84KzNhRXhSN1VaZ3R5R2d5enZ2alFhalN3NXRJby9qcThGVEZXdlB4ejBGZzJDSGtSRmg5KzVUbkw2UGJ4Vm5yaTVxTkRvZFB4KzFIUVBPc3VkOEZIWlRpMlZTV1ZNNmo2QkFFOS9mdHkvSEkxT3c2eU5DM0NTTzlHNlJqUGExbXpCdll3VW1sWnRTT1BLSVlWa0VJeEdJOXN2N3VXN3ZiK1piSmxVeG5zRFhyTXJsMURldzQvVXJQdnN2THlmME9CNktPUUs3bWVuODllcHpRQlU5YXY4MkNVSkJQOHNoQU5PSUJBSUJHWEdVZWRiSHFWeHZ2MVRxT0pYaWVVdkxmNWJyNWxmQkw2Y2gyMVI0aXArbGZoaXhQdjhmdVF2YnFYRTJVMHZrOHZrK0xuNzByNTJhNGEzR0ZEc3RmVTZIYmxhTlVvbkY5NGQrSHFoRk9NY3JaclpXeGJhN0Z2SnB5SzFBcW9WT1g3anlpRXNHUE14MDlkOGh0Rm90S1NldUx1NE1YLzBSemI3eE45UFlQSGVKWnlJZUZCUmNVeWJJVHpaenY1Q3BtdjlEcXcrc1lIVXJEU2JVVWt0cWpVdThmZFlVSEtPUjVwMGhseWNGTlFvWDlpaGs0ZkNTY0dJVmdQTGZEMjVWSWFmbXc4L1RwaGY1ckZLZ3IrN0gwNHl1YkFWK1JDMlF2RC95SXRkeDFQQko0QTlsdzhTZnoreHlDcWZZTklQOUhQM3BYR1ZFSVkyNzJkSmJlMFYyb1gyRG1RUlBFenlmNC90YWVUMmJkUU5tVlRLMWd1N2lVOUxRbXVPQWkySXE3TUxnVjRCOUd2VW85aENkUktKaEF4MUpnQkJQaFg0ZU1nMEtoUW9oaEtSR00wM3UzNnkyYjlMM2ZiRk9yV0d0aGhBT1E5LzVtejlocENndWpRM3A3MDJxOXJJS2dVMlArZGlMdkg5M3FXV2dodEtoWktwZlNZVldjU21XNE5PWEkyUDRNS3RLNHo3Ym1LaDg1M3FGbDlSVnZEZlFqamdCQUtCUUNBb0FYS1p2TXdwclkrSzBFcjFDQjFaci9pR0phQmozYmJrNk5UVURxaE9WZi9LaGM1WDlBcEE0YVJBblMvQ1NLbFFVcjlpYlY3czhwVE5YZkNDVlBHcnhGZGpQeUZibmVQUXo5YmR4WjNvNUZqQXBLM3lXcy9uaTlVZXJPSlhpZWxQdk1HeXczOFNseEtQM3B6R3FGSW9hVm9sbEplN09hWWxKaWdiSGV1MFJhZlRvVFBxQzZVNjVjZFo3c3lZMWtQdG5pOHA5cUlYSGpYQ1ZqeEEyQXJCL3lOU2laUW5tdlRtaVh6Um5xVkI2ZXlLMHB6Ky9FOUNJcEhRdTJGWGVqZnMrbERIbmRqdEdYemN2QmpRdUpmTnF0R1YvWUlzNmIxNWVLdThhRnVyQmMva0svaFNGQjNxdEthY3B6L0J2aFVkc2krdXpxN0Vwc1FCVUtkQ0xhYjBtVWlRVDJDUmZmbzA3RXBhZGhvN0wrKzNwTjZEdVZwdS9RNDgwYXlQUTNNVi9IY1FEamlCUUNBUVBESjJURjFkb3ZiKzdyNGw3cE9mb1MwR01OU0JTSTM4TktrY1dxWnIvaGNvS3ZWWExwT3o4ZlZsd0lOS2NLV3BFT2pyNW9OdjRXZHdtN2k1cUpnKzhIVk9ScDVsYUlzQkRvdmx0Ni9WaXZhMS90NElBNEUxcldzMG8zVVIwUVFCbnVYRS9mZ3ZSdGdLd2VPa1ErMVdkQkQyNDErQlZDSXRjcE1sdEZJOXRrMVppZEZvUkdmUUlVSGlrQk90SVBZaSsreTFmYVhuODhnbGNyclVhK2V3UnZIWXRzTVkyM1pZaWVjbStHOGlISEFDZ1VBZ0VBZ2VDa1ZGTkQxc2FnVlVMMUhGT1lGQThNOUIyQXFCUU9BSUVvbWtWSTc2MHBLL3dySkE4Q2dRRGppQm9Jd2twU2R6TlQ2eXpPUFVDcWhHUUFFQjR1aTdzU1NZcTQ4OUxBSzh5bFBGcjlKREhWTWdFQWdFQW9GQUlCQUlCQUtCZllRRFRpQW9JNWRpdzVtOTVac3lqL05henhjSzZTdHNQcmVUVGVkMmxIbnMvUFJ2M0pOSjNZVitpVUFnRUFnRUFvRkFJQkFJQkg4WHdnRW5FTmdnNWw0Y3J5eDlwOWgydnU0K1RPNytMTTJxTkxSNVBqa3poWmk3SnZIZkJwWHE0aUp6dGp1V3Y0ZDlNV0dKUklLL3UxK3g4eW1LNUl5N0dJM0dNbzBoRUFnRUFvRkFJQkFJQkFLQm9PUUlCNXhBWUFPandVQnV2aXBkbU5ybmRBQUFJQUJKUkVGVTlsQnJjbWxjT1lUR2xVTnNubDl5YUNVeGQyTnhsanZ6eGZEM1N5VWVDdURtNHNheUZ4ZVZxbThlUXhkT0lDTW5vMHhqQ0FRQ2dVQWdFQWdFQW9GQUlDZzV3Z0VuRU5pZ29rOGdQMDZZYjNtZm1KYk05RFdmQVRCcitIdVVjemRGcXhVbklud2pNUXFBdWhWcWx0cjVKaEFJQkFLQlFDQVFDQVFDZ2VEZmpmQUlDQVEyY0pJNUVld2JaUE5jb0dkNUtub0hPRFJPWkZJMEFDRkJkUi9hM0FRQ2dVQWdFQWdFQW9GQUlCRDh1eEFPT0lIZ0lYQTNJNFhicWZGV3g3STFPYVJrcGdMZ0pIZm13cTByTnZ2S3BUTHFCOVY1NUhNVUNBUUNnVUFnRUFnRUFvRkE4SGdRRGppQjRDRndQT0lNQzNmOWFQZjhyd2RYMkQzbjd1ck9tc2svUDRwcENRUUNnVUFnRUFnRUFvRkFJUGdISUJ4d0FzRkRSQzZUVWRXL3NrTnQwM015U1V4TGNxaHRSazRHQXhlTUs4dlVIQ29xSVJBSUJBS0JRQ0FRQ0FRQ2dlRGhJeHh3QXNGRHhFZmx3emRQZnU1UTJ6MVhEako3eXpjT2p5MGNhQUtCUUNBUUNBUUNnVUFnRVB3N0VRNDRnZUFSY3p6aU5BQjFLdFRDUytsUnFqSGNYZHo0L3BsNVpackhDNys4U1VadVpwbkdFQWdFQW9GQUlCQUlCQUtCUUZCeWhBTk9JSGpFekZnN0c0QlBocjVEODJxTlN6ZUlSSUt2bTNmWkppS1JsSzIvUUNBUUNBUUNnVUFnRUFnRWdsSWhmZHdURUFnRUFvRkFJQkFJQkFLQlFDQVFDUDZmRVE0NGdVQWdFQWdFQW9GQUlCQUlCQUtCNEJFaVVsQUZBb0hnUDhTOXpCUXV4NFkvN21rSUJQOHBrdEtTSC9jVVNreFNXckt3RlFMQjM0eXdGUUtCd0JIaTd5Yys3aWtJU29sd3dBa0VqeENkWG1kNUxaZVYvbll6R2cwa1o5d3IwMXlNUmtPWitnditQemdaZVpaTDRrRlpJUGhieWRYbVB1NHBsSmlEMTQ1eDh1YTV4ejBOZ2VBL2hiQVZBb0hBRWRSYTllT2VncUNVQ0FlY1FQQUl5ZEprVzE2N3U3aVZlcHpNM0N6R0xuN3BZVXhKOEI5RUtYZEJMcFdqTStoUTZ6U29kWnJIUFNXQjREK0pWQ0pGNWF4ODNOT3dpOHBaYWJFVnVWbzF1ZUlCWHlCNExBaGJJUkFJSEVFcWtlTHVvbnJjMHhDVUFPR0FFd2dlSWFsWmFaYlhIcTZsZDhBQktCVmxleERMVm1jWDMwandmMG1iNmswWkdOcU51UHNKajNzcWdsSmdsTWhBNG1SK28wTmkxQlhkUWZDUEpjRERuNjYxMnp6dWFkaWxTNjNXWExnVExtekZ2eFNqUkE0Uzg2TzlzQlgvYW9TdEVEeHFoTDM0L3lEQXc1OCs5VG8vN21rSVNvQnd3QWtFcFNRNTR4NW5vaS9Rb1hacnUyMmlrbUlBVURncDhGRjVsL3BhN3E3dXJKbjhjNm43QXd4ZE9JR01uSXd5alNINGQxTERyekxmREoxSmhqcnpjVTlGVUFxMjNZcGk2YlV3QUhvSFYrWEoydlVlODR3RXBjWER4UjJuTXNnUlBHcnFCdFFRdHVKZnpKckk2L3gxOHdZQVE2clZaR2oxV285NVJvTFNJbXlGNEZFajdNWC9CLzkwV3lFb2pQaHRDUVFsWk1uaFZkeE1qQ1kyNVRZQUlVSDJGOE9ub3k0QVVEZXdWcGswNEFTQ3N1SXNkOEpYWG5vbnNPRHhvWEorSUxUcjRxVEF0d3pPZklHZ09JU3QrUGVpZEhhMWVpMXNoZUJSSW16RnZ4dGhMd1NDeDRQd0NBZ0VOakFhamNTbTNDYjh6ZzJ1eEYzbFlteVk1ZHlCOENPVzE2N09MdVJvY215T2taNlR3ZEhySndEd1VybGpNQnFRU3FTUGR1SUNnVUFnRUFnRUFvRkFJQkFJL25FSUI1eEFZSU8vVG0zbXgvM0xDaDEza3NtcFY3RTJqU28zb0ZGd0Eyb0ZWa2N1bFhQMVRrU2h0ai90WDA2MnVaclYvdit4ZDkvaFVWUmRBSWQvVzlJcklRbUIwSHZ2VlhwSHBJdUFJb3Fpb0I5aUw0Z0Z4WTRvMk1BQzBsR0tkT205OTFCQ0RTR0ZoSVQwdXB0c3RueC9iTEtrN0NZYldsRFArencrSnJOM1p1Nkc3TTNNbVh2UHVYaUk4SVFvbnVzNm1qWTFXOXp6L2dzaGhCQkNDQ0dFRU9MQklRRTRJYXhvV3ZYV3N0TGFGV3JRb25vVFdsWnZTc05LOVhCMmNDclMvdUZtUGVqZHBDc0tGQUQ4Y1dRMVc4L3RCcUJCeFRxRXhvY1RIaC9KKzZ1K29GV041cnpRNHltNk4reEVwM3J0TGZzSUlZUVFRZ2doaEJEaTMwa0NjRUpZVWJ0Q0RhWU1mSVhtMVpyZzVlcFpZbnVWVW9WS3FTSmJyMlAyanZtc083VVpnSG9CdGZseTFJY2taaVR6MC9hNW5Bdy95OG13MDd3d1A1akJyZm94cHVOakJYSXcySkt1VFdmd3pERjM5SjZrUkx3UVFnZ2hoQkJDQ0ZFMkpBQW5oQlZLaFpLdURUcVdhcDlURVdmNWVlZENJaEt1QTFETnR3cWZQRFlaWndjbkFzc0Y4UG1JOTlsejhTQy83RjVFVWtZeXE0OXZaTitsdy95djV6TjByTnUyeE9OTEFFMElJWVFRUWdnaGhQaG5rZ0NjRUhmQVlEUndNdXdNSzQrdjUyemtyVUlOM1J0MjVPVSs0NHZNYnV2V29DTnRhclpnenM3NWJBL2VTMEo2SXRQV3pxQlQzWFpNN0QwT0h6ZHZxK2R4ZFhMbDg4ZW0zRkZmcDZ6OEhFMjI1bzZPSVlRUVFnZ2hoQkJDaU5LVEFKd1F0K253MVJQOHVHMHVDUmxKbG0wQjN2Nk02ekthTHZVNzJOelB6Y21WTi90UHBGM3RWbnkzOVRmU3Rla2N1SEtVTHZYYTI1eDFwMUtxYUZDcDdoMzFWNlZVM2RIK1FnZ2hoQkJDQ0NHRXVEMFNnQlBpTmpXcDNBQ1Z5aHpVcXVJVHlLQ1dmWG00V1U4Y1ZBNTI3ZCs1Ym5zYVZxckxONXQveHMvRHA5UkxYb1VRUWdnaGhCQkNDUEhQSUFFNElXNlR1N01iN3cxNkhZMU9RNHRxVFc3ckdPWGRmZmo4c1Nub0RYcXJyNy9VZXh3djlSNTNKOTIwV0RWcDNsMDVqaEJDQ0NHRUVFSUlJVXBIQW5CQzNJRjZGV3ZkbGVPb1ZmSlJGRUlJSVlRUVFnZ2gvcTJVWmQwQklZUVFRZ2doaEJCQ0NDSCt6U1FBSjRRUVFnZ2hoQkJDQ0NIRVBTUUJPQ0dFRUVJSUlZUVFRZ2doN2lFSndBa2hoQkJDQ0NHRUVFSUljUTlKQUU0SUlZUVFRZ2doaEJCQ2lIdElBbkJDQ0NHRUVFSUlJWVFRUXR4RDZyTHVnQkQvSmpwOURucWpIZ1VLWEJ5ZHk3bzdRZ2doaEJCQ0NDR0VlQUJJQUU2SXUyak9ydmxzT3IwRER4Y1BWazJhZDkvT08yblJ1OFNuSi9CcTN3bTByOTM2dnAxWENDR0VFRUlJSVlRUUpaTWxxRUtVZ3NGb1lPbmhWWnlPQ0Vhbnp5bnI3bGpFcHNhUm5KbGExdDBRUWdnaGhCQkNDQ0dFRlRJRFRvaFNPSFQxT0l2MnJ3Qmd5cUJYNlZyL29UTHVFZWlOZWpLenRRQjRPTHVYY1crRUVFSUlJWVFRUWdoUm1NeUFFNklVL2c3YURrQjVOeDg2MW0xYnhyMHhpMG0raWNHb0I2Q0NsMzhaOTBZSUlZUVFRZ2doaEJDRnlRdzRJZXdVbVJoRlVNUTVBQjVwMlF1MTh0NThmTTVkdjhEN3E3Nnd1NzNSWkxKOFBXN3VLNlU2VjVzYXpYbC95QnVsMmtjSUlZUVFRZ2doaEJDbEl3RTRJZXkwNk9CS0FOUXFGZjJiOXI1bjV6R2FUR1RsWk4vV3ZxWGRMOXZ3NE9TeEUwSUlJWVFRUWdnaC9xMGtBQ2VFSFVMand0bC82VEFBZW9PQnNiKytaTFdkem1CZUNwcXVUV2Z3ekRGMkgzL2VjOS9oNitFRFFQMUtkVmc0NFVlNzlrdElUK1N0UHo3R2FESUM0S2gyNUxQSHB1RHY2V3ZYL2s1cUo3djdLSVFRUWdnaGhCQkNpTnNqQVRnaDdEQnY3N0lDMzlzejA2dzBzOUZNM0ZwRzZxUjJKTURPWEc3ejl5M0RhRExpNytsSERmK3FITDE2a25sN2xqRDk4WTl3VWp2YWZYNGhoQkJDQ0NHRUVFTGNPeEtBRTZJRU84L3Y1MlRZYVFCNk4rcEtoenB0YkxiZGRIbzdKOExQNE9yZ3pKdVBXSjhsWjQybmkwZXArN1hwOUhiMlhEd0V3TE5kSHFkNXRTYThjT01OTHNWYzVZc05zL2hnOEJ1b2xLcFNIMWY4KzZSbzA5bDM5U2czMHVMS3VpdmlObHhPU1NRbkpRYUEwNkZ4L0p4MnBZeDdKRzVYQmZmeWRLdlRubkt1WG1YZEZhdVNOYW5zRHowdVk4VS8xRFd0RVUrMStZSGV1YWl6L0p3WVhNWTlFcmRMeGdweHJ3VW54cEdURWcvQTBTc0paTXA0OFkvMG9JOFZvaWdKd0FsUmpCUk5Hbk4yTFFEQXo5T1hpYjNINGVMb2JMUDlpWEJ6b0U2bGRyaW5WVkozbnQvSEQ5dm5BZEN1ZGl1Nk5laUlRcUhnZ3lGdjhNN3lhUndPT2NISGEyY3daZUNyT0R2SU10UC91a1BYVHZEVzJpOUl5RXd1NjY2SU8zUVdXRlhXblJDM3pkdkZrNjhHdjhQdzVnK1hkVmVzMm5ubEVPOXRtQ0ZqeGIvQTdyTHVnTGdqTWxhSSsrbHNXWGRBM0xZSGZhd1FSU25MdWdOQ1BLaU1KaVBmYko1TnVqWWRnRWtsQk4vdVY1OFc3UHVUNlgvL2lORmtwS1ovZFNZUGVCbUZRZ0ZBNDhvTmVLdi9TeWdWU281ZVBja2J5ejRrT2ptMlRQc3N5bDVrU294Y0pBdnhBRWpScG5FdEliS3N1MkhUdFlSSUdTdUVlQURJV0NHRXNNZURQbGFJb21RR25CQTJMTnkvbkdPaHB3RG8ycUFqN1dxMUt0UCtoTVZITUd2TEwxeUt1V3JacGxhcVNOZG00T3JvWXRuV3JVRkhBTDdlOUNOWGI0Yngwb0szR2R2MWNRWTA3eU5MVWdXMS9LdlRwRXJEc3U2R0VQOHBsMjZFY0NrbXBLeTdVU3IxSzlhaGZxVTZaZDBOSWY1VFpLd1FRdGpqbnpoV0NETUp3QWxoUlVqc05mNDhzZ2FBcWo2QnZOTG4rVExyUzF4YVBFc1AvY1cyNEwwWWpRWUFPdFZ0eCtYWVVLN0VodksvaFcvemVyOFhDeXg1N2RhZ0krWGR5L0hKdW05STFhUXplOGQ4TnAvWnhlaU9qOUtwVGp2TGpEbngzOU9rU2tOZTdEbTJyTHNoeEgvSzRvTXIvM0VYeXExck5tZE14OGZLdWh0Qy9LZklXQ0dFc01jL2Nhd1FaaEtBRThLS09nRTE2ZGJnSVk2RkJ2SGgwRGR4YzNLOTczMjRGQlBDMnBPYjJYLzVNSHFET2ZEbTRlTEJpejNHMHJOUloxSTBhWHk2N2h2T1hiL0l0TFV6R05LeUg4OTFINE9EeWdFd0Ixcm1qSjNCcksyL2NDejBGR0h4RVh5Njlsc3ErMVRpNGFZOTZkR29NejV1M3ZmOWZRa2hoQkJDQ0NHRUVQODFFb0FUd29hWCs0em5TbXdvVmNvSDNyZHphblJhMXAvYXlzNEwrNGhNaUxKc1Z5cFZER2pXbTZjNmo4REQyUjBBYjFkUHZoejVBWE4yTG1CajBEYldudHFDVXFWbVF2ZW5MUHVWZHkvSEo0OU9adStsUTh6ZHM1UzR0SGlpa203dzI1N0Z6TjI3aEhvVjYvRDJJeThSV0M3Z3ZyMUhJWVFRUWdnaGhCRGl2MFlDY0VMWTRPYmtTb3RxVFFBWS9zTTRjdlM2RXZmUkdmUUFwR3ZUR1R4empGM25tVHJzTFZwV2F3cUFzNE1UaDY0Y3N3VGZIRlJxK2pUcHpzaDJRNmpnNVZka1g3VlN6YVRlejFISk80Q3RaM2Z5NUVQRHJaNmphLzJINkZDN0RWdlA3V2Jsc2ZYY1RJM0RaRExoNTFsZWdtOUNDQ0dFRUVJSUljUTlKZ0U0SWV5UXBkT1NreHRjczN1Zm5HeTcyaGx5bDVjQ0tCVkt4dmNZdy9TL2Y2Si8wNTcwYmRxRGNtNWV4ZTRmbFJSRDN5YmRHZGlpTDQ1cUI1dnRITlVPREd6UmgvN05lbklpN0RTN0x4NlVYR0JDQ0NHRUVFSUlJY1I5SUFFNElld3dkZWhiR0l5R0V0dHRPTDJkRTllQ2NIVjA0WjBCayt3NmRwMkFXZ1crYjF5NUFRdkgvMkMxVUVKMGNpeGFuUlp2Vnk5OFBYd0lqUXZuM1JXZjRPN3N6clJoazZuc1U3SFljMmwwV2x3ZFhXaFhxMVdaVjNVVlFnZ2hoQkJDQ0NIK0t5UUFKNFFkMnRSc1lWZTdvOWRPQWFCU3FXbGZ1L1Z0bjAraFVKQ1pyV0hSL2o5NXFHNDdHbGV1ajBxcFl1YVdPWnk3ZnBGaGJRWXdvZnRUS0FDbFFrVjBVZ3l2TEpuQzFDRnYwYlJxUTZ2SERJbTl4cWZydjZWSGc4NDgzWG5rYmZkTkNDR0VFRUlJSVlRUXBhTXM2dzRJSWF3N0ZIS2N0YWUyOE82S3o4ak0xbGh0VTlPL090ODhNWTBLWG41a1pHWHkzcXJQT0JSeTNHcmJ3MWVQRTVzU3g3TERmN0V0ZU0rOTdMb1FRZ2doaEJCQ0NDSHlrUUNjRUErb1BaY09BZEM2UmxNOFhUeHN0Z3NzRjhBM1QweWpvbmNGZFBvY1ptejZpVlJ0R2dCWGI0YXg0dWc2RXRLVEdOTnhCTzFxdFFSZzFwWmZPUk41L3Q2L0NTR0VFRUlJSVlRUVFrZ0FUb2dIVVpvMm5hRHdjd0QwYU5pNXhQWitIdVg1ZXRSVWFsZW93YWZEcCtEbDRnbEFSRUlVOC9ZdTVmbDVyNkZRS0hobndNdFU4UW5FWU5UenlicHZpVW01ZVUvZmh4QkNDQ0dFRUVJSUlTUUFKOFFEYWNmNWZSaU1lbHdjbmUzT0plZm42Y3VQVDMxSnc4QzZsbTN4YVFrQUJIajdBK0RtNU1xSFE5L0EyY0dKZEcwNkg2K1pnVmFYZGZmZmdCQkNDQ0dFRUVJSUlTd2tBQ2ZFQTBadjFMUDZ4TjhBOUdyVUZXY0hKN3YzTFZ3NU5TcnBCZ0JWeXdkYXRsVXRYNW1KdmNjQkVCWWZ3YklqcSsrMHkwSUlJWVFRUWdnaGhDaUdWRUVWd2dxOVVVK3FKcjNVKytseWNzeGZtRXdrWmlTWGFsOG50U1B1em03c3VYRFFNbk50WU11K0JkczRPQU9nc1ZHVUlUK1R5VVJ3OUNVQWF2blhLUEJhbjhiZE9CdHhIcFZhelpNUERTOVZQNFVRUWdnaGhCQkNDRkU2RW9BVHdvcncrT3RNWFBqT2JlK2ZucFhCRTdNbmxHcWZEblZhODlIUXQ3a1lFNEpDb2FCNTFjWlVLMSs1UUp0QTd3Qk9BUHN1SDZGOXJkWlU5NnRTWk5ZYlFMbzJnNDJudDFseXZMV3UwYXhJbTljZWZnR1ZVbFdxUGdvaGhCQkNDQ0dFRUtMMEpBQW54QU5tVXUvbkdObHVNQm9ydWRuNk4rL0ZodFBiMEdScitHak5kTHVPMTdGT08ycjZWeSt5WFlKdlFnZ2hoQkJDQ0NIRS9TRUJPQ0dzcU81YmhTVXZ6cm12NTNSVU8xaSs5dmYwczlxbXVtOFZ2aHI1QVVzUC9rVmtVcFROcGFocWxScGZqL0owcnRlQkVXMEgzWlArQ2lHRUVFSUlJWVFRd2o0U2dCUENDclZLalo5SCtiTHVobFZOcXpTazZhaUdaZDBOSVVRcDZmUTU2STE2RkNod2NYUXU2Kzc4WjJUbFpLTlVLQXM4NUJEaVFTWmpSZG1Rc1VMOEUyWGxaR00wR1ZFcFZUaXBIY3U2Ty84WkdWbVp1RHU3bFhVM3hEK1FWRUVWUWdoeFY1eUpQRTlFUWxTWm5mL1BJMnQ1Y2NIYkxEdjhWNm4yMjN2eElJTm5qbUhNenhQdlVjL001dXlhejlCWlR6UG1sM3Q3bnNJbUxYcVhVVDg5ejVHckorN3JlZStGaUlRb0ppLy9oTDJYRHFFMzZFdHNmeUw4REJQbXY4RlBPMysvRDcwVDk4bzNtMmJ6L056WG1MWDExN0x1eW4waFk4V2RrN0hpMytYYzlRdDh0KzFYVmh4ZGQxdjdIdzQ1d2VDWll4ajIzVmdBVWpScC9MQjlMbG9yNlY0S203L3ZEOTViOVFXSFMvbTUrUHYwTmtiUG5zQVAyK2ZlVnAvdE5YSGhPd3lkOVRUVE4vNXdUOCtUWDN4YUFxTitlcDVSUHoxUG1yYjBSZXNlTkZ2TzdXTDYzejhTSEhXeHhMWkdrNUUxSnpjeFpzNkw3RHkvL3o3MFR2emJ5QXc0SVlRUWQreGsrQmsrV3YwMWFvV1N0d2U4VEljNnJRdThIcE55azlrNzU5L1JPZHljWEpnODRCV2JyeWVrSjNJdExwejZsV3FYNnJoNm80R3NuR3djMUNWZmlCZkhZRFR3NTlFMU5LcFVuNGFCOVI2WVdSU3hxWEZsZG9HczFXV1JucFZPbWphRE5HMEdHVm5tLzZkbHBaR1NtVWFTSm9XVXpCU1NNMVBKMG1XeCtNWFpLQlcybncydVBMYU9vSWh6WEwwWlJ1c2F6VkdyaXIrTU9YLzlFckVwY1d4SjJVbkR3THIwYmR6OWJyOUZjWS9wRFhvT1hEbUtScWVsZmFGeDVaOUt4b3FpWkt3UXhZbElpR2JUNlIzVXIxaWJFZTBHbC80QUN2Tk1NWlhTL0hzd2ZlUDNuQXcveTZVYklVeDc5QjNLdS90WTNjMWdOTEQ5M0Y0U001TUk4UEtqUTIzN3h5Q3RMb3VFakdUU3RCbWw3MjgrMGNteEhBNDVUdk5xamFubFg5MXE4Ylg3TFZPbkpUa3pGYURFejliZFpqS1p5TXpXa0o2VlRtcStzU0k5SzUxVVRSckptbFJTTWxKSjBxU1Nva21oam44TjNoL3loczNqR1UxR2xoOVp5NDNrV0pJeWt2bHk1QWNsOXVGUXlERTBPVmw4dCsxWGFsV29UblhmS25mekxZcC9PUW5BQ1NHRXVHUGwzWDN3ZFBFZ0lUMlJqOVpNNTZuT0l4amRZYmpsOWN4c0RjZENUOTNST1R4Y1BPNjBtL2ZVb2F2SFdiUi9CUUJUQnIxSzEvb1BsWEdQUUcvVWs1bXRCY0REMmYyT2pyWG40a0hTdE9sb2RWbGs1V1NUcGM4bUs4Zjh0U1piUzJaMkpwblpHalE2TFpuWldqS3pOUmlOaGxLZEl6SXgydWFGYkVKNkVyc3ZIZ0JnVlBzaHVEbTVsbmk4SnpzT0p5ajhMQmRqUXZocCsrL1VENmhETmQvS0plNG5IaHhucnA5SG96UC9EbmVvM2VhT2poV1hGcy96ODE2L0c5MnlhZGFUbjFMRHIxcXhiV1Nza0xGQzNGL3FRb1hISnZaK2p2ZFdmc2JWbTJHOHZQZzlQaHYrTHRYOXFoYlo3OWkxSUJJemt3QVkyS0p2Z2RkeUREbEVKOFhZUEdkaVpncGd2djRKajQrMDJjN1hvM3l4U3huWG5kek11bE9iVVNwVkxIcmhSL3pjeXo1RlRwckdIS2hYcTFRNE96amQ5bkV5c3pYc3Yzd0ViVTRXMmJwc3REbFpsckZDbTVPTnhqSk9hQ3ovYVhWYVRDYVQzZWZRNXY3OXNPWEFsV1BjU0k0RllHeVh4MHM4bmxLaDVPMEJrNWd3N3cweXN6Vjh2dTVidm4vcXl6djZPWWovRmduQUNTR0V1R1BWZmFzd2EvUW5URm54R1pGSjBTemF2NEtZcEp1ODJtOUNnYWVqYXBXS3IwWitXS3BqWDQwTFo4Nk9PNXM5bDJQSTRWaG9FQUROcWphNkozazcvZzdhRGtCNU54ODYxbTE3MTQ5L08yS1NiMkl3bXBkZlZmRHl2Nk5qYlRtN2k2Q0ljNlhhUjZWVTQrbmlocWV6T3g0dW5ybi9OLy9uNmV5QnA0c0hIcTYzdnE3b1hjSG1zZjQ2c1JHOXdZQ3ZlemtHdHV3SG1KK0VhM09LbjduNHY5N1A4dHJTOTZsVG9TWW9zQVJ6ckhGMWRDblYreFAzM3RHcjVzQjlPVGV2VXM5dUxjeG9NcEdWazMwM3VtV1R3V2dzc1kyTUZVWEpXQ0h1cGJ6ckVKUEovUGtNTEJmQXpOR2Y4dmJ5ajRsTWlHSmQwQlplNlRPK3lINS9IZDhBUU5PcURZc0VmT1BTRXBrdy84MFN6MzB5N0RRVHdrN2JmUDMxL2kvYW5IR1psWlBOOXZON0FlaFl0KzBERVh3RHVKNWtUamRTd2RPdjJKbW9KWEZVT3pCNzUzeXlTemt1TzZvZGM4Y0lEenhkM00xZnUzcmNHaXR5dDNtNmVPTGg0bzdKWkxJNWMzQmw3ckxtam5YYVViK2krVytNM3FoSHA4K3hlWDQzUjFlZTZmSUVQMjZmUzRQSzlTMTUrS3hSS3BRU25CTUZTQUJPQ0NIRVhlSG42Y3VNSno1bVN1NVQ1ZTNuOStMaDZzR0U3azlaMmloUTBMaHlnMUlkMTU0YjJwSm9zclZNV3pzRGdPL0hmRUc5aXJYdStKajVSU1pHV1c0NEgyblpDN1h5M3Z4NVBYZjlBdSt2K3NMdTlzWjhUNG5IemJXOWZOZWFOaldhRjFpMjBiZEpkN3pkdkhCemNzSFYwUlZYSnhkY0hGMXdkWFRCMWNrRlZ3ZFhjZ3c2NXUvN2s3RDRDQ3A2VjJEcTBEZExuQTFrajhTTVpEWUdiUVBncVM2akxJbW1yeWRGMnoyaktUanFJdU5MYVB2WHkvTWxxZko5TU9ibmlhUnAwK3hxbTNjVGxLSkpZK2lzcDB0MW5nWGpmNlNjbTVmVjExNS8rRVg4UEczZnpLWnAwdmxpdzNjQXZObC9JdVU5eXRsc202SE41TFAxTSszcWs0d1ZNbGFJKzg5UlpWN21uVDlJVXM3Tmkra2pwN0x3d0hMKzEvT1pJdnRjamdubDNIVnpUckJtVlJweE9TYlU4cHFUMmdGUFYwKzZOK3hrODV6WEU2TzVlak1NZjA4L0dsV3VaN05kSlMvYndlU2Q1L2VpeWRZQU1DUTNtSHd2L0hGa05YOGVYbU4zZTMxdXNQNUd5azBHenh4VHFuT043Zkk0UTF2MUI4QkI1Y0NqclI4aFBpMFJWeWRYWEJ5ZGM4Y0pWL1AvYzhlTW1OU2J6TnV6bERSdE9xMnJOK1BkUWEvZWxjL2ZvWkRqWElrTlJhVlU4MnpYSnl6YnQ1elp6US9iZjdQckdGdk83R1RMbVowMlg2L3BYNTA1WTZmZmNWL0Z2NGNFNElRUVF0dzFYcTZlVEI4MWxmZFdmVTZXTHB2UkhSNHQ2eTdkRldIeEVmaDcrdGxjeXJUbzRFckFQTU92ZjlQZTk2d2ZkektEcDdUN1pSc0tQdjN0M3JCVHNUY2JoNitlNEx1dHY1Q2NtWXBTb2FSRG5UWUVGSE5qb1Rmb3VSeHpsVWFWNjVmWWx4VkgxcURUNjZqcFg1M2VqYnJhL3liRUEwbWJ1OFNvTkV5MzhidHZhMFlDUUlOS2RhaGEzdllTdy9qMFJNdlhEUVByRVZndXdHYmJ4SXhrdS9za1k0V01GZUx1eWN6V3NQYlVwaExiSmFiZitvd3VPZlFYQ3NXdGdMT2ZwdzhyanBsblFZMXFOeFJWN25MVmhRZVdXOW9zUHJpU3hibWZYWUNLM2hWWU1QNEhKZzk0MmVZNVZ4MWJ6OVdiWWRTdlZLZllkcmJvOURuOGNXUXRBRFg5cTVYNjRXVnA2UFg2MnhvdmJtZGNOaFFxaXZKMDUxRTIyeHBOUmxZY1hjL2lnOHZSR3d5NE83dlJzVjY3WXBlVnAyalNTTkdrbHBpWHpXUXlzZmlnT1JYQUk4MTZVZG1uWWluZWhSQzNUd0p3UWdnaDdpbzNKMWMrZit3OXNuS3lpenloMUJzTmZMU21kRThDVXpYM1B5bDR0bDdIbVloZ2psNDd4ZEhRVThTbkpmRDc4OTlidmVnTGpRdG4vNlhEQU9nTkJzYisrcExWWStweUx6clR0ZW1sZW1JODc3bnY4UFV3SjRpdVg2a09DeWY4YU5kK0NlbUp2UFhIeDVZZ2hLUGFrYzhlbTRLL3A2OWQrenVwN1ZzeWtabXQ0ZGM5aXkxUGdPc0cxT0tWdnVPcFhhR0d6WDJpa21MNGF1UDNYSWtOWlhqYmdUemI1UW5MVFU5aDBjbXgvSDFtQndEanU0K3hMSGRKMWFSUnhTZVE5YTh2S2JKUFRNcE5YbDQ4QlYvM2NqelpjWVRkeS96eVpzdUkrK1B0UjE2aWViVW1ObC8vYVBWMHJzU0c0cWgyWk1INDc0R1NrNC9IcGNYejZwTDM3Mkl2N3g0WksyU3NFSGRYZWxhR0paK2l2UmJuQzZ3Vk5yek5JRlJLRmFjamdqa1pkaHFWVXMxTHZaOHQ4dS90a204SjhwWnp1emg0NVZpUlk4VW0zd1RNQlQ0KytPdkxJcTgzQ3F6UHFQWkRiUGJsN3pQYmlVOUxBQ0E4SWNybVdKQVhBRHNVY3R6dThhS2lkd0EvUC9PMTVmdWhyUitoZDVOdWR1MTdLT1E0dit4YWFQbStzazhsUGg3MkRtcVY5YzlsWWZibW1JeEtpdUdiemJPNUVIMFpnTzROT3pLaCsxaWJzNW9Camw4TDRwdk5zOUhvc25pajN3dDBiZERSWnR1ZDUvZHhMUzRDZDJjM251eDBLMmR4cWlhTmg1djFvSGVUb2dIOHZaY084YzJtMlRTdTBvRG51ejFwMTZ4ZDVRTlFORU04V0NRQUo4Uy9VSEc1RG9TNEgvS1dEaFJtTXBrNEhIS2lESHBVTW9QUndOK250M0UwOUJSQkVjSG85TG9Dcjl1cVZEaHY3N0lDMzl2ek5MZzBUNHhOM0hwUzc2UjJKTURPL0V6ejl5M0RhRExpNytsSERmK3FITDE2a25sN2xqRDk4WS91eXMyanlXUml4L2w5ek51N2hPVE1WTnljWEhtNjgwZ0d0dWhyTXllTXlXUmk0K250ek4yejJQSXowT2kwNlBRNXVEaGF2M2ovZWRjQ2NneDZPdFpwUjR2Y1lFMVNaZ3JqZm4yWldnRTFHTmR0TkEwcTFyVzBOeGdOek5yNkM5azUyY1NuSjFHMWZHQ1I5NXV0MThrTjlBUEF6Y21WOHU3V2wzWmVpTDdNbFZqemtpK2RYa2VLSm8xYS90VkxQT2E5enZGMkoyU3NrTEZDMk8vcXpUQXljNWRmUmlmZkFNenBKTTVFbmdmTWdRMi9mRUhpMWpWYjRHQWpDSlNUazhPSjhETUF0S3JSSEVlMTlWdGdsVUtKM3FEbjU5d0EwNkFXZmVqZnJGZXgvWXhJaUNxMnlGUmlaaEtKb1VsRnR1Y3RpN1VtTTF2RDhpTzNsb1FhalFheVNpaFVZalFaN1I0dnNncmxRM1IzZHJOclNhZFdsOFdHb0swQXRLdmRpckM0U0tLU2JyQWhhQXN2V2xuR2V6dXljckw1OC9BYVZoMWZUNDVCVDZCUFJTYjJlcFpXMVp2WjNFZWowL0w3M21XV3ZqazdPSkZjVEpxRHpHd044L2FaeCtNeG5VYmc1ZUlKd0xIUVUzeTBaZ1pkNnJmaitXNVBGZmo3bEpDZVpBazhwbVNtVXNWSHhndHhleVFBSjBRWmlVeU13czNKemViTngrM0t6TmJ3N0c4djA3QlNQVjdwTndGdlY4KzdlbndoQ2pPYWpNemE4Z3Z0YXJVcWNmYUFXcVhpdXljL0w5WHhRMkt2TVd2ckwwVzJYNHNMTC9EVStYTE1WVXY3eFFmTVQ4UVZTaVZQUGpTOHlMNWd2c0c3RW51TjQySG00Z3lhYkEzZmI1dHJlVDNBMjUvYS9qVTRjT1VvWVAxaWVlZjUvWnpNVGE3Y3UxRlhPdFN4WGFWeDArbnRuQWcvZzZ1RE0yOCtZbjNtaXpXZXQxSDlkZFBwN2V5NWVBaUFaN3M4VHZOcVRYamh4aHRjaXJuS0Z4dG04Y0hnTjJ6T0lySEgxWnRoL0xUamR5NUVYMGFwVkRHb1JUOGJpMEFPQUFBZ0FFbEVRVlNlN0RUY2NoRnJUWFJ5TERPM3pMSGsxQW53OXVmMWZpL1NyR29qbS9zY0Nqbk9zZEJUT0RrNE1iN0hyU2Y3Q3c4c1I1T1R4Y1ViVi9CMExuak9GY2ZXY1RINkNnQ3Y5cDFRWkhiTnNkQlQvTGhqSGs5MmZJdytqZTE3NGkvdXY0V0ZaclVFaForekt3RDNvSkt4UXNZS1VUby83MXBnK1IzSUU1a1V6ZHQvZmd5WWd5eS9QUHVONWJXMyswL0V5OFkxYjVvMm5jZCtHQWZBcE43amlpM2k4Y2VSMVlURlIrRGg3TTdvanRhdkg2d1oyVzRJb3pvTUxiSGQ3Z3Y3QzF4cldQUHI3a1VrWjZZQzhIeTNKNm5vYlhzSi9Pd2Q4MGpJU0taK3BicU1hRHZJcnI2Nk9EbmIxUzQvazhuRWQ5dCs0VVp5TEE0cU5mL3IrUXl4S1hGTVh2RUphMDl1eHMralBNUHRQTDh0KzY4YzRaZGRpNGhQUzhERDJaMW51dzFuVVBNK0JZcDVGWFl5L0F6ZmJmMlZtNm54QURTdjJvUlgrNDB2OXQ5NDhZRVZKR1VrVThPdkdnT2FtMU1CR0l3RzV1NVpqTUdvSnlRMkRLOTg0Nm5KWk9MYnpiUEp5TXJFMWNHWnFVUGZMTEFpd21BMHNQYmtacFlmWGNPTXh6OHVOcjJCRUJLQUU2SVk2MDl0NFVxK3BLdjJjbkYwWVdMdloyMitucHlaeW5zcnZ5REhvR1BLb05kb1dxWGhuWFN6Z0FNaFIwblJwQkVhSDE3Z2o0Y1E5OHJ5bzJ2WmVtNDNXOC90WmtqTGZqelhmUXdPTnA3c0tsQVV1OXpJbXJ3bjRJV0Z4VWV5NU5DcUl0dERZcThSRW5zTk1GZWZLaHlBQzRvNHg2WXoyemwyTFlpa1FybWJHZ2JXbzMydFZyU3YzWnBxdnBXNUZCTnlLd0JYNktsbWlpYU5PYnNXQU9ZQ0ZCTjdqOFBGMGZaRjdZbHc4ODIzU3Uxd1R5c2Y3ankvangrMnp3UE1UNmk3TmVpSVFxSGdneUZ2OE03eWFSd09PY0hIYTJjd1plQ3JwYXJNbFpXVHplR1E0K3k4c0ovajE4eEJ5M29CdFhuaW9XR1VkL2NoTEM2U0RGMG1tZGthTXJNMFpHUmxrSkdsSVMwcm5UUnRCdWV1WDBDbjE2RlVxaGpTc2g5UGR4NVY3UG1UTTFQNUxqZncra1NIUnkyemVjTGpJOWwyZGpjQVExcjFMNUNiNjNSRU1Jc09yTXg5N1dGNk51cGM1TGo3TGgzbVptbzhjM2JNcDJtVmhuYlBFaEwzejhFcnh6Z2RhUzVVVU4ydkt1SHhrUndNT2Nid3RnTkwzTmZkMlpWaGJRWUFQRENWNTJTc2tMRkNsSjZ2aDQ4bGlLTFJhVWpWcE9PZ1V1UHJZUzZlNHV4Z2Z4QXAvNHg4YlRIVmJRRWlFcTREMEw1V0s2N0ZSVmh0VTltbkl1WGRmUXBzYzFDcDdhcU9xN1l4bXo1UFVNUTV0cHpkQlVDbnV1MUtER3I5dm04WmtJeXZlN2w3Tmw2WVRDWisyRDZYM1JjT0FqQzI4K01FZVBrVDRPWFBzMTJlWU43ZXBmeTJad2xaK2h5ZWZLaDB1WDhUTTVMWmYrVUlXODdzSWl6ZS9QUHVYTDhEdzFvOWdsS3A0TXoxODJSbWE4bk15aVF6TzVQMHJFd3lzak5JMVdhUW5KRkNjSlE1U092dTdNYTRycU5MbkxGNE9pS1lOU2ZOZVFOZjd2T2NwUkRPMzZkM0VKRVlEY0NFN2s4VkNQb3RQYnlhaytGbkFYaGp3TVFpQWJZY2c1NHRaM2FTcWtsbit0OC9NbXYwcDhVR0RjVi9tL3htQ0ZHTU01SG5MVGZmcGVIaDRtRXpBS2ZUNS9EeDJxK0pTNHZIMmNIcHJwZXkzM3ZSbkYrbVQrTnVzZ3hWM0JlUE5Pdk55YkF6bkx0K2tiV250bkRsWmhnZkRYM0w1cFBvdTZXYWJ4Vkd0QnRzK2Y1VStGbXUzZ3lqcG44MVd0ZG9EcGdEY0hGcDhleTdkTVRTYnY2K1c4dkFuQnljQ1BEMEpTSXhHZzhYRDJhTy9xVEFPZlQ1a2dVN09kd0t3QmxOUnI3WlBKdDByVGsvM2FRU2JxanZCNlBKeUtMOUsvamp5R3JBWEhscjhvQ1hMZU5BNDhvTmVLdi9TM3kxOFFlT1hqM0pHOHMrWk1xZzE0cE5McDlmM25LdC9FdGNMc2RlWmVwcSszUDZOYXZhaVAvMWZJYnFmbFZMYkx2bjBrRlNOT1lsSkJ1Q3RyTGgxQlp5akRsb3NyVVlUVWJLdVhueFJMNGlIemRUNC9scy9VeU1SZ090cXpkamZMN3F1L205Mk9zWlRsOC9UM3hhQWwvLy9STmZQejdWNWpJNGNXKzgxT3Rac2cwNmFsa0p4bXQxV2Z5eWV4RUE5U3ZXNXVXKzQvbmZncmU1RUgyWjJOUzRFb01nWGk2ZUJTb3ZselVaSzh4a3JCQ2xOWG5BcldxOEc0TzI4OFAyMzZqbFg1M3Z4dHlhUlIrYkdtZlhzZFFxTlk1cUIzVDZITFM2ckdMYmp1c3ltdWlrV0NJU295eXo3UXA3dGU4RUhtN1dzOEMyYmNGN09YUDlmSWw5eVp2WlprMktKbzF2TnM4QnpFSER1N1dzODA2a1oyWHcxY1lmTE1IMGZrMTZGSGdZTXFMZFlPTFNFdGdRdEpYRkI1WVRsUlROcE43UEZWc29JYi9JeENqbTdKaGZZTnYrUzRjdCtUSkxvbEFvNk51MEI4OTJlYnpZbWJWNTFwL2FBb0JTcWVMTGpkK2oxeHZRR1hQSXpNb0V6RXVaMjlacWFXbC81T29KUzk3QXB6dVBwRk9kZGtXTzZlemd4RnNEWHVLVkplOFRFbnVOSlFkWE1iYUw3ZUlTNHI5TkFuQkMyR0hLb0ZmdGVxcVVtYTFoeEEvUDJYdzl4NUREdExVekxFc2UzbnhrWXBIWlFFYVRrWmdVMnhjVWxid3IyQXlzcFdyVENJb3d6eHJvMVZpcWY0bjd3OVBGZ3k5SGZNQjNXMzlsVy9BZUxrUmY1dVVsVTVqMjZHU3FGWHBLYU1MRTFadGhwVHIramVSWXE5dHJWNmhSNFBPajFXVlpLbzZONnpvYWdBWDcvbVRNenhNTDdGZk96WnQydFZyU29YWnJXbFJ2eW9ITFI1ait0L1ZrNVhxRE9lZUtXcVVxY09PMWNQOXlTODZYcmcwNjBxNVdxMUs5cDdzdExENkNXVnQrNFZMdU1sd0F0VkpGdWphalFKQy9XMjVDNHE4My9jalZtMkc4dE9CdHhuWjluQUhOKzVTNHpNek55WlV1OVRxd0xYZ1BZRTZrWE03VkMwODNUN3hkUFBGMDljREwyUk5QTjA5U01sTDQrOHgyTW5JdmFIMDl5ak8rMjVQRkprUXVyRm0rbWNFSjZZa29GQW9VQ2lYRzNEdzR6M2NiWTduQVQ4L0s0S00xMDBuVHBsUFZ0ekpUQnI5bTgvMjRPYm55YXQveHZMZnljNEtqTHJMNitNWTdYallqU3FkYk1iOEh2KzFaek0zY20rb1hlbzJsbG45MXF2Z0VjajBwbXUzbjlqQ20wd2liKzE2OGNZWDlWNDR5dnB2OWhRdnVOUmtyWkt3UUR3WjNaM2VTTXBMSnlNNHNzUDIzUFl1cDVsdUY3ZzA2NHFCeXdNL1RsNjhmLzRoNWU1Ymk1T0JJNk0xd05Eb3QxZjJxNHBHYko4M0gzYnZJOFJNemtra3JKdTlZSG9PTlhHNTZvNTVQMTMxaktiendYTGZSbHFJcVplVkF5RkhtYlArZGhIeXJCUXdtQTFrNTJRVm1wVTdzOVN3cWhZSzFwN2F3KzhJQkx0MEk0YVUrejlHNm1MeHRlWnBYYlV5QXR6K3hLWEVvRlVxOFhEM3hkdlhDeThVVGJ6Y1BQSjA5OFhMenhOUFpuU3N4b2V5NmVCQ0QwZnh3dEg2bHVrenM5UXgxQTJyWi9aNmFWRzNJd1pCakdJMEdicWJHbzFTcUxHTkYzdExhUEtGeDRYeVZlMzNZczFHWEFvSDh3dW9HMUdKNDI0R3NPTEtXNVVmWDBxNU95d0k1SjRYSUl3RTRJZXlnTitqUjZYTktiS2N6Mkc2VFk4amgwM1V6TFUrUVh1ejFESjNydGkvU1RwT3Q1ZG5mYkpjclgvLzZFcHpVamt4YTlDNVJ5VEVGWGpPWmpKWS9JaTh1ZUx2WXZqYW9WSmZQSDV0U2JCc2g3S1ZXcVhtai8vOG83KzdESDBkV0U1c1N4NTRMQjNtNjg4Z0M3ZlFHQXhNWHZuUGYrdVhwWm40YVdxbGNnQ1dROS9Hd2Q2aFgwYjZMdGJ3bjVmbXIvSVhFWHVQUDNPVElWWDBDZWFYUDgzZXp5NlVTbHhiUDBrTi9zUzE0citXejM2bHVPeTdIaG5JbE5wVC9MWHliMS91OVdPQUJRcmNHSFNudlhvNVAxbjFEcWlhZDJUdm1zL25NTGtaM2ZKUk9kZG9WTzNOMmJKZkhHZGwrS1A2ZXZsYUxVaVNrSjdINDRBcTJuZHVEMFdURXpjbVZFVzBITTZSMWY1d2RuRENaVE16YTlpdk9ha2ZHZDMrcTJCdjVtdjdWK2VHcEwvQndkc1BkMlIyMVVzM3p2NzlPZkZvQ1RhbzBvR2VqTGdDY0NEdk43SjN6aVU0eWo0ZU5LOWZucitNYnlOYnIwT1hra0szUEpsdWZUVmFPanV5Y2JMUTUyWmJsYlVhamdZVUhWdEN4YnR0aWMremNUUnFqZ2pNSk4rL0x1VXBMWXl6YldkT0hRMDd3OStudEFBeG8wZHR5ODlLclVSZm03LytERGFlMzhsaTd3VVdXSStxTmV2NDhzbzZsaDFaaE5CcW82RldCZ1MzNkZIdXV1UFJFVkVyYmw4SEptYmR1T09QUzRvczlscTJiYmhrclpLeTRFK21HQjNlc1NETThHQ3NzVEtaYmhVZEd6M25CYXB1RkUzNmt2THNQN3M1dUpHVWtrNmJOc0x3V241YkE2dU4vWXpRWlVTdlY5R2pZQ1REUGFNcGJ5ZkxhMGcrNEVIMlo1N3FPcGszTkZqYjc4bmo3SWNVK0lNaXpOWGczMzI2YVUyVDcrcE5iTERudnVqZnN4Q1BOaXgvRDdxV0xONjZ3WU45eVN5b0FsVkpONzBaZDJIWHhBTnVEOTNJNU5wVDNCNzFPTlYvelExYUZRc0dMdlo2bGtrOUZmdDYxaUppVW03eTM0alBhMTI3TjZJY2VMVFpBcGxBbytHejRlemc1T09MajVtMzFzMzQ1SnBSNWU1ZFlDbkFFbGd2ZzZVNGo2VkwvSVJRS2hUbXd2dnByK2pmclpYVTVlWDU5R25lamFaV0dlRGk3NGVia1JteHFIQzh0bkl6UlpHUkV1OEVFbGd0QWI5U3o2ZlJPNXU5YmhrYW54Vkh0U0lDWEh3djMvMG1XWG9kT24wMTJqczc4ZFU0MldUblpaT2RrazU0YjNEV2FqTXpjL0F1em4vNUtscUtLSXVRM1FnZzcySm9kWTY4MGJUb2ZyNTFCY080ZjF1ZTdqV0ZJeTRkTDNNL2Ywdzh3enhyS2V5S1dSNlBUb3JHUkd3c285alVvT1FlR0VMZGpiSmRSK0xoN0U1VVVVeVQ0bHFkSmxRYWxPbVptdHBacmNlRzMxWi9POWRyUnZtWkw4ODNkajdabnA5cWl5ZjJjdU9TNzRhOFRVSk51RFI3aVdHZ1FIeFpLeEh1L1hJb0pZZTNKemV5L2ZOZ3lTOC9EeFlNWGU0eWxaNlBPcEdqUytIVGRONXk3ZnBGcGEyY1V5YzNYcEVwRDVveWR3YXl0djNBczlCUmg4UkY4dXZaYkt2dFU0dUdtUGVuUnFETStia1dmOE5zcUdwT3FUV1BWOFkyc1BiRUpuVjZIbzlxUlFTMzdNcXI5VUR5YzNTM3Q5bDArekpZek93R0lTcnpCdTROZUxiYnlXdjZMOXNVSFZoQ2Zsb0JhcFdKUzcxdUJqUFdudGxodXFBRTJuZDVoejQvUVFxZlg4ZjNXMy9oaTVBZWwydTkyeGV0VmZINTgvMzA1VjJuNW1tNC8yZjZkdXA1MGcrbWJ6SDlyQTMwcThueTNXOHNDK3pmdnhiSWpxMG5WcExQMTNDNEc1L3Y3R1pFUXhZeE5QMWtxcHJvN3UrRnF4eExQOTFaOFpuZmZKaS8vcE9SR1ZzaFlVWlNNRmZhTDFEcytzR09GeWxCOEhyUDd4V0EwV3I3T3laY3lJaitsd2p5dWVidDZFZ21XNWVBQUcwOXZ4Mmd5NHVOZWpzNzFpaTR0TEkwY2c5NXl6VkFjdlkwSCtuMmI5dUR2TXp0d2NuRGsxYjRUN3FndnQ4TmdOSERvNm5IV25keGNvUGhGVmQvS3ZOVi9JblVEYWpHZ1JSOCtXdk0xa1FsUlRGcjhMdi9yOVF6OW12U3d0QjNjOG1IcVY2ekw5TDkvSUNycEJrZXVudURJMVJNMHJkcVFmazE2MHJGdVc2djVIQ3Y3VkxUYXA0akVLQllmWEdsWmpscmV6WWNuSG5xVWZzMjZXM0szQVN6WS93ZkJVUmNKanJwSWVPSjFudWs4eXVaeWNUY24xd0lGZlg3ZXRRQ2p5VWhndVFCR3RqY1gwVEFhVFN3K3VNTHk3Nm5UNjFoNjZDOTdmNVRtdmlkY1o4V3hkY1hPbWhQL1RSS0FFOElPM1J0Mm9ycHZ5WGxJY3ZTNklrbmh3eE91TTIzdERLS1RZbEFvRkx6UWM2eGR3VGVsUXNuaUYzNEN6R1d0QjMzN3BOVjJNeDcveUdvZUhWdE9oSjNoczNYZjJ0MWVpTklhMUxKZmtXMlZ5Z1V3ZmRSVUZBcUZwZWpJcFppcjZBMDVWUGV0V3VER0tqUXVuRlJ0R29IZUZhbmc1VWRHVmlhaGNlR29iNk1TbjUrN09WbHpxcWJrWlNIVzVCV0FjQzZVcS9IbFB1TzVFaHRLbGZLQnQzWGMyNkhSYVZsL2FpczdMK3dqTWlIS3NsMnBWREdnV1crZTZqekNjZ1ByN2VySmx5TS9ZTTdPQld3TTJzYmFVMXRRcXRRRmNtT1ZkeS9ISjQ5T1p1K2xROHpkczVTNHRIaWlrbTd3MjU3RnpOMjdoSG9WNi9EMkl5OFZtL2NwVlpQR3F1TWIyQkMwRmEwdUMwZTFBd05hOUdGVWg2R1duMzErWGVzL1JHSkdNci91WHNTSjhETzhzdVE5UGg3MmpzMkw3encza21OWmNXdzlBSTkzZU5UeTFCM2c0V2E5T0pxN3hBL01UK29OUmoxT0RrNzBiZHdkTnlkWDNKMWQyUmE4bDRpRTYzU3MwNWJoYlFmaTV1VEdrYXNuK0gzZk1rNUZuR05IOE43N3NuVGZwRkNnczdFRXFheVpsR1V6cXlWRms4YlUxVjlaSGh5OS9jaWtBamRwbmk0ZTlHN2NsWTFCMjFoeWNCVTlHM2JCUWUzQThpTnJXSDUwclNXdzFMbHVPLzdYZTV6VmdGQlprYkhDVE1hSzBqT1plR0RIQ21mVGd6RUR6bUM2OWZOWi9jb0N5MndqclM2TGtia1AzWlM1NDVxM3EzbGNTTktrQU9iVkxWdlBtWXNkREd6UngyYnhLSHN0UDJwZWVuaTczSnhjbVRMb1ZkeWNYTzlyQVptWWxKdXNPN21aUFpjT2taeVpZdG1lVndWMllJcytsbUJYbllDYS9QVDBWM3k4NW1zdVJGOW01dWFmOFhMeHBFUHQxcGI5NmxXc3hleXgwL25yK0FaV0hGMkhWcGZGMmNnTG5JMjhnT05XUjlyVmJNRTdBMTh1OXVjZGtSREYwc04vc2UvU0lVd21FK1hjdkJqV2VnQ0RXdmF6K3JPWjBIMHNHVm1aN0xsNGlCVkgxaEtaRU1VN0F5YVZtR2Q3OTRVRG5JMjhBTUFyZlNmZ2xGdHN5MUh0UUsvR1hWbDlmS09sYmQ1TTJFcmxBbWlYKzJEWHpjbVYzL2N0SThlZ1oweW5FYlN1MFF3M0p6ZCszN09VUTFlUDg4ZmgxWFNwOTFDSjQ1YjRiNUVBbkJCMmVLaE9XN3JVSzdwY3RMQ01yRXhMQU01a01yRXVhQXZ6OWl4QnA4L0JVZTNJNUFFdjMvVUtSWTdxMGhWeWNKU3AwS0lNdURxNjBLeHFvd0xiUGxuek5Ra1p5WHc2L04wQ3l6b1c3UCtUWTZHbmVLYkxFNHhxUHdSM1o3Y2krOTR2a1lubW05ZkNzem5jbkZ4cFVhMEpBTU4vR0VlT1hsZmlzWFM1VCtmVHRla01ubWxmanFxcHc5NmlaYldtZ0hsSnpLRXJ4eXczMUE0cU5YMmFkR2RrdXlGVThQSXJzcTlhcVdaUzcrZW81QjNBMXJNN2kxU0R6ZE8xL2tOMHFOMkdyZWQycy9MWWVtNm14bUV5bWZEekxHL3poam9tSlphTnA3ZXpNV2liSlJmTXNEWURHTjVtb00yWkwzbUd0WDRFZnk5ZnZ0cGdma0wreXBJcGZEVDBMWm9VVXczNisyMi9vZFBycU9aYmhaSDVDbThBdEszWmdqZjYvNCtxNVN0VHRYd2creTRkWnVhV24vRng4eTVRRE9mTTlRdEVKRnpIejdNOERRUHJBVkNwWEFVMm5ONUdmRm9DSnlQTzNwZWJhbitWbmdsdHV0M3o4OXlPTmFmVzNmZHpabVpyK0dEVkY1YVpTVXFGa3ZvVmF4ZHBONnI5VUxZSDd5Vk5tODVYZi85QVJFS1VKVmRjQlM4L1h1enhEQjNxdEM2eW55MnpudnlVU3NVc0pVektUT2FGK1c4QjhOMll6NmxZVFBHSEZFMGE0MzkvM2Vwck1sYklXSEc3cWpub0dONnE1QWUyWldIbHlmcy9WbGlUVnloSm9WQVVtR0dxeS9jNXl3c2UrZWIrdmlYbTVqUGJkR1lueVptcHVEbTVGcGhWRzUrUlNFSmFvdVg3dkZRVTE1TnVGSGhZV0tkQ3pRTExDNnY2VnJicllmM05sRGd1eDE2MStscmV6S3hMTVZkNXgwWUJpTUx5aXAwY0NqbHU5M2l4Y3RMdmxxWGhhcldhcmVkMlcyWjdlYnQ2TXJUMUFBYTI2R04xMXE2M3F5ZGZqZnlRcnpmOWhGSkJnZUJiSGllMUkwOTBlSlNIbS9aaTlZbU5iQXphaGthblJhZlgwYXhhRTV2QnR3dlJWMWg5OG04T1hENkN5V1RDMTkySDRlMEc4WERUbnNVR0pSM1ZEa3dlOEFyK1h2NnNPTEtXSTFkUDhNYXlxWHp5NkdTYmVmVFN0T244bkZ1ZCt1Rm12WXBjWnc1cjFaLzZBYldvN2xlTndISUJmTE5sRHJ2Tzc2ZHA1WWE4MEhPc3BkM0NBOHZKTWVpcDRWdVYraFhyQVBCMGwxRWNEajFCamtIUDJjaGdDY0NKQXVST1hBZzdiRDY5bmFDSXN5VzIwK3R2VFg4M0dBMmNDanVEVHA5RFpaOUtUQm4wYW9FcHoyQXVoYjNrMEVyZUhmaEtrWExtUXZ3VHBXclNVS3ZVQlM3YXRnZnZaZFh4RFV3YjlvN1Ztejk3SGI4V3hKOUgxdkppejdGRmlwZmNMUmR2WENFaUlRcFhKMWNTMGhJc1NjUnIrRmF4dVUrV1RtdHo2WXZOZmZKVkJ5eU93WERyNmI1U29XUjhqekZNLy9zbitqZnRTZCttUFNqbjVsWHMvbEZKTWZSdDBwMkJMZnBhemNPVXgxSHR3TUFXZmVqZnJDY253azZ6KytKQlhzeDNnUW5tcCtUYnp1M21kT1I1TGtSZnRteXZWQzZBZmsxNjRPVG94STdndldUcnpibVRzbkt5eU1ySkppczdDMjFPRmxtNkxEUTVXV2gxV1doMVdzdU5VMFpXSnUrdStKUzNINWxFbC9vZGl2UnQzYW5OQkVXY1E2VlU4L1lqTHhXNWNGY3BWZlJwZkN1Z2xYY1Q0ZXBVOG9NSkI1VUR6M2NkVFk1QmY5OEsxN2dxVFRUenJYQmZ6bFZhVzVXbWtodmRSZWxaR2J5LzhuUEw4dEhpK0htVVowVGJRU3crdU5KUzFNQkJwZWF4dG9NWjJYNUlxV2VNdURtNUZsdXBPWDlPVnc5bjkyTGI2dTJjcFNSamhZd1ZwZUdoZW9ESEN0WDlIU3RzeVV1blV2anpiOHkzTkRVdnA1aWZoM21tWlh4YUFocWRsbVdIelEvTWg3VVpVT0NhWmR1NTNTemF2NkxJdVg3WnRiREE5OHYrOTB1QklIS1h1dTN0emdGM2VaUDFBRndlazhsbzkyYy9qN0VVKzVpNDllL241MTZleDlvTjR0alZVL1J2MFp1dTlSK3l6QVN6SlN3K2tza0RKbUUwR1l0dFY4N05pM0ZkUi9ONGgySHN2WGlJcTNGaFJmSnpCa2RkWk4rbEk1d0lQMTFnaVhqaktnM29VcTg5QnBPSnRTYzJtY2VJbk53eElpZkxQSGJvek9ORWxpN0xuSm9uNTFhRjIydHg0Ynl5NUQwK2Uyd0sxYTFjdzMyLzlWZFNOR2xVOFBMaitXNUZWeG41ZWZyUzFkUFg4cjIyRk9ORmRkOHFQTm54TVZyWGFHWUp5Z21SUndKd1F0amhWTVE1eUswdWFpKzFTczJVUWEreDZ0aDZIbTB6RUpkQ09XbWlrMlA1ZE4yM3BHZGw4UG1HNy9qbWNmdWVkQW54SU5zZXZKZUZCLzZrZmUwMnZQSHdpemc3T0xINzRrSEM0eU5aZW1nVnJ6Lzg0bTBkMTJneU1uZnZVc0xqSTVtemE4RTkrN3pFcHNReGM4dlBCYllwRlVvZUtTYWgrOVNoYjltc2FwYmZodFBiT1hFdENGZEhGOTRaTU1tdS90UXBsTGk0Y2VVR0xCei9nOVhrNTlISnNXaDFXcnhkdmZEMThDRTBMcHgzVjN5Q3U3TTcwNFpOTHZFSnJFYW54ZFhSaFhhMVd0bXMxTGpzOE9vaTIyNGt4L0w3dm1WMnZaL0NsRW9WQ2hUa0dQUjh0bjRtOGVtSlBOcG1nT1gxa05ocnpOMnpGSUNIbS9WQWs2MWwwNWtkUkNYSGNDTTVodXVKTi9oMCtMdFU5TDUxazVxM2pOSFQyY091UHBTbTJxSzRleExTazNoLzFSZUV4VWNBNWh4ZUpRWGlocmNkeEk3eis0aEpNU2VtLzJya2h6U3FYUCtlOS9WdWtiRkN4Z3B4ZCtYTlRuTnpMRGhUSzM5UTNDRjNsbHBBN3I5OVRISXNmeDNiUUhKbXFubTJWNnYrQmZadFViVUpxaTYzYnBIL1ByMmR1TFI0K2pUdVJxQlBKY3Yyd3F0UDlsMDVRbVRTalJMN2ZETWxyc1EyVlh3QytYaFk4Y1hVOHZ5d2JTNEpHVWswREt4WFpOYW5MUTZGVnNNODNuNll6VnhsZVpYckszcFh3TTNKbFIzQmUvbG04eHphMUdyQjVBSEZMeVVGOHl4bk55ZFhIbTdXMCtycjBjbXhyRHUxdWNqMjRPc1hMYm16Uzh0QnBVWnZOSkNRbnNqclN6OWc2dEMzQ3N4dzJ4QzBqZjFYamdMd3hFT1BjaUg2TWxISk1VUW54UkNkZEFPdExvdFpZd3JtQ2MxTFNlTGg0bzQ5Yk0wa0ZrSUNjRUlVbzRLM1B6WDlxL04wcHhFMHpSMjRzM0t5bWJYMUY0TEN6ekw3NmVtVXp6ZTFXYXZMNHYxVlgrRHViTDRRY0hadzRzbU9qeFU1YnFvbWpRLy8rcEwwckF5OFhEMTRvOS90QlNYeUM0dVA0TlVsNzl0OGZkNXozNVY1T1hQeDczZnh4aFYwK2h6T1JnWmJua2lQN2pDTWsyR24yUjY4bDhmYURhWkt2Z3RZZTIwTDNrTjRmS1M1MGxhUHNTWHZjSnRxVjZpQmg0djVaa3l0VkZLbGZDQ2pPd3luYXZuS052Y3ByaXBhZmtldm1XZnRxRlJxMmx0WnNtRXZoVUpCWnJhR1Jmdi81S0c2N1doY3VUNHFwWXFaVytadzd2cEZoclVad0lUdVQ2SEFuSHc2T2ltR1Y1Wk1ZZXFRdDJoYTFmclNyWkRZYTN5Ni9sdDZOT2hzczNoR1JlOEtOSzdjZ09Bbzh3V3hyM3M1UEYwOWNjM05nK0xxNkdMK3Y1TXJiZzR1L0hGa05WazUyUXh1K1RCdGE3ZkUxY0VaRjBkbm5CMmNjWFYwd2RuUkdTZTFJeEVKVWJ6NXgxVFN0T244dW5zUlBtN2VkTSt0UlBmMXBwOHNTNGsyQm0xalk5QzJJaitMd3VOYVhHN0JHcGxWL09DNkZCUEN4MnRta0pTN0ZHeG9xLzYwcjkyYWQ1WlBLM1kvWndjbkpnOThoZGVYZm9qQnFPZkhIZk9ZOGZqSFpWTGM0SGJJV0NGamhiZ3pPVVk5UjBOUGN1TGFHYTRsUkZnS0FIZ1dtcUdhblRzVFRLbFFXbWJBQmVZR2xoTXlrbGwxZkFNQVQzY2VWV1Q4YUJoWXo3TDBHT0JvNkVuaTB1THBVcjlEc1ovaHlJU29BamtYNzRTN3M1dmRuLzNmOWl3QndNZk4rN2JIaTd4QS9ZWG95NXlLQ0taVDNiYVdXV041bGVzL0h2WTI3V3UzUnFGUWdrTEIwYXNuZVczcEIzejYyTHRXOHpnQzdMcHdnQiszejJYSzROZG9YYjJaMVRhZDZyYmpweDIvazUyVGpVcXB4cy9UQjA5bkQxeWRYSEIxeURkV09MbVFwZGRaOHJLOTBuYzhBVjRWY0hGeXd0WEJGUmRISjF3Y1hYQnhkRWF0VkxQbjRrRyszUGc5bWRrYTNsdjVHWE9mbTBXQWx6K0pHY25NM2puZmN2NlptMzh1MGlkckQzWmt2QkIzaXdUZ2hDakcrRzVGY3ltNE9ycVFwY3RDcDg5aDFZbU52SmF2VXBHcm93dHp4azR2OXBocDJuUW1yL2lVcUtRYk9EazRNZTNSeVZRcUpuR3h2UXhHODlSekI1VWFYNDliZndodnBzWmpOQmtMVERjWDRsNjVHQjBDbUdkZjVHbFV1VDVOcWpUZzNQV0xMRDIwaXNrRFhpN1ZNVE96TlN6YVoxNE8wcjlacjN1Mi9CU2dTdmxBVmsyYVYyVDcrbE5iQ1k2K1JQZjZIVXVWWitwZU9SUnluTFdudHJEaDlBNytuUGdMbmk1RlozRFU5Sy9PTjA5TTQ5MFZuM0F6Tlo3M1ZuM0d1d05mNWFFNmJZcTBQWHoxT0xFcGNTdzcvQmNWeTFVb3NFd3J2emY3djBpT1FVK0FWNFZpbDZrQnJEcXhrYXljYkdvRlZMZDU0UTFRemJjeVg0eDRuM2VXVDZOQnBicDBybjhyMzZhZnV3OFJDZGN0M3lzVUN2dzkvYWhTUHBDcVBwV283bGUxeU5QM20ybnhBRlR3OGtVOGVOYWYyc0p2ZXhhank2MEUrRVNIWVR6ZGVSUm5Jcy9idFgvOWlyVjV0c3ZqL0xabk1kZmlJdmhvelhRK0h2Wk9xWEtoL3BmSVdDRmp4VCtaM3FEblN1dzF6bHczancraE44UDU4Syt2QUhOeGxzVDBKQUI4Q3VVVHpOYWJBM0JPRHJlV1VnYVdDMEN0VXFFM0dNakt5YVpPUUUzNk51bCsxL282c3QwUVJuVVlXbUs3M1JmMjgvMjJ1WGZ0dkhmVDVqTTcyUmE4aDhNaHgvanA2YStzdHVuWnFETnVUaTU4dG40VzRmR1J2TDdrUXo0ZjhWNlJoNnRHazVITlozZVFtYTNoczdYZjh1M29hZFR3cTFia2VHNU9yc3dhL1FsdVRtNzRlWmEzV2IwVUlEdyswaEtBYTFtOUtRSEY1T2JzMXFBajJYb2QzMjZldzVNUFBXWnA2KzNxaWFOS1RWYWhXWklWeXdWUXpTZVFRSjlLTkt0V01CK2N3V2dnUHMzOHUxYkI4L1pUcVFnQkVvQVR3cXFJeENobWI1OXY4L1hrREhPVm9HMW5keE9iYkhzcWVZQzNINi8xZThIeWZabzJuU2tyUCtOYVhEaU9ha2MrR3ZiV1hjOE5VTjJ2S2o4KzlhWGwrOUd6SjVDUU84dEFpSHZwWm1vOGlabm1DNVJHVlJvVWVHMWt1eUdjdTM2UnZSY1A4WFNua1FXV0FaWGs5MzFMU2N4TXdzUEZ3K2FNaThJTVJnTkJrY0hzT1grQWRuVmEwYlN5N2FUZDlvaEt1c0hlaXdjNWNTMkkxYThzdUtOajNRMTdMaDBDb0hXTnBsWnZxUE1FbGd2Z215ZW04ZFlmSHhHVGNwTVptMzVpL3ZqdjhYTHg1T3JOTUU2Rm42Vkh3ODZNNlRpQ3F6ZkRPQnA2aWxsYmZxV0NwNS9Wd2hjVkN5V3RYMzE4STgycU5TNlMzOUlXazhuRXpDMC8wN3BHOHdJNW5HcFhxTUhYbzZaU3FWeEZTOEpzZ0pHbFpBNEFBQ0FBU1VSQlZKNk51MUtyUWcycStWYWhtbTlscXBRUExEWTNqZEZrSkNUMkdrQ3hzeFpGMmZoeTQzZnN2bkFRQUxWS3hRczluaW1TRDhnZXc5c09KQ1kxbG8xQjJ6a2JlWUUzbGsxbDJyQzM4Zk9VUUVwaE1sWllKMlBGZysrOVZWOXc3dm9GeTJ5MlBLNE96clNvM293T2RWcHo3cnE1Z21WQW9TQnFtallEb0VEd1Y2MVVVOU92T2xkaVExRXFWYnpXN3dYTDdMZ2J5YkVFZVBzWEcvd3BpWU5LYmRlREFIVUpBZW15a21QSTRXRElNUUM2TitoVWJOdjJ0VnN6N2RGMytQQ3ZyNGhMaTJmV2xsLzQ1Z2x6YXBBOUZ3K2lOK2pwV0xjZDd3OTZuWmNXdlV0Y1dqenZyL3FTNzhkOGJyWDRTczE4NDBKV1RqWi9IbDdEMERiOThYS3huWHN6dnpSdE9sOXYrb2xuT284cWNLeStUYnBUdFh3Z0RTclZ0V3hUS1ZVTWJ6TVFsVXBGdGZKVnFPcGJtVXJlRlN5L0M5WmNpNHZBWURUbm9yeWZGYTNGdjVNRTRJU3dRcXZMNGxMTWxXTGI1QzJ2SzY2ZFJxZXhmQjJUY3BQM1YzMUJWTklOSE5VT2ZKU3ZZcGtRL3dZWGI5ejZMRFN0WERBQTE3cEdjeXA2VnlBbTVTYXJqcTluVXUvbjdUcm1oZWpMYkF6YURzRHozWjYwNjJMc1pOaFpucGc5Z1JSTkdtQ2VOWEduQWJqNDNLVUhWWDNLL3NJclRadE9VTGc1SjJXUGhwMUxiTy9uVVo2dlIwM2xvelZmTTdIWE9NdlBNQ0loaW5sN2wvTEg0ZFdzZVhVaDd3eDRtVmNXdjhmMXBHZytXZmN0UDR6NXZOaEE2Uys3RjdINitFWWMxWTY4UC9nMW03bWc4bHQ2ZURWYnorMW02N25kbkx0K2tRazluckpVa2F0cDVjYThSOFBpYndJS3Uzb3p6SktucFhCT3JPSnNDTnBHbzhDNlZ2c2c3cDY4RzVjS1h2NjhQL2cxNnBiaTN3ak0xUW5qVXhOb0dGaVBpYjNHa2FiTlpOK2xRMXlMQzJmUzRpbE1IdkF5emFzMXZoZGQvMGVTc2NJMkdTc2VmSEVwY1piZ1d3VXZmeDZxM1pxMnRWclJ0RW9EeSsvQzJwT2JnSUpCVktQSnlJN2d2UUJVOUxyMWUza2xOdFNTYzdKcDVZWUZnc0Z6ZGkzZzJzMXczbnhrb3FWcWNYRlNOR2w4dk9acmN6OXpxekZ2T2JmYm5ETzZCS21hVk1CY2JmZTFwUjhBTUxIWHMvZDBkcjg5VG9TZElUTmJnMEtob0d2RGgwcHMzNkphRXo1KzlHMFc3UDJUOXdmZnFnSWRGSEdPTFdkM3NmL0tVVDRlOWpaVGg3N0o2OHMrSkNFOWtXbHJ2MkhHNDFOdDVvM0x6Tll3ZGZWWG5MdCtrWjBYOWpOOTFJZDJQYkQ5YlAxTVRrY0Vjem9pbUpkNmp5c3dzekYvOEMyUFBjVXk4c3Vib2UzclhxN0U2czE1REVZREs0NnRvMC9qYnJKc1ZSUWdBVGdocktoZnNUYnJYbHQ4MTQ1MzhjWVZQbG85blJSTkdxNE96bnd3OUMxYVZpLzVEN3dRL3lRWG9zMEJPRmRIRjJyNFZTM3dta0toWUVEelB2eTJaekh4YVlsMkgzUFBSZlBzamFaVkcxcGRLbUl5bWJnUWZabTlsdzViWm5yY3pMMFlkbkp3b2t2ZDlpWG1YYXJ1VjVYSDJ3OHJ0b3JpOWR6RXl0V0txWVo2dit3NHZ3K0RVWStMbzdQZCtWNzhQSDM1OGFrdkN5Umt6d3NxQm5pYmwyVzRPYm55NGRBM21MVG9YZEsxNlh5OFpnWXpSMzlTcElDTTBXVGsrMjF6Mlh4bUIyQytHYzZmTDZjNGZadDA0MURJVVVKdmhyTSthQXNoY2RkNGY5RHJwYzVQbVptdDRYTHNWYzVmdjBURHl2Vm9sYnRzYmV1NVhRRDRlL29SV0lxbC9adk9iT2ZIN1hNWjAvRXhxM2s3eGQweHJOVUE0bElUZUw3YkdOeWQzZXplTHpZMWpwWEgxckgxN0c3Nk4rdE53OEI2S0JWS0pnK1loSmVMQnh1Q3RwS2NtY0k3eTZmUnIxbFB4bmNiODQvSkMzY3Z5VmdoWThVL1dmdTZiZWlrYUUvSHVtMnRCcWRTTkdtRXhvV2J2ODVNNWFsZkp1THM0RXlhTnAza1RQTktsWmE1Lzk1cDJuUStYVGZUVW9YNGNtd0llb1BlRXNoTDE2U1RrSkZFV3U2RHUrS2NERDlEZWJkeUJTcjhBaVNrSjVLUWJ2LzFUYm8yM1hLTXZHQndXY3I3VERTcjJzaG1UcmZDV2xaclNvc3hUYXlPRnhWemwzeldybENEbDNzL3g5ZWJmdUxTalN2OHNHMnUxWUpjNlZrWnZMZmljeTdIbWl2RXRxM1ZuQXBlOWkzM0hOMWhPS0Z4RWFScjAvbDI4eHd1M2doaFlxOW5TaXdRVVZoaVJqSVhibHptUXRSbGhyVVpZS21jdXkzM1o5T2lGQk1uc25LeVdiRHZUeGJ0WDhIbkk5NnpLN0FyL2hza0FDZEVNZUxURTFsOTR1OVM3OWV5V2hQYTFHeUJ5V1RpcitNYitIM2ZueGlNZW56Y3kvSHA4SGZ0WG9JaHhEL0pxZkN6QURUTVRmUmRXTittM1dsY3BRSDFLOWEyKzVqLzYvVU1qU3ZYcDRaLzBid2hxMDl1WXZYeGpaYUx2VHgxQTJyUnIybDN1alhvWkxrSlQ5WGV1cWpPVzBhUXA1Wi85V0kvazFrNTJkeklyYnBZM2IrcXpYYjNnOTZvdDR4SnZScDFMVFpvV0ZqaGFvaFJ1VUhGcXZtV1UxUXRYNW1KdmNmeHphYlpoTVZIc096SWFzWjFlZUxXK1ExNlpteit5YktNc0hYMVpydy81STBpTjk2MitIbVU1OXNuUG1INnhoODVHSEtVaTlGWGVHblJaS1lPZmRQcVUrcGJmWTNoY3N4Vkx0MEk0ZnlOUzRURlJXSTBHUUY0SnplbllGUlNETnZPN1FGS1B4c21NMXNMVU9xTGRWRTZMbzdPQmRJeWxDUXNQb0tWeHphdysrSkJqTG41ZXZMZnFLcVVLbDdxUFk1SzNoV1l1M2NaQnFPZUxXZDJjdlRxQ1lhM0djZ2p6ZnZZL04xTVNFL0dzWmdsaW5rMzhBQ0o2VW1vbExhWHBxWFljZE4rdjhsWUlXUEZQMTMrM3lkcjlsMDZqTWxrd3NQWm5mNHRlaGVwdk51cWVsTkd0aDlDdGw3SFIydSs1bVpxSEY2dUhwaE01b0RjNmNoZ1d0ZG9Ea0N5MWp3cnJaeWI3ZGxOQnFPQitmdis0TThqYS9oOHhIdXNlWFZoa1RZbWs0bExNU0ZXZjBjdnhZUlEyNytHSmVpWFgzSExwZStIeU1Rb0RvZWNBT0NSNXFWTEMxQjR2TGllRkFNVUhDOTZOZTdLNmNoZ3RnZnZaZXU1M1hTcDM4SHlzd2R6NEd2S3lzOElqNDhFekZWWngzWVpaWGNmbWxadHlBOWpQbVBxWDE4UmtSak41ak03Q0krTDRJT2hiOXFjc2FZMzZMa1dIOEhsbUZEemVCRjl5VkpoRytEUk5nTUIyQjY4bDRqRWFBQzZON0ovdk1qTXpnVE1EeUtjSGUwZmY4Vy9ud1RnaENoR1VrYUtKZGxuYVRpcEhHbFRzd1cvN2xsczJiOVdoZXBNSGZKV2thYzVPbjBPU29YQzZoOWtJZjRwYnFiR2N6M0pmSUhTSkxCbzlTZ0FEMmYzVWdYZjh1VFAvNU9mVnFleEJOODhuTjNwMGJBei9acDJ0N28weU1YaFZsNldDOUZYN0o2RkFiRG4wa0ZMMEs1K3hkcm9qWHBTTmVtbGVRc0E2SExNU2VjeG1VZ3NaVjVHSjdVajdzNXU3TGx3MFBLZUI3YnNXN0NOZy9uR1ZtUEhrM1NUeVVSdzlDVUFhdm4vbjczN2pvK3FUTnM0ZnAyWnlhVDNCQUlob1VudklFVUJSYW9VRmJ0cjc4cWlycjJ0dmJ6MnR2WmRlMFVSTEtoWXNLR29JRTFGUUdxb1NRZ2twTGZKblBlUFNZYUVUQ281VEJKKzMvMzQyY21jZGdQSm1jazF6L1BjVlVjV1RPdzdSbjlzK1V0MmgwTm5IM21LOS9uc2doemQ5OG5qK21Pclo4MmQwVDJQMEUxVHIyandMNkpCQVlHNmZmcTFldU9uOS9UT0wzT1ZsYjlYTjd4N2w2NmNkSWttOWQwM3l2SG45Yi9wc3hWZmFXM2FCdVVWNVZjN1QwaGdpSG9uOWxEbitDUVZsUmJyMGZuUHFzUlZxdkRnY0oxMCtOUUcxVlFSdGxSdVlJT0RLNmRvMzgvVXNwVGZOZWUzejdSczgwcnZjOGx4SFhUeTBHa2E1Mk1xNVVsRHA2bHZVaTg5OHVrejJwcTVRMW41MmZyZjkyOXA5cEpQOU56NUQvdWMvblBMKy9mV3U3WWJadDNWd0QrTkIvY0s3aFd3aG1tYW1yZjhDMG5TRVljZHJ2aXdXTjAyL1ZxNVhDNDVIQTUxaUc2bnp2RWQ1U3B6NmI1UEh0ZGYyOWZLYm5Qb3RoT3UwOEsxdjJqZWlpLzF5Zkl2dkNGUVp2bmF6ckUrUmxqbWxxOG45K1NYLy9YKysrL056NjYyM3R2eWxELzF5c0szdFQ1dGsvNTkvRFZWM3J1c1M5dW9mODkrUURFaGtUcDUrUEdhMG45Y3RWQzhxTFM0VVNQaEtnTG0wckxTQnQ4dlFnTkRGQlFRcUErV2VMckN4b1ZGNjhqOUdrMDVIVTZWdUVxODRYTnRNbkoyYTFkNWM1TXViYXUrRjd0aXdzWGFsTEZGay91UHJ4SytiVWpmckR2blB1d2RQWGpaMlBNYS9ITXBlZGFkZk9McysvWEF2S2YwMjZZVldwTzZYbGU5Y2JQdU9QRkc5V2kzYjVyNXJGOC8waThibG1yVHJzM2Vaa0NWeFlWRnEwOVNiNFVGaFdwblZwcisrOTBia3FSK1NiMjhJMmpySTdQU2h6amNMMUFadi9FRDlkQzFiU2M5K28rNzY5eHY5dUpQOU00dmM3eGZuemJzQkMxYXQxZ0RrL3RxNW9TTGZIN0M5ZEwzYjJuTnpuVzZhZHBWNmxEZUloMW9hWlp1WHVGOTNEZHBYd0MzWmZkMjdTMWY3MlIvSmVWVFFUWm5iSzB5RWlXMy9CZlcxT3owR2pzamRrL29xckc5UnVtUExXdDBiUDlqTkxMNzhGbzc3VGtkQWVvVW42eVVqSzE2L2FmM2xGZVVyMjRKWFdvOXBxQ2tVS3QzL0szUFZucldvRXVJYXFPZTdicHA0NjRVelh6OXBocVBxMHR1VVo3T2ZPNnl1bmVzNUlodWgrdXVFMi9VbXRUMU1neERBNVA3cXVOK0M0Y25SaVZvcWFTRmYvK3FFVjBQVjZmNHBHcWZURXVlWHlZK1hmbVY5NVBld3p0WGYwTjV6ZVRMcTR4aTNKeXhSWGZPZlZqcDJaNDMxaWNNbnF6THg1MVg0NExWYnRPdG9oTFBtM1ducmZyZnNXRVlPbS8wR1VxTWJxZkh2M2hScFdVdVBmNzU4OXEyWjRjdVBPcE0yUXliU2x3bFdwcnl1L2VZRUdldytpWDMxb0NrUHVxZjFGdGQyM2FTemJBcHY3aEFkODk5V0d2S3AwQmZlc3c1aWd5cHZsWmdjUGt2UzRVbFJWV2UzNU9YcFJKWGlTUTFxRGtJbXRZUGEzK1I1UG5ldWZYOSs3M1A5MC91clZPSEhxK2hYUWI1L0g2dTBEMmhxNTQ1L3lITlhqSlBjeFovcklMU0lwMDJmTHBmMTk1Snlkakd2WUo3QlN6dzdlb2Z0Ylg4UTc4cGc4Wkxra1ozSDFGbG4ySlhpZTcvK0hFdDNyaGNrdlRQY1Jlb2YxSnZoUWFHYU42S0w3VjQ0M0t0MlBLbkVpTGJxTVJWVXQ0NXQycFFzaUY5cy9mRHhhejh2WW9NQ2RjMWsyWlU2WWErZXNmZmVtdlJiQzBybndVUUZoUmFMVWhMM1p1dWlLQlE3YzdMMUl2ZnZLYjNmLzFRcHcwN1FWTUhUZlQrYnZENTd3djA0cmZWUjlYVjErS055eHQ4djdoczdIazZmdEFrNzFUZXFZTW1WbWx1SWtudG94T1VrckZWSC96MmlkcEZ0VlZNV0ZTMTg1aW1xVjA1dS9YNlQrOUo4blFhUFd5L3dENG9JRkJQbi9OQWxmdkZEMnNXNmJFdlhsQnhhYkVjZHJ1dVBYYUd4dlU1cXNaNksvKzlCdmdZdUJBYUdLSzdUN3BSejMvem11YXQrRks3ODdKMC9idDM2b1lwTTcyQmFIck9McTJ0dEdaeFhGaTBCblRzcC83SnZUVWdxYmUzZ2N5MnpKMjY1ZjM3bEZPWUs2ZkRxYXNtK2w2N09OZ1pyS0xTWWhXV1ZBMG8wL1o2bGtOeE9nSVVGOG9hY05pSEFBNm9CNXRocTJkbm82clQ3cUpESS9Yc2VROHBQQ2pNNS81TE42L1V4OHZuUzVLV2JGcXVEakVOLzhRSGFBNldidkw4OGhOZ2Q2aDd3cjVSYm0vOS9JRVdscS9OVnBPWGYzamI1L05mL1A2TnZ2ajlHNS9iWHJ6Z1VYV0tUOVpEWjl4ZTd4clBIbm1LN3Z2b2NaVzRTdlR1cjNQclBxQVN1ODJocXlaZVVtc0FjREJjT2VGaW5UNzhCQlhzOTR1aEpFMFpPRjd6Vm42bGd1SUMzZlhody9VNjM4aHV3MzJPR0t6OEJ2bW45WXYxeUtmUHFLaTBXRGJEcHN2SG5hY1RCay8yYnQrVms2RS90NjFWZEdpVUlvTERaRE1NZmJ2bUorOWFPMjNMMTRIeFpYemZveFViSHFON1BucE1CY1VGbXIzNEU1VzUzYnJzbUhNMXBQTUE5ZW5RVTRNNzlkZVFUdjNWUGFGcnRhbk5xN2F2MFNPZlArdDlvM3ZhaU9tYTJIZU16MnUxTGUrUXVXVFRjbTFJMzZ6NDhGaVZ1RXIwMXFJUEpFazJtMTBkNCtpRzZBK3J0cS9SaitVQm5PUUpYVVoxRzZaVGgwK3ZNbktoTG9FT3A4NCs4bVJOSFRCZWl6Y3UwN0g5eDlhNDcyTm4zbDJ0VTJkajVSVG02UEpYYjJpU2N6VVY3aFhjSzFxci9PSUN2Ykx3WFVsUzM2UmU2dFd1K25UUHpQeTl1bWZ1STFxVHVsNlNKd2llTm1pQ0pNK3lFMGYxR0tHRmYvK3FlejU4MU5zOXVYTjh4MnFqTk9mL3NjRDdlRkRIZnJwaDZreHZxUC9icGhXYXRmZ2pyZHEyUnBMbisyTHFnUEU2ZDlScDFUb09IOTN6U0Ezck1sZ2ZMdnRNSHl5WnA2ejhiTDM0M1J1YTg5czhuVFBxZEUzb2UzUlQvTlUwaXNQdTBMUG5QYVMxcVJ2VUxxcjZ6K0J4QXlmcDZhLy9wMDI3dHVpYXQyK3Ixem4vY2VUSlBtZjJWUHhjbXFhcDEzOTh6L3RlTER3NFhIZWRlTDM2Vm1yZ3RXYm5PbVhrN0ZGMGFLVENna0pWNG5McDdaODlQNE5PUjRCaWFwZ3VYTEUwUVVKa3ZQNzMvVnNxY1pYby9rK2VVSUFqUUVjY2RyaEdkaHVtUGJtWkd0SjVnQVoxN0ZldEM3SnBtdnJpajIvMXdyZXZlZTVsTnJ2K2ZmelZOWFpMYmhzUnA2ejh2ZnBxMWZmcW45eGJnWTVBN1MzSTBaenlHVkNkNHpyNi9iMGptaGNDT0tBZWR1ZG0xaGdTVkZheENIMWxOWVZ2MlFVNWVteis4NUk4NjFTY09HUkt0WDJLeXo5cGRaVzVxbTJyU1g1eGdYN2RzSFRmT1Jwd0xOQVlyaktYVm01ZEpVbnEzdTZ3S3FQSzJrZTFWYmVFTGsxK3pkcldicXJKNk80amROOHB0Mmp1YjU5cTgrNnRLaW90bG1tYU5lNXZNMnlLQ1l2V1lXMDc2WlNoeDN2L0hKM2lrdlRXak9jYlhYdGpWUDQ3YlJQaGUxSGlUbkZKZXVqMDIvWDJvam5hbXJtOXh1bGxEcnREY2VHeEd0M2pDSjAyN1BnNnIxM21jcW1vdEZnaEFVRzY5WVJycWpXMUtDd3Qxc09mUGUzejJLU1lSSFd2NDk5L1VNZCtldUtzZTNYYkJ3L0lORTN2MUpQd29EQTlmdVk5UG85SjNadW01Nzk5WFlzM0xQTStkOWFSSit2Y1VhZlhlSjF4Zlk3Uys0cy9WbFordHM5UlNjTzZER0xoZmovcG5kaERYZHQyMHNiMEZJM3VlWVRPSDNYR0FZMElqdzZOckRWOGs2U0k0UEI2ZDdOckxPNFYzQ3ZROU43NGNaWjN1dUtGby8vaGM1L3ZWdi9rRGQrbUR6NVdNOFpmVUdYN3pBa1hhL1hPOWRxZHUwZGJkbStUSkkzc1ByemFlUzQ2K216OXNXMk5obmNkN0IxeEtVbWJkcVhvamprUGVhZC9qdW8rWE9lTlByM0drRWJ5cklGNTVoRW5hOXJBaVhyanAvZjEyY3F2dFRzdlMyLy9QRWRqZW8zVXNmM0hhblNQRVRVZWI0WEszOGMxTFJFeWRlQjQyVzAyZmY3N0FxVm03MUpwK2U4bSt3dDJCcWxkVklLbURaeW9jWDFxNzdwc0dJWnlpejFUZXp2RXROZTlKOStzOXZzMVE5bVFucUpudm43SjUvRmplNDJ1TTlRNlpkanhhaE1ScjBjK2YwYjlPdlRTMFBKcHI0ZDNIbGhsQ214bEs3YjhxUmUvZmNQYkxUY2tNRVEzVHJtaTFpWTI0L3VPMGRyVURmcDk2MTg2NTRXWjFiYVA2VlYzUjFrY1dnamdnSHJJeXQrcjl4ZC8zR1RuSzNhVjZPNlBIbFZtWHBZaWdzTjEzWlNaMVY1STNLWmJ4ejkrZG9QUHZUTXJUWGZPcmQ4bjJrQ1RNS1RycDh6VWtzMHJsQnlUV0dYVEJVZjlReGNjNWZzTnNqOE03VEtvenE2b2RYSFlIZDdPV00xTi82VGU2bjlHN3lZOTU5RzlScXJRVmF3ZUNWM1ZPYjU2TTR6RXFBUUZCZ1NxdUxUWSsxeElZSWo2SlBiUTVXUFByOWY2bHAzaWt2VFUyZmVwb0xpd1huKzM0VUhoU3Nudy9OSVVGeDZycXlkZFduZTMyN2drM1RiOVdyMzUwMnh0ejB6MXJ1c1hHaGlpSVozNjY1L2pMNnJ6dXJDR3piRHB5b2tYcTdDNHVGVjFDT2RlVVJYM0NqU0ZpZjNINm9lL2Y5SGhuUWFxVHdmZmE4NmVQSFNhMXFkdlVseDRqQzQrdXZwNzZhaVFDRDE1MXIxNmVzSEwrbVByWCtxZDJGTW5IVjc5Zy9BUVo3Q2VQT3UrYW9Gcmx6YWRkTWFJRTdWaDEyYWROK3AwbjExYWF4SVJISzRySmx5a2FRTW42UGx2WDlOeGd5ZDUxNE9yejJ5Ymc4MHdERTBlTUU2VEI0eHIwdlBPSEgraFlzS2lkUHlnWTMwT1Z1Z1kxMEUydytZTk9TVXBPalJLSTdzUDA0VjFOT2lvY0ZUUEk5UW1NbDdKc1luMXVyOEVPNE8xTFhPN0pLbG4rKzY2WWNyTU9qOE1takpnbkxJTHN2WFZxdSs5VSs4bEtTWXNXdVA3SEtYcFByNnZjR2dqZ0FOcUVSVVNvV1A3alZWOFpGeVZCVUV6Y3ZibzBsZXVWV3hvakY2NjVBbEpuaUhMSzdiK3FkODJyS2gxeEkvYmRPdWhlVS9ycisxclpUTnN1bkhxRlUzNktYeDBhSlRQb2V6TjhVVWRyWVBENXRESTdzTTBzdnN3ZjVjQ2l4emJyK2JSUkE2N1E1OWM4NllrejZMenBtazJxa05nYkZpTVluMFBHSzRtTENoVXQ1MXdqWlpzWEs1VGhoMWY3dzZQbzd1UHFMWk9FSm9IWDlQSW1scENaQnQ5ZWVQN1RYN2UyTEJvUzg3YkVuR3ZnTlc2dHVta3g4NjhWK0ZCb2JYdWQ4T1VtVDQ3c2xlSWo0alRQU2ZWdlVaalRhTWR6eHRkOHlqSyt1Z1VuNnlIVHIvamdNN1JrdGtNbTg0NjRwUWF0L2RQNnEzNU44eVNhWnB5dVYweTFMaUdkUTFwL3RXejNXRzZhdEtsY2hnT2plMDlxbDVUUiswMnU4NGVlYXJPSG5scWcydkRvWWtBRHFoRjI4aDRYVFA1Y24yMytpZTl1V2kyTGpycVREbnNEZ1VHZUthL0dZYXBFR2V3TXZQMzZ2WVBIdENwdzQ3WE5aTXZyL1djenk1NFdZdldMNVlrelJ4L1VZMmZ4Tm9NbStiZk1FdVNaOFJjWGFQaEFoMU9kV25UU1IzakVuWFIwV2MxOUk4S0FBZHMvOFdicmRROW9hdTZKOVIvZlRBQXpRZjNDaHlJeE9pNjEyK3NMWHhEeTJFWVJxT0Mrc2FxM0dFWnNBSUJIRkNIdGFucjlmZ1hMNmpFVmFMNHNCaWROSFJhdFgyV2JQUXMxUHZBdktlVW1aZmxjeCtYMjZVbjU3K29yLy82UVpKMCt2RHAzZ1ZobTBKU2JLS2VQNStwcHdBQUFBQUFORGNFY0VBdGRtU2w2WTQ1RDZyRVZhSWhuZnJyaENHVGZlNTNiUCt4S25JVjYva0ZyK3JGNzk1UVFVbGhsYUhJQlNXRnV2K2p4N1UwNVhmdi9qV3RpeFhnQ05CcHcwL3dMdlFxZVVhM3ZmUFBGNzJQQVFBQUFBQkF5MEVBQjlRZ1BUdERONzEzajdJTGN0V2xUVWY5KzRScnZjUFpTOG83QU5rckRZbWVQbml5VE5QVUM5KzhwamNYemRiUUxvUFZvMTFYYmN2Y3FmLzc1QWx0MnVYcHFIUHE4T045TGdoYklkRGg5RG1GdEtuV2ljc3R5dmZVYnJQVnNTY0FBQUFBQUdnS0JIQ0FEMm5adTNUZE8zZHFkKzRlZFlocHIzdE91a2xPeDc2d2JlSGZ2MHBTdFE1Y0p3Nlpvc3o4dllvTGkxYVBkbDMxK2NxdjljSjNiM2c3ZmwxNnpMazYyY2YwVkt1c1Q5dWswckpTaFFXRnl1bHdLcWN3VjNPWGZ1cXBQU0x1b05VQkFBQUFBTUNoakFBTzhDRW1ORnFIdGUyc1VHZVEvdSswMjFYbUx0TzB4ODVTZUZDWVRKbktLeDlGTnJMYjBHckhYbFRlR3Z2NUJhL29vK1ZmU0pMQ2c4SjA3ZVFaT3RMSC9sWmE4TmNQK21qWmZKL2I2RmdKQUFBQUFNREJRUUFIK09CMEJPajJFNjVWVVdteHdzcmJuSWNIaHl1M01GZVNGQjBhcVRFOVIrcTR3Wk5xUE1mSnc0N1Q5MnQvVmxKc29tNmFkbFcxMFhJSFExSk1oeXBmMjJ4MnRZdHFvK01ISDZ0UjNZWWY5SG9BQUFBQUFEZ1VFY0FCTlhEWUhRcXo3L3NSK2VES2wyV2FwdHltdTE2dHpkdEV4T3Z4cys1VHU2ZzJWUm9xTkpXWEwzNnl6bjJtRFpxZ3FRUEh5NVFwUTRZTXcyanlPZ0FBQUFBQVFPMEk0SUFHTUF4RGRxUHU4SzFDWW5TQ2hkWFVqMkVZTWtUd0JnQUFBQUNBdjlBR0VRQUFBQUFBQUxBUUFSd0FBQUFBQUFCZ0lRSTRBQUFBQUFBQXdFSUVjQUFBQUFBQUFJQ0ZDT0FBQUFBQUFBQUFDeEhBQVFBQUFBQUFBQllpZ0FNQUFBQUFBQUFzNVBCM0FiRFc3dHc5K24zclgvNHVBMmlWMHJOMytidUVCdHU2ZTd1Kyt2TTdmNWNCSEZJMnBtLzJkd2tOdGpGOU0vY0s0Q0RqWGdHZ1Bscml2UUllQkhDdDNPS055N1JpeTUvK0xnTm9sVXBjcGY0dW9jRldibDJsUDdldjhYY1p3Q0dsekYzbTd4SWFiUEhHNVZxNitYZC9sd0VjVXJoWEFLaVBsbml2Z0FjQlhDc1VFaEFraDgwaGw5dWwwakxQZndDc1k3ZlpGZW9NOFhjWk5Zb0pqbFJRUUtDS1NvdmxOdDF5bDduOVhSSndTQXF3T3hRWEZ1UHZNbW9VRnhiRHZRSm9CcmhYQUtpUDVuNnZRSFVFY0szUUVaMEg2N1RCVTdVbGM3dS9TMEU5dWUzQmNnZEVTSkpzcmdMWlhMbCtyZ2dOMFNHcW5ZN3BQc0xmWmRSb1pOZkRkZldZQzdRbGM0ZS9Td0VPYVIyaTJtbENqMUgrTHFORzQzdU0xSjc4TE80VkxWU1pET1VZNFpKaGs4MTBLOHpNbFYybXY4dENJM0N2QUZBZnpmMWVnZW9NMHpSNVpXNkZDa3VMV3VUMHVFUFZaMXMyNmJXMW5xbkNVenAyMFFVOSsvbTVJalNFMHhHZzRJQWdmNWRSSzdmcDVwNEErSm5USGlDYnJYbjN2K0plMFhLbDV1ZnA2cDhXcU5CVnFqWWhJWHI0eUxHS0NRejJkMWxvQk80VkFPcWpKZHdyVUJVajRGcXA0SUNnWmg4SVlKL2dnRUR2NDBDSFU1SEI0WDZzQnEyUnpiQXBxTkwzR1FENHdyMmk1UW9NS1BFK05tUW9LQ0NRZjB0WWhuc0ZBRFFjY1NrQUFBQUFBQUJnSVFJNEFBQUFBQUFBd0VJRWNBQUFBQUFBQUlDRkNPQUFBQUFBQUFBQUN4SEFBUUFBQUFBQUFCWWlnQU1BQUFBQUFBQXNSQUFIQUFBQUFBQUFXSWdBRGdBQUFBQUFBTEFRQVJ3QUFBQUFBQUJnSVFJNEFBQUFBQUFBd0VJRWNBQUFBQUFBQUlDRkNPQUFBQUFBQUFBQUN4SEFBUUFBQUFBQUFCWWlnQU1BQUFBQUFBQXNSQUFIQUFBQUFBQUFXSWdBRGdBQUFBQUFBTEFRQVJ3QUFBQUFBQUJnSVFJNEFBQUFBQUFBd0VJRWNBQUFBQUFBQUlDRkNPQUFBQUFBQUFBQUN4SEFBUUFBQUFBQUFCWWlnQU1BQUFBQUFBQXNSQUFIQUFBQUFBQUFXSWdBRGdBQUFBQUFBTEFRQVJ3QUFBQUFBQUJnSVFJNEFBQUFBQUFBd0VJRWNBQUFBQUFBQUlDRkNPQUFBQUFBQUFBQUN4SEFBUUFBQUFBQUFCWWlnQU1BQUFBQUFBQXNSQUFIQUFBQUFBQUFXSWdBRGdBQUFBQUFBTEFRQVJ3QUFBQUFBQUJnSVFJNEFBQUFBQUFBd0VJRWNBQUFBQUFBQUlDRkNPQUFBQUFBQUFBQUN4SEFBUUFBQUFBQUFCWWlnQU1BQUFBQUFBQXNSQUFIQUFBQUFBQUFXSWdBRGdBQUFBQUFBTENRdzk4RkFLZ3FxN2hJcXpNei9GMEdBS0NaY1p1bU1nb0xsRjZRcHlCSGdHS0RnbVF6K0N3VkhwbEZoU296M2Y0dUF3QUExSUFBRG1obWZrM2RydDh6MHZ4ZEJnQ2dtU2wxbHltL3RGU212d3NCQUFCQWd4SEFBYzFBZ00wbW0ySEliWm9xS25PcHFNemw3NUlBQU0yTUtWT0dhVWlHdnl0QmN4ZmhESlNkMFpFQUFEUXJCSEJBTTlBM3RvMk9hdDlSYVFWNS9pNEZBTkJNN1MwdVVtcEJuamQvYzlyc0d0SzJQWGtjcWdpMDJ6V3FmYkpDSFFIK0xnVUFBRlJpbUtiSlRBYkF6MHpUVkc1cHFRcGNKZjR1QlFEUVRQMjBjNXRlV3JWY2Jwa3lUU2t1T0VUL0d6dE5UcnZkMzZXaEdURU1RdzZialdBV0FJQm1oaEZ3UUROZ0dJWWluRTVGT0ozK0xnVUEwRXpGQkFYSk1BekpOQ1ZETW1US1pqTUk0QUFBQUZvQUZvY0FBQUJvQVF4SlJzV3dKbE15RFVObFRHUUFBQUJvRVFqZ0FBQUFXZ0RETVBaTkt6UWt0OXVVeSszMlowa0FBQUNvSndJNEFBQ0FGcUQ2bWw2bTNJeUFBd0FBYUJFSTRBQUFBRm9Bd3pCa3F6UUgxUlFqNEFBQUFGb0tBamdBQUlBV3dKQzBieEtxSWRNVWE4QUJBQUMwRUFSd0FBQUFMWUROc08yYmgycEtwaVNYdTh5ZkpRRUFBS0NlQ09BQUFBQmFpSDFOR0V6Sk5Ca0JCd0FBMEVJUXdBRUFBTFFBTnNPUVViNEduR0ZLYmtsbHJBRUhBQURRSWhEQUFRQUF0QkFWYThDWmhpRVprc3NrZ0FNQUFHZ0pDT0FBQUFCYUFKdXhyd1dESkptbXFUSTNVMUFCQUFCYUFnSTRBQUNBRnNLbzlQK21LWldKQUE0QUFLQWxJSUFEQUFCb0FXeVZ4citaaHVFSjRGZ0REZ0FBb0VVZ2dBTUFBR2dCREhtbW9VcVNUTGNrVXk0Q09BQUFnQmFCQUE0QUFLQUZNQ3AzUVpVaHQweVZvQXZXbUFBQUlBQkpSRUZVMFlRQkFBQ2dSU0NBQXdBQWFBR3FOR0FvLzM5R3dBRUFBTFFNQkhBQUFBQXRnTEZmRjFSSktqTnB3Z0FBQU5BU0VNQUJBQUMwQUpYWGdETmtlcWFnTWdJT0FBQ2dSU0NBQXdBQWFBRzhEUmdrbVRKa3Voa0JCd0FBMEZJUXdBRUFBTFFRbFNlaEdnWnJ3QUVBQUxRVURuOFhBQUFBZ0xyWkRFT0dyWHdLcWltNTNhYkt5dHN4cEJma3E2U3NUSkxrc0JscUZ4cnV0em9CQUFCUW5XR2F6RjBBQUFCb2JqS0xDdlhpcW1YYVUxU29rckl5YmRpN1I2V21LVVBsWFZCTlU0YXhmMXNHcVhkMHZKNDhldExCTGhjQUFBQzFZQVFjQUFCQU14UVRGS3ppc2pMOXNUdGRrbVRLbEtyMFFhMGV2a25TTVVtZHJDOE9BQUFBRGNJYWNBQUFBTTFNZWtHKzFtUm1LRGs4UW1iNS84cUh2WlZQT2pYTEgxZi8zOGoyU2Y0c0hRQUFBRDR3QWc0QUFLQ1orV3ZQTGoyNGJKR2tTbzBYcWd4NE0zd09nT3NhRWEyNG9CREw2d01BQUVERE1BSU9BQUNnbVJtZTBFRmhBYzRHSFdPYTBvU09YU3lxQ0FBQUFBZUNBQTRBQUtDWkNRMEkwQkh0T25pL05zMktTYWY3L1ZlcGxaYlRibE9mbURZSHQxQUFBQURVQ3dFY0FBQkFNM1JpbDU2eVYzUTVOVHlSbXlGNS81Tk1WV3cySlNXR1JTZzJPTmdQbFFJQUFLQXVCSEFBQUFETlVJZXdDSFdNaVBKOFVUSGtyYkw5dnU0WDIwYVJ6cUNEVVJvQUFBQWFpQUFPQUFDZ0dYTGE3UnJlTnJIS2MvdDZvRlpOMyt5R1RkMmlZaFJnNDYwZEFBQkFjOFM3TkFBQWdHYklaaGpxRlJPbnNBQ25qTXB6VFN0VVBHVkt3WGE3ZXNYRUgvUWFBUUFBVUQ4RWNBQUFBTTFVdDZoWUpZZEhWdDlnR3A3L0pCbUdGQjBVcFBhaFlRZTVPZ0FBQU5RWEFSd0FBRUF6RlJNVXBLNlIwWkxrR1FWblZOL0hOS1dqRWpzcXdHWS95TlVCQUFDZ3ZnamdBQUFBbWlsRGhrYTFUOTczaExsdi9iZUtXYWt5VEIzYnNkdkJMdzRBQUFEMVJnQUhBQURRalBXT2lWZE1ZTEFrN1ZzTHJweHBTb21oRVVvSUNmVkhhUUFBQUtnbkFqZ0FBSUJtTE5CdTE2U09YU3M5WSt3Yi9TWlRZNU02KzZFcUFBQUFOQVFCSEFBQVFETTNQcm1MSERiUDI3YktZK0FNU1NNU0V2MVNFd0FBQU9xUEFBNEFBS0NaaXc4S1VZL28yQ3JQbVpMYWhvUXBMTURwbjZJQUFBQlFid1J3QUFBQXpaelRidGV3dGgzMmU5WlUvL2kyaWc0TThrdE5BQUFBcUQ4Q09BQUFnR2JPWmhqcUdCNmhFRWRBcGVmczZoRVZwK0JLendFQUFLQjVJb0FEQUFCb0FSTER3dFdtdk50cHNNT2hJSnROM2FKaS9Gd1ZBQUFBNnNQaDd3SUFBQUJRdHc1aGtlb1gyMFlwT1h2VkpUSkd3WGE3T2tWRStyc3NBQUFBMUFNajRBQUFBRm9BdTJGb1ZQdGtTVkwzcUJoZDNtOG8wMDhCQUFCYUNNTTBUZFBmUlFBQW10YmV3bHd0M0xCWU8zTjIrYnNVQUUybzFHM3ErNzJtQm9RWmF1TTAvRjBPQUF1MERZdlZtRzRqRkIzQ0NGY0FhRTBJNEFDZ0ZmcjhyKzkwemR6N3REcy95OStsQUdoaTBYRTlsYlg3YjBtOGhRTmFvNmpnQ0QxMHdrMDZaZUJrZjVjQ0FHaENyQUVIQUszUTFyMnBoRzlBSzVXMWU2Mi9Td0Jnb2IyRk9kcTBlNnUveXdBQU5ERUNPQUJvNVpKakU5V2ozV0grTGdNQUFOUmk0NjRVYmRxMXhkOWxBQUFzUWdBSEFLM2M0RTRETkdQYytmNHVBd0FBMU9MTlJiTUo0QUNnRmFNTEtnQUFBQUFBQUdBaEFqZ0FBQUFBQUFEQVFnUndBQUFBQUFBQWdJVUk0QUFBQUFBQUFBQUxFY0FCQUFBQUFBQUFGaUtBQXdBQUFBQUFBQ3hFQUFjQUFBQUFBQUJZaUFBT0FBQUFBQUFBc0JBQkhBQUFBQUFBQUdBaEFqZ0FBQUFBQUFEQVFnNS9Gd0FBQUpxdjBySlMyVzEyMll6VytabGRpYXRVTHJkTGhnd0ZPNFA4WFk3bENrdUtWT0lxVVdSSWhMOUxPZWlLWFNYS0tjeVZJVU54NFRIK0xnY0FBQnhpV3VlN2FRQUFVTTJEbno2bHVjcytWMVorZHAzN2xwYVZhczV2bityOEY2L1FSOHZtTjFrTmJ0T3Qrejk1VXZkLzhxUTI3a3BwMURuV3BLN1RYUjgrckxzK2ZGaXVNdGNCMWZQOHQ2L3F4Q2ZQMHprdnpqeWc4elRVbFcvY29qT2V2VVMvYmxoNjBLNDU5N2RQZGU2TE0vV2ZyLzUzMEs3WjFQYmtaV2x6eHBaR0hic2k1UStkL2Z3TVhmVFN2NXFrbGczcG0zWDduQWVWWFpCVDcyTUtTNHIwNEtmLzBkclU5VTFTQXdBQWFEa1lBUWNBd0NGZzlZNi85ZDNxUmZwdTlTSkZCSVpxZk4ramE5M2ZiclByK3pXTHREc3ZTNi8vT0V1anVnOVRtNGo0QmwvMzNWL25xbk5jc2dZazkxV3dNMGh1MDYyRmEzK1dKRTNzZTdTNnR1blU0SE5tNXU3Vkwrczl3VldaNmE3MXpVeVp1MHl6Rm4rb1B1MTdxbmRpRHprZEFRMituaFhTc25jcHB6RDNvRjR6SXk5VE9ZVzUrbW5kWXYyeGJiWDZKL1UrNEhQdXljdlMxVy9kMWdUVjdmUGsyZmNwTml5NjJ2T1orWHQxODZ4N2xKYVRvWmtUTHRTeC9jWTI2WFVib3JDa1NMZk92ay9aQmJtNllkYmRldWowT3hRZEdsbm5jUy85OEthK1cvMlR2bHY5azI2WU1yUE9uME1BQU5CNkVNQUJBSEFJbUxmeUswbFN1NmkyT3FiM3FEcjN0eGsyL1hQOEJicjZyZHRVVkZxc0Y3NTVYWGVjZUgyRHJwbWVuYUhYRnM2U0pQMzNvc2ZWTWJaRHd3cy9RRDl2K0Uxdi9QaStKT25XNDYvVzBUMlBQT2cxN00vbGRpbS91RkNTRkI0VWR0Q3VlL2FScCtqYnZ4WnFiMEdPWGwzNHJwNDQ2OTREUHFmYmRHdFhUa1lUVkZmMW5MNlV1Y3NVRUJDZ0VsZUpucGovZ3Ric1hLOHJ4bCtvQUxzblZIMWczcE55bFpYVmVON00vTDJTUE5PTzcvM29zVHJydU9iWXl4VVdGT3B6VzdBelNEZE11VUozekgxWVczWnYwNDN2M2ExSHo3aXIxcW05eTFKKzE2Y3J2cFlrRGV6WVYyTjZqYXl6QmdBQTBIb1F3QUVBME1ydHpzMzBqam83WThTSnN0dnNranhCeEtsUFgxaXZjeXhhdjBRblBIR096MjBSd1JGNjgvSm5xejIvZU9NeVNaN1FyN0hoMjFuUFhhYTg0Z0xkY3R5L05PS3d3eHQ4L0dmbGdVZHNhSXhHZGgvV3FCcWFXbXBXdXNyY25xbXpiU1BiTlBvOHQ4OTVVSGxGK1EwNnhqQU1TWjRSa1ZlOWNhdnNkbnU5anoxLzlCa2FrTnlueHUwM1RKbXB3OXAyYmxBOUZUYWtiOVlqbjFmL0hxb3NQanhXai8zakhqM3c2Vk5hdkdHWnZ2ajlHNlZrYk5NZDA2OVRiRmkwRnExYm90SjZURWwybTI3OXRHNXhuZnY5Yy95RkNwUHZBRTZTaG5ZWnBHdU92VXlQZmY2Y3R1N2VybHRtMzZkSHpyaExvWUVoMWZiZFc1Q2pSejkvVHBLVUhKT28yMDY0Vmc0N2I4TUJBRGlVOE1vUEFFQXJOM2ZaWjNLVmxhbDlkSUxHOXozSys3d3BVMFdseFpLazhPQnduOGNHT0p3MW45ZzBsVnVVcHdCSGtjL05YNi82UVpLVUhOZEJ2Mi85UzVKVTV0NDN1bWx6eGxZNWZady9PalJTeWVXQlhVRnBzWXBLaTZzY1YxOWI5MnpYaWkxL1NwS21EaDR2aDgyYXR6MS9ibHV0Mno1NG9ONzd1MDNUKzdpaDY1RU43VHhRdDAyL1RwSzBadWQ2NVI3QU5OYS8welkwYVAvc09xNlZFTlZHbmVLVEcxVkxYbkg5Z3NSZ1o1RHVuSDY5bmwzd2lqNWIrYlhXN2x5bjIrYzhvR2ZPZlZEUG52ZXd6QnBHejBuU0g5dlc2TmtGTDh2cGNPcnBjLzZ2em10RmhsVDltU2dvS2RUT3JMUXF6M1dKNzZoeGZZN1NOMzh0VkZSd2hIWm1wWGxEenNwZS9YR1dNdk95NUhRRTZJS2p6MVI2ZG9iU3MvZU5IQXh4QnF0OWRFS2ROUUVBZ0phTEFBNEFnRllzdHloUDgxY3VrT1NaZ3VncmhBb0tDTlFIVjc3YzRITm5GK1RvdEdjdTlybHRRL3BtclV2YktFbGF2R0daRm05WVZtMmZsMzk0MitleEUvb2NyZXVuSG5oVGhEY1d6WllrT2V4MlRlay80WURQVnhPM3VTL0liS2lHSGxkY1Z1cDlmTlBVSzFUaUt2VzVuOHZ0VXJHclJLSE82cU94ZkNsemw4bG10OGt3cTRkSEZYcTBPNnhCdFZyRmJyUHJxb21YS0NZMFN2TldmS2ticDE0cG0yRlR4N2phUjFtbVplK1NKTmtNbzFGQjRmcTBUYnB4MXQwMWJsK1c4b2VXcGZ4UjZ6bEtYS1c2KzhOSHFqMC9NTG1mSGpyajlnYlhCQUFBV2c0Q09BQUFXckgzRjMrc2dwSkNkWTd2NkYzN2JjdWU3VXFPU2JUMHV1LzhQRmVTWnhUUi9zMGIxcWR0a2lRbFJpY294TWQwdllTb3hrL0xyTEJ4VjRwK1hQdUxKTWxWVnFiei8zdUZ6LzFLeXFjczVoYm0xampGMXBlWEwzNUtjZUV4a3FTZTdidnA5Y3VlcWRkeHUzUDM2SVozNy9hdWMrWjBPSFgvcWJlcVRVUmN2WTRQZEFSNkh3L3RNc2puUGx0MmI5ZERuLzFITWFIUnV2ZmttMzJPeU5yZk83L00wZktVUDNUZDVIK3FYVlRiZXRYaWIyZVBQRlhUaDB5cHNrN2JWVy9jcWxLMzcybW8rY1VGa3FSaVY0bG12SFpqcmVlKzdKaHpOYkJqM3hxMzEvVjNsSmE5UzZacEtpb2tRc0hPNEJyM3l5dktWMjVSWHEzbkFnQUFyUU1CSEFBQXJkU2V2Q3g5dlB3TFNkTEZZODZTemJCcFQxNm1ybmo5SmlWRXRORTFrMmRZY3QwMU85ZHAwWHJQR2xzM0gvY3ZEZTdZMzd2TjVYWnA2cU5uU3BKbWpMdWd4aERwUUwzOHd6dFZ2cTdQU0xPR2pFWXp0VzhhYWFERHFZUjZydVgyNnNKMzVEYmRhaE1Scjg1dGtyVjR3eks5L1AxYmV2Z2ZkeW13dHVtK0RmRGozNzlvWTNxS05pcEZjMzc3VktjTU82N1cvZmNXNUdqMjRrOVVVRktvRzJmZG8xY3ZlYXBacms5bW1tYTFNSEgvSmdtYk1sTHFYQWZPTkUxdDJwVlM2ejRWWVowdkFYYUhYcnYwNlZxUFArWHBpNVJibUtzTHg1eWxTWDJQcVhHL3QzLzV3TnNrQkFBQXRHN043OTBWQUFCb0VxOHRmRmZGcGNVYTBubWdEdTg4VUpMMC9xOGZxY1JWcXR6aWZDV1dyemxWN0NyUkphOWMyK0R6bTI3VDUvUFBMbmhGa3FmVFkrWHc3V0Q1NXE4ZnRXenpTa21lNmF4SGRCdGE0NzZmci94YVMxTitWMGhBa0s2ZjZudVVuQzhSTmF5WlY1dlBWMzZ0NzlkNG1tRmNlTlEvTkxCalAxMis4enF0VGQyZ0IrWTlxZHRQdU03YklPTkFuSEhFaVZxOGNibldwVzNVcXorK28wR2QrcWxybTA0MTd2L1dvdGtxS1BGMFpiMXMzTG5OTW55VHBNZm5QeS9ETVBUUDhSY3FLQ0RRNXo2enIzeWxTamhhMmRMTnYrditqeDlYVUVDZzNwMzUzMXF2MVZSaEtBQUFRSVhtK1E0TEFBQWNrRFdwNi9UVnF1OWxNMnc2ZDlScHlpM0tVMWIrWG4zK3h6ZVNQQjB0ZzV4Qmtqd2pncmJ1M3Q1azE3NTYwbVY2NmZ1M2RQNVJaelRaT2V0cmIwR09udi8yTlVsU2ZFU2NaazY0U01IbGYwNWZscVo0Z2pxN0k4RFNMcW5mL0xWUVQzL3RXV2R2K0dGRE5LYlhTQm1Hb2R1blg2ZWIzcnRIdjZ4ZnFycy9lbFMzSG5kMWplRlNmVGxzRHQwNDdVcjk4N1ViVk9JcTFTT2ZQYXVuei8wL0JkZ0RxdTI3Y1ZlS1BsdnA2UlI3N0lCeEd0VnRlS092Vyt3cThRWjVqVG0yTmd0Vy9hQ3ZWbjB2U1ZxVHVsNjNIWCt0enpYZmF2dTNkbFlLRmtOcW1SWmFINjRhcHJudXp6VE5XdmMxZldlRkFBQ2dGU0tBQXdDZ0ZWcThmcmtreVcyNjlhODNiNjJ5clhOOFIwM3NOOFk3VmE4K0k0Sjh5UzNNMDdrdlZtMldzQ3NuUTFuNWUzWHkwR25LTGN6VGI1dFdWTmx1VmtvYzFxZHZxdkhjRHJ0RGd6cjJhMUE5YnRPdHgrWS81KzBNZW1VZDRkdkI0RGJkZXVQSDkvWHVyNTQxOGJxMDZhU2JwMTNsblVyWnQwTXYzVERsQ2ozMDZkTmF2R0dacm52bkR0MTYvRFhlMFltTmxSVFRYcWVQT0Vsdi92U2UzRzZYOXVabkszNi9kZVpNMDlUVFgvNVBidE90eEpoMnV2eVk4dzdvbXJlK2YvOEJIVitiTWIxR2F0V092elgvOXdYYXVudTcvdlhXcmJweDZwVTZzbngwNHcyejdsSmhpZTl1dkJVcXJ3RjN4UnMzMTNuTkVWMkg2T3lScDFaN3ZyUnMzelRxdWp3eC93VTlNZitGZXUwTEFBQmFOd0k0QUFCYW9hRmRCdXE5SlI4ck9qaFNVV0VSc2hrMmIvT0R5OGVlSjV0aHE3Si9ZMFlFaFRpRDlkbjE3OGpRdm5XNWZ0bXdWTTh0ZUxWZXg3Lys0M3MxYmdzUERtOXdaOWJYZjN4UFN6WjZnc2VqZTQzVThLNURHblI4VTl1Y3NVVlBmdkdpMXFadThEN25zTm1WVzVoWDVlOTdUSytSa3FSSFBuOUdHOUkzNjRyWGJ0VDVSLzlEMHdaT3JOZVUxSUtTUXAvaDA4UytSMmxQM2g2ZE51d0UyV3gyN2NuTHFyTDloNzkvMFpyVTlUSU1RNWNkYzY0S1NncHJITUVXRkJDb1VCOE5NdzRXaDkyaHF5ZGRxazd4U1hyaG05ZFVXRktrdXo5OFJCY2NkYWJPR0RGZEc5SlRWRkRMdW0yVm1hYnAvVm1vVGFmWXBCcTM3Zi96czcrS0podUdZVlQ1K2FoV2k4d3FvVFFBQUdpOUNPQUFBR2lGK25Ub3FjK3VlOXNiRkR6ODJUTmFuN1pKSTdzTnI5YmRzVDVkTW12aXNGVjlLeEVURnEzZWlUMXFQV2IxanI4bFNjbHhIUlFXR09wem4vMFgxNi9MK3JSTm12WHJoNTd6eGlUcVh4TXZhZER4VFdsWFRvYmUvbm1PdmxyMWc5enVNa25TcU83RDlYZmFScTFMMjZoL3ZuNmpyajEyUnBVcHIyTjZqVlJzV0xUdS9mZ3haUmZrNnJrRnIycis3OS9xckpFbmExUzM0YlgrRzczLzY4ZmVFWGErZkw1eVFhMzFtcWFwTytZOFZPcyswNGRNMW94eEYxUjczbWtQME9HZEJraVNMaGw3cmpyRjFSeGExU1psOXpiOTc5czN2T2Vzc1k3Qmt4VWJGcTJIUDMxYUphNVNSWlIvbjd3ejQ0VWExMzVyclAyL3R5c0UyQjM2OUxwM2ZHNnJVTkdFNFpySmw5T0VBUUFBU0NLQUF3Q2cxYW9JMy81TzNhaHYvbG9vcHlOQWx4eHpsbmU3cTN3S3FzUG0wTTZzTk4zMDNyMk52dGJsWTgvVHlPN0ROTHI3Q0kzdVBxTEcvU3AzUWIxMHpEbE4xZ1cxVzBJWGplbDFwSlpzWEtFN1RyemVMNk8xMXFhdTEwZkw1dXZIdjMrUnE4d1R2SVVIaDJ2RzJQTTFyczlvN1MzSTBYMGZQNlkvdDYzUlBSODlxdW1EajlYRng1empYWnV0WDFKdlBYLytvM3J5eXhlMVpPTnliYzdZb3ZzK2Vsd2RZdHByY3Y5eEd0dG50R0pDbzJxdDRVRFhqNnRKZ01OM0tCWVpFcUg3VC92M0FaKy9VMXhTdmM4enV2c0lSWjRhb1QrMnJkR1VnUk1rN1Z2N3JhaTAyRHY2ckxHYzlvQm0yNGdDQUFDMFhMeTdBQUNnRlhPYmJqM3o5VXVTcEZPSEhhOTJVZnZXRnF0WUE4NWhkOGpsZG1sWFRrYWpyMU5VV3Z2Nld3ZkRWUk12MWJxMGpVcUtUVHhvMXl3b0tkUW55Ny9VTjZzWFZtbGtZYlBaTlczQUJKMDcralNGQjRWSmtxSkNJdlRnNmJmcitXOWUwNmNydnRKSHk3K1F6ZTdRWmNlYzZ6MHVOaXhhOTU1OHMzNVkrN05lK3Y1dDdjckowUGJNbmZyZjkyL3FwUi9lVW85MjNYVGoxQ3Q4cmhIWExxcXRYcnYwYWV2LzBNMUEvNlRlNnAvVXU5cnpsNzk2dlZMM3BoL1F1UzhaYzdaT0dYYjhBWjBEQUFCZ2Z3UndBQUMwWWg4dS9WenIwamFxYldRYm5UWjhlcFZ0eGFYRmtxVEFBS2YzdVNPNkhhNjdUcnhSa25UN25BZTFaT055dlgvRlM0b01pVkIyUVk1T2UrWmlEZXM2V1BlZTdGbkUvb241TCtpTFA3ODlTSCthMm9VR2huZ2JONXp5OUVVcXJhT3pwaVNWbEllUXVZVzVPdUdKYytwMW5UdFB1a0dETy9hWDVCbHg5dk82SmQ3d0xjRHUwTVIreCtqMDRkUFZOaksrMnJFT20wTlhUcmhZN2FNUzlPVWYzK2pzSTAveGVZMmpleDZwSXc0YnFpLy8vRTZ6bDN5aTlPeGRNazFUOFJHeEI5eWdvU21jLzk4clZlYXUzMGl6KzA2NXhkdXhkTXZ1N2JydGd3ZnFmWjNYTHYxUHZkYkIyMTljV0xSQ0dqaU5PVDA3dy9zelVadlNNcGN1ZXVucVd2ZkpMOHFYSkwzNnc3dDYvOWVQYTl3dnA3eGhDQUFBYVAwSTRBQUFhS1UycEcvV3F3czlhMVZkT2VFaTcvUkVWNWxMdVVYNXlpcklsaVJGQklVMytiWFhwbTdRVGJQdXJuV2ZlejU2MU9kaTlzTVBPMXkzSHZldkE3cCtVVW1oZDRSZnZZK3BSL2dpU1dYbDAwc2x6elRmUzhlZW80Yy9lMVpUK28vVHBQNWpGUjBhV2V2eDJ6TlROYW5mTVRwdTBDUTVhNWphS1VsT1I0Q09HelJSVXdhTTA5TE5LL1hkbWtXYU1lNzhhdnRWVExtMDJXcHZETkNVMHJNejZqM1ZzN1NzdE1yamhveTByR2xkdDIyWk81VVluVkJqTTRSemp6cWoxclhYZkxubTdkdTk2eFBXWlh2bXpucnRsNVcvVjFuNWV4dFVCd0FBYUowSTRBQUFhSVhjcGx0M3pubFFwV1V1T2V4MnZmblRiRDMzemF2S0xzaFJmbkdCdWlkMDFUa2pUNVVrUllSRU5QbjFUZE5kWjZCVjRpcXQ0Zm42QldHMXVmUEVHMVRtTHF0enYza3J2OWJTVFNzVTRneldUZE91ck5lNXV5VjByZkoxM3c2OTlQcWxUL3RzbExBakswMkZKWVdLQ29sVVhIaU1OdTVLMFMzdjM2dXdvRERkYzlMTjZoRFRydFpyRlpRVUtzUVpyT0ZkaDlUWTFiWFV2Vzh0djRQdDJza3oxR08vdnc5SktuS1Y2Rjl2M2xycnNVK2Q4MzhLY2ppclBiOHBZNnNlK3ZRL3RSNTc5OXhIVk93cTBUbWpUdFhFdm1PcWJYZTVTbXZzNkZvVGR6MjdrVHJzZGoxKzVuMjE3blB6Ky9lcW9MaEFaeDk1aW9iVjBvMzNxMVhmNnRNVlh6ZW9UZ0FBMERJUndBRUEwQXJaREpzQ3ZTUGV5dlIzMmdZRk80TVVIUnFsNUxnT0d0NTFzRkt6UFd0bHRZbUl0YXlPa01BUXZUM2plZS9YcG1ucXBLYzhvN2p1bUg2OUJuWHE1OTAyZS9FbmV1ZVhPVTF5M2ZvMmQxaThhYmtreVc1M2FNUmhoemY2ZW9aaEtMKzRRRy84T0V0SGRoK3V2aDE2eW02ejY0a3ZudGVmMjlib3BLSFRkTmt4NThxUVpEUHMycEdacW4rOWRhdnVuSDZEK2lkWFg4dE04blIydmUrVHh6VzIxMmlkTi9yMEdxOWRNVzJ5dHRGMFZrbUliS05POGNuVm5xOVArSlVjbTZnUVozQzE1d3ZyV0U4d3V5QkgyekozU0pKU3MzeXY5L2FmcjE3U2Y3NTZxYzRhR3NPUW9SN3Rxb2VPbFZWTW0yMFRGVi9ydmt0VFZqUnBiUUFBb1BraWdBTUFvSlc2ZHZJTW1hYXB1UEFZUllkR1YrdVErWFI1YzRiRXFIMmpzRmJ2K0ZzM3pmSjBROTJVa1NKSnV1Zmp4K1F3SEhLWm5wRldhM2V1OSs2emJjK09PdXVvSExLNDNQdW1oVG9kQVZXMk9Sd05YK3VyT2ZsNS9XLzZhUGtYbXJkeWdXYk5mRkVSd2RXbjluWnAwMG1QblhtUGJubi9YcVZuWitqZkg5eXZXNDY3V2tkMkcxcHQzMTgyL0thMHZidjB6aTl6MUM2NnJjK1JYcEtVVTVRblNRb0xiTmlhWnkzVnF1MXJ2WThISlBmeHVVOWlkSUlpUTJxZkNyeS9sSXl0dFFhSC9aTjY2N1ByMzVHaDZpTWRHK3ZNRVNmcjlPSFRhNXhLQ3dBQVdnOENPQUFBV3FtK0hYclZ1bjNqTGsvQWxseXBhMmgyUWE1V2J2Mnp5bjZydHEycDhuVk9ZZlY5SUgyLzltZEowdUdkKy9zTTN5b2tSaWZvc1RQdjBRM3YzcVhVdmVsNjlQTm45ZXFsLzFGa2NJUTJwRy9XOHBRL05MYjNhSjB6OGpSdFNOK3N4UnVYNjhrdi9xdTJFZkUrQTZlTW5EMlNySmxLM0J5dDJ1RUo0QUxzRHZWSzdPNXpuOU9QT0xGSjFvQXJjWlVxTGJ2aFhWWGQ1ZE9mczNMM2F1dWU3WFhzWFZWb1lJaGl3MklhZkUwQUFOQzhFY0FCQUhBSUtpb3QxcnJVVFpLa0h1ME9VM1poamlScGVOZkJ1cm04QWNKOUh6K2haWnRYNm8zTG5sVjRjSmh5Qy9OMDdvc3pOYVR6UU4xMndqV1NwT2UrZmtWZi8vV0RaWFcrY3ZGVGNwdHVoUWVGV1hhTnBwQlRtS3NWS1o1UWNtenYwWFh1SHg4ZXEwZk91Rk4zZmZpSVpvNi9TSkhCbnZCc3krN3Rldm1IdC9YdUwzUDE0ZFd2NjZacFYrbGZiLzViMnpKMzZONlBIOWZUNS95ZjJrVzFyWEt1blZtcGtxU0VpT3BkVjF1ajFlVWo0SHEyNzZaQUgydklTZElYdjMrclA3ZXNidEI1Sy80ZUs5dTZaN3Rtdm41VHc0c3M5K3FQNytyVkg5OXQwREhIOUI2bG02ZGQxZWhyQWdDQTVva0FEZ0NBUTBCbS9sN3R5TnlwN1ptcDJwcTVReHZUTjZ2TTdWSmlURHRGaGtSNEF6aWJ6ZWFkRm1vdjc2b1pGQkNvRUdld1NzdWJKdGlyN05OMDAwWk4wek8xenpEM1RmR3JxNk5vYzdIZ3I0VXFjN3NVN0F5cTkxcHk4UkZ4ZXViY0I2czBiOGpJMlMxSlNvaHFJOGt6R3VxT0U2L1RsVy9jb3R6Q1hOMzk0YU42NHF4N0Zld01raVR0ekVwVFRtR3VKS2xqWEZKVC9wR2FwY0tTSXExUDk0emNISkRrZS9xcDVKbEtYZCtPcHJXeDIyelZwbTdYUjBVRGtnQzdvOEUvSTRGMjM2RWlBQUJvMlFqZ0FBQm9oWDVhdjFnL3JQbEZxWHZUdENNenRjYTFyV3Jxckhtd3VVMjMxdTVjSjBrS0QyN2VvOTMyNTNLN05IZnBaNUtrOFgyT2JsQmdzMy9uMU8yWk95VlZuUmFjSE50Qk15ZGNwTWMrZjA2Yk03Ym9uVi9uNnFLanpwVGtXWGV1UXIra25vMytNN1FVSzdiOHFiTHlkUVQ3MTdEK215U2RNK28waldqZzkvWmo4NS9UcGwxYnFqelhPYjZqUHI3bXpRYlhlY3JURnltM01GZFhUcnFrd1ZOaEFRQkE2MFFBQndCQUs1U1p1MWNMeTlja2s2U29rQWoxYk45ZHZkcDFVMFJ3bUo3NjZuK1NwTkhkUi9pclJFblNtYzllcmxKM3FWeXVVaFdVZDcvczFkNzN1bDRWM0hKN0gxY3NpTzl5dTVSZGtOdmc2NWVVZWtiMXlUUzFKeStyUWNjR09wd0tDd3JWOTZzWGVVZXVIVGQ0VXRWOUFqd2oxUXFLQytvOG4ybWEzdlhOdXJicFhHWGJ4TDVqOU1lV3YyUjNPSFQya2FkSWtzcmNaZnJzOTY4bFNkMFR1cXFOSDZhZzVoY1hLTHNncDlyekZTUEFhbU9hWnBXbUhCWGNicmVQdlQyV2JQSjBEWFhZN2VyWnZsdU4rOFZIeE9xd3RwMXIzTzVMVVBtL0ZRQUFnQlVJNEFBQWFJVUdkdXlqWS91UFZaOE9QZFVuc2FjU294TzgyKzcvNUVsSlVxZjRaUFd1WVJINytqSmxIdER4U1hIdHRYTExLa21TemJCcGJPL1JtdER2NkZxUDJiTGIwM25WNlhESzZRaVFKS1ZrYkR1Z3RicHlpL0owNW5PWE5laVlJN29kcnJ0T3ZGRnJVdGZMTUF3TlRPNnJqckVkcXV5VEdKV2dwWklXL3YyclJuUTlYSjNpazZxTmVwT2szTUk4ZmJyeUs2WHU5U3o0ZjNqbkFkWDJ1V2J5NVZXbU0zNjY4aXZ0ekVxVEpFMGROS0ZCdFRlVnV6OThwTkhIbnZUVStRMCs1cmVOeXlWSlBkclZ2UDViWTFVRXNIUWtCUUFBVmlDQUF3Q2dGVXFPN2FCcmpyMjgydk0vcnZ2Vk96THV0R0hISDlBMWlrcUx0VDU5c3lUSkdWQTFEQWx4aHFoM1lnOEZsNjhWVjVOYmo3dGFCU1dGTWd4RE1hSFIza0N0d3J1L3pwWEw1VkpzV0xSQ0EwT1VscDJoT1lzL2xyUnZuVFIvdTNMQ3hUcDkrQWtxS0NtcXRtM0t3UEdhdC9JckZSUVg2SzRQSDY3WCtVWjJHNjR1YlRwVmU3NXkrTFloZmJOZStlRWRTVkpTVEtMRzl6bXFrZFVmbUJCbnNPeDIzMjhuY3d0ckg1RVlHeG9qdzZnZTRKYldNSnB4MDY0VTdjN0xsQ1QxNzlDN0VkVjZmTHg4dmh3MnU0SUNnaFZRWHZ2U3pTdVZucjFMa2hRZkdkZm9jd01BQU5TRUFBNEFnRVBJeGpUUEF2YUh0ZTFjWjdmTzgwZWZvUk1QbjZMUXdCQkpVbGhRcVA1MzBlTjY2ZnUzTlBuUmY4ZzAzVEpOVDREU0tTNjV5ckVkNHpyb2liUHVyYk9leUpBSVJZWkUxTGg5UjJhcXZsN2x1OHZxY1FNbmVoOTNpa3ZTV3pPZXIvTjZUYWx5V0ZqVDlNOU9jVWw2NlBUYjlmYWlPZHFhdWIzR3FhZ091ME54NGJFYTNlT0llZ1dqZS9JeVZWUmFMSnRoMDdXVFo4aGg4ODlidXJ0T3VsRURmS3pGVmxCU3FCT2ZQSy9XWTErNjVBbHZNNC9LMXV4Y3A2dmZ1cTNhODBzMnJ2QSs3cGZjcXhIVmVuejMxMDlhazdyZTU3YVlzR2dON3RpLzBlY0dBQUNvQ1FFY0FBQ0hrTE5HbnF5VjIxYnA2a21YK1p3S1dWblgvVVpoMlcxMkpjZDJVTDhPdmJSNnh6bzU3SFpGQkVkbzZzRHhTb3BwYjBtOSt3ZDdobUVvSWJLTnBnd1lyMm1EOWdWd0RydEQ4ZUd4bHRSd29Qb245VmIvTXhvL1lzdVg0VjJINkt3alQxWlljUGdCVHlOdUtVWjJINmJTc2xJdDJiUkN2ZHYzYVBSNVJuUWJLc05XZFpwcG9NT3A1TmdPT21YWU5HL2dEQUFBMEpRM3dsRC9BQUFnQUVsRVFWUU1zK0tqYXdCQXEvSENvbmYwNzNtUFNwS21ENW1pR2VNYXZ0WVNXaTlYbVV1T0dxWU5ObGVtYWNwdHVtVVlCbXQwbFROTnM4NFFGVURMOGVhaTJYcHIwV3hKMGszakw5T040eHUyTGlVQW9IbHJXZSsrQVFEQUFXdHA0WnZrR2ZsbU4reDE3M2dJSVh3REFBQm9PZmdJR1FBQUFBQUFBTEFRQVJ3QUFBQUFBQUJnSVFJNEFBQUFBQUFBd0VJRWNBQUFBQUFBQUlDRkNPQUFBQUFBQUFBQUN4SEFBUUFBQUFBQUFCWWlnQU1BQUFBQUFBQXNSQUFIQUFBQUFBQUFXTWpoN3dJQUFOYktMODdYanF4VWY1Y0JBQUJxa1Z1WTYrOFNBQUFXSW9BRGdGWnU0ZHBmdEhUelNuK1hBUUFBYWxGWVV1VHZFZ0FBRmlLQUE0QldLTURta00yd3lXMjZWZXdxVWJHcnhOOGxBUUNBZWpBTVF3SDJBSCtYQVFCb1lnUndBTkFLRFVucXE1RmRoaWdsYzd1L1N3SFFoRUxqQmlvd0lrbVNWSkszVTNtN2x2bTVJZ0JOTFRtNnZVWjJHZUx2TWdBQVRjd3dUZFAwZHhFQWdLYmxOdDNLTGNwWGthdlkzNlVBYUVMWC9ieFF1d29MSkVuUmdZSDZ6NmhqL0Z3UmdLWVdhSGNxSWpoTU5vTitlUURRbWpBQ0RnQmFJWnRoVTJSd3VDSVY3dTlTQURRaHU4M3VmV3d6N0dvYkh1ZkhhZ0FBQUZCZmZLd0NBQUFBQUFBQVdJZ0FEZ0FBQUFBQUFMQVFBUndBQUFBQUFBQmdJUUk0QUFBQUFBQUF3RUlFY0FBQUFBQUFBSUNGQ09BQUFBQUFBQUFBQ3hIQUFRQUFBQUFBQUJZaWdBTUFBQUFBQUFBc1JBQUhBQUFBQUFBQVdJZ0FEZ0FBQUFBQUFMQVFBUndBQUFBQUFBQmdJUUk0QUFBQUFBQUF3RUlFY0FBQUFBQUFBSUNGQ09BQUFBQUFBQUFBQ3hIQUFRQUFBQUFBQUJZaWdBTUFBQUFBQUFBc1JBQUhBQUFBQUFBQVdJZ0FEZ0FBQUFBQUFMQVFBUndBQUFBQUFBQmdJUUk0QUFBQUFBQUF3RUlFY0FBQUFBQUFBSUNGRE5NMFRYOFhnZFpqZDFHQnZ0bTZXZHZ5c3YxZENnQUFyYzZQTzdlcTBPV1NKQVhhSFRvNk1kblBGUUVBMFBxMEN3M1hwSTVkRlJjVTR1OVMwSW80L0YwQVdwZkZhVHYwOXJvL1ZWVCt5d0VBQUdnNnBpU2ovSEZ4bVV0ZmJkM2t6M0lBQUdpVm5IYTdvZ0tETkxWVE4zK1hnbGFFS2Fob1VwbEZoWVJ2QUFCWWhva0xBQUJZcmFTc1RKbEZoZjR1QTYwTUkrQmdtU1BiSmVuSWRrbitMZ01BZ0ZaamNkb09MZHl4UlRLa2dYRUptcERjeGQ4bEFRRFFhdnljdWswL3AyN3pkeGxvcFFqZ1lKbXVrZEdheUM4R0FBQTBtZnpTRXYyNGM0c2txVXRrRksrekFBQTBvZlNDUEFJNFdJWXBxQUFBQUFBQUFJQ0ZDT0FBQUFBQUFBQUFDeEhBQVFBQUFBQUFBQllpZ0FNQUFBQUFBQUFzUkFBSEFBQUFBQUFBV0lnQURnQUFBQUFBQUxBUUFSd0FBQUFBQUFCZ0lRSTRBQUFBQUFBQXdFSUVjQUFBQUFBQUFJQ0ZDT0FBQUFBQUFBQUFDeEhBQVFBQUFBQUFBQllpZ0FNQUFBQUFBQUFzUkFBSEFBQUFBQUFBV0lnQURnQUFBQUFBQUxBUUFSd0FBQUFBQUFCZ0lRSTRBQUFBQUFBQXdFSUVjQUFBQUFBQUFJQ0ZDT0FBQUFBQUFBQUFDeEhBQVFBQUFBQUFBQllpZ0FNQUFBQUFBQUFzUkFBSEFBQUFBQUFBV0lnQURnQUFBQUFBQUxBUUFSd0FBQUFBQUFCZ0lRSTRBQUFBQUFBQXdFSUVjQUFBQUFBQUFJQ0ZDT0FBQUFBQUFBQUFDeEhBQVFBQUFBQUFBQllpZ0FNQUFBQUFBQUFzUkFBSEFBQUFBQUFBV0lnQURnQUFBQUFBQUxBUUFSd0FBQUFBQUFCZ0lRSTRBQUFBQUFBQXdFSUVjQUFBQUFBQUFJQ0ZDT0FBQUFBQUFBQUFDeEhBQVFBQUFBQUFBQllpZ0FNQUFBQUFBQUFzNVBCM0FmdkxMeW5VcXAxL2EwL0JYbitYZ2tiNGMzdUtzakpUUEkrM3V2UzVPOVBQRmFHeG9vTEMxUyt4cDhJRFEvMWRDb0FtbEZ1Y3I5V3A2M21kYmFGV3BHMVhWdVlHU2RMcXdDSjlicy96YzBWb0xGNW5nZGFKMTltV2JmMmVuSDJQTTFMNGZiWUZhNDZ2czRacG1xYS9pNmhzd2QrTGRNM2MrN1F6TzkzZnBRQ0h0TGJoY1hyb2hKdDBYTjl4L2k0RlFCT2F0K29iM1RydlVWNW5BVC9qZFJab25YaWRiZGtDbkJFS0RBeVhKQlVYNTZxMEpLZU9JOUJjTmNmWDJXWTNCWFhqN3EzY3JJQm1JRDEzdDlha2JmUjNHUUNhMkpxMGpiek9BczBBcjdOQTY4VHJiTXRXV3BLanZOd2R5c3ZkUWZqV3dqWEgxOWxtTndYVjFMNEJlWEZoTVdvZm5lREhhb0JEVDNwMmh0SnpNc3EvYWxZRFpBRTBpWDAvMTIwajR0VTJNdDZQdFFDSEhsNW5nZGFPMTFuQW41cno2Mnl6QytBcUc5VmpoR2FNTzkvZlpRQ0hsRGNYemRaYmkyYjd1d3dBQjhHRWZtTjB6c2hUL1YwR2NFamhkUlk0ZFBBNkN4eDh6ZmwxdHRsTlFRVUFBQUFBQUFCYUV3STRBQUFBQUFBQXdFSUVjQUFBQUFBQUFJQ0ZDT0FBQUFBQUFBQUFDeEhBQVFBQUFBQUFBQllpZ0FNQUFBQUFBQUFzUkFBSEFBQ0FKdUUyM2Y0dUFRRFFqTGpjTG4rWDBLcndPdHV5RWNENTJUMGZQcXJiNXp5b0xidTMxN2pQVGJQdTFmTUxYdEhPckxTRFdGbjk1UlRtS21YM05pMVArYlBPR2wxbEx0MDQ2MjU5c0dTZU12UDNWdG4yK1B6bjllaG56LzQvZS9jZEhrWDFOWEQ4dTV2ZUd3bEphS0dGM3J2MERrcHZZa0d4Vit4U0JGUVF1NzRpVnRTZm9DalNVWHJ2UFVDQVVCTUlKSVQwM3JQWjh2Nnh5WklsbTJUVEE1elA4L2lZblprN2M5ZkgzYnR6NXQ1ek9IMGp5R1Ric1BnSVB0NndrSTgzTEN6VXRqZ1hiMTFoNGZaZk9CZCtFWjFPWjFhYnp6ZC94MHRMcC9QQnVpL1FhRFZtWDBzSUlVVDEwK3EwcEdTbFZuYzNBTmgvNlRDanY1bkNoTytlS2ZhNGk3ZUNHZjNORkVaL000V2tqSlFxNmwzRlczdGlJOC85L2hhYkFuZktUWUlRUXR6SE1sVlpyRG14Z1NkK2VwWGoxMDVWeWpXaWtxTlpjZXhmcnNaY04zbWZwOWFxdVJKMWpTdFIxKzdxc2JVZ0dXZnZicGJWM1lINzNZblEwK1JxMUR6Y2JiVEovUmR2QlhNbVBJZ3o0VUdNNkRpc1hOZktWR1dSbHBXT1ZxZEJyZFdpMVdyUjZqUm90RnJVV2cwcXRZcWMzQnl5MVRtb2NuUEpVZWVRclZhUnBjb2tQVHVUak93TS9iOVZHYVJuWjVDY21VcHlaakpxemUwQVZlL21QWmd6NnMwaSszQXM5QlJud3k5d052d0NYaTZlOUduVzNiQnY1L245YUhWYW12bzBvcU5mbTBKdGt6TlRPSEQ1Q0FCVGUwOEdCL1BlOTlxQVRSd0tQczZKcTZmNS9mbHZzYld5S2ZiNEE1ZVBzdWZDUVFDY2JCMVFLaVJPTFlRUWQ0dU1uRXcrMjdTSXlLUm92cGo4UGg2TzdrYjdzMVRaNkREdllVeHhiSzFzekJvZjFGb04yYms1SlQ3TTBlcjB4K24vTnY4SGRhWXFxOFNIWDAxcU45VDNSYU0yWEtPMEhHenNVU2dVeFI2VGtKN0U4aU5yeWN6TjVteDRFQ002REM3VHRZUVFRdHo5Y2pXNXJEajJMMm5aNmZ5dzYzZmExVzlkNG4xWWFlMEkycy95bzJ0WmNtQTU3NDk1aDU3K1hZMzJaMlJuOHRxeVdRQzhNT0JKeG5WK3FOVFhrSEZXVkNRSndOVnd1eThlQUtDNXJ6LzEzSDNMZGE1dDUvYXdlTThmRmRHdElwMjZGa2ltS2d0N2F6dVQrM2NHN1FmQXpjR1ZCNXAwcnRTK0FFU254SElrSkFDQXgzdU9ML0ZMUHpzM2g4VjcvelM4UGh0K2dmV250ekt1MDRPVjJrOGhoQkFWSXpvbGx2TTNMNUdweW1MNml2bDhNZmtEUEJ6ZERQdW5MSDZGdEt5MGNsOW40ZU1MYU9IclgrN3psTmZscUJCbXJWeFE3REhicDY4QzRGRHdjVDdkK0cyWnJ2UFBLNy9nN3VCYTdERy83UDJEek54czdHM3NlYnJ2bzJTcXNzcDBMU3NMUzZ3c3JNclVWZ2doUk0zZ1l1Zk1FNzBtOGNPdTM0bEppV1BWOFg5NW90ZkRGWForblU3SDdvdjZTUk1lRHU1MGE5S3h3czVka0l5em9pSkpBSzZLdmZ6SGROenNYSmcyOURtOFhieUtQVmFsem1YLzVhTUFER3ZUdjBMNzRXVHJpS1dGcGY0ZnBRVldTa3NzTFMyeHRyREMyc29hRzBzYmJDeXREWC9iV2RsZ1oyMkx2YlVkdGxaMmhyOGRiTzF4c25YQTBjWUJCMXVISWdOdkFNbVpxUVNFbmdGZ2VOc0JXRnBVL3Y5KzZ3TTJvZFZwcWVQdXc1QzJKZjgzL0gzL2N1TFRFbkN5YzZLbmYxZTJuZDNOa3YxLzA2RitLeHA2TnFqMC9nb2hoQ2lmeGw1K3pCcy9nOW1yUHlFaU1aS1pxejdpcThrZjRtTHZiSFNjbmJVdGlqTE1jTTdNeVRSNm5aR1RXZXpUN293Q3h5ZWtKeFY1WEZwV2h1SHYxQktXejdyYU8yT2h0RERhWm05bFM4czZ6UXl2MVRvTlo4TE9GM2tPYzJZaDZJQ2N2UGZtYUZQOHRQTnRRWHZZZDBrL1N6MHpKNU9wdjd4VzR2bUxNckxEVUY0ZFhQeVNYU0dFRURYZmcrMEg4ZS9wcmR4S2pHTDFpUTBNYWRPL3hIdGdjNTJQdUVSTVNtemVkUVppcWF6Y2Uwc1paMFZGa0FCY0ZjclY1SEl0NWdhQVdSSG5BNWVQa0phVmhwMjFMWDFiUEZCaC9YQnpjR0hGSzcrYWRXeEFhQ0Fyai8rTGxkS1NUeCtlVzY3cmJqcXpBNDFXalZLaDVNRjJnOHAxTG5Na1phU3c1ZHdlQUo3dCszaUpYOG9Icmh6anY5TmJBWGg1NEZQMGFkYWQwSmdiQkVkZjQvMjFYL0ROWXg5Unk4bTkySE1JSVlTb2ZtM3J0ZVM5VVc4d2IvMlhoTWRITUd2MUFyNTQrQU1jYlcvL3VQMTAwaHlUTTlqMlhqeEVSazRXM1p0ME12bWRQK0c3WjR4bTBQMjBhd2s3TCt3dnNVKzVHaldQL3ZpQ1dmMS9jY203eGU3Ly9ibEYxSEh6TnRybTdlYk54NU5tRzE2blpLWXk2ZnRuVGJiM2N2WmsyWXMvbE5pUDBOZ2J2TFIwT3RhVzFsaGJGdjI3NVViOFRYN2N0Y1R3MnNIR0hydFNMak5LeThrMDNJUW9LSDRKamhCQ2lMdURwZEtTcWIwZjRlZGRTNW5VWXpUdURtNGxOekxUNXJPNzlOZXdzR0I0dTRIbE9sZENlaEx6MTMvSjgvMmZvRlhkNWlhUGtYRldWQVFKd0ZXaCtMUkVRUC9VdmVCeW1LSnNPTDBkQUpWYXpkTy9saTdDL1dpUENZenFPTFQwbmJ4RFltWXlRVGN2WVZYTzJXclp1VGxzeUF0dTlXbmVIVS9uV3VYdVcwbFdIbHVQU3EyaWJmMldQTkMwUzdISFJpUkc4YzNXbndCNG9Fa1hCclRzQmNDTUVhOHg3YytaeEtiR01Ydk5KM3o5eUR5akd6Z2hoQkExVTQ4bW5YbCt3Sk1zM3IyVTJOUUV3aE51MGJKT3lVdEcvemkwa3Fqa0dPcDUrTjczRDEzeVordzUyVGdXZVV4Y1dnSnoxbnhLVG00T1NxVUZXcTJHV281dWZQM1lSempaRnQydW9OTmg1NWkvL2l2OXRleWNHTjFwZVBrN0w0UVFva0lsWmFRdzlaZFh5OVJXcTlPeVpQOXlsdXhmWHFwMnE2Zjliakl3RlowU2ExZ3BOcWhWMzBMNVhrdERyVkh6OFladnVCeDFsWGYrK1pBRkUyZlJ5YTlkbWM5WEdqTE8zbjhrQUZlRkloSWpBWDFFL003MTJqbHFsV0diblpVdFY2S3ZjU1g2S2dBYXJiclVWVnRxV3VHQUhVRjdTY25VenhpWTJGVmZjQ0kyTmM3a3NwM2tqQlRDRXdwWGhZMU5qVGY4SFpVU2c2WkFTV3NQUjNjY2JPd05yMk5TNHRoMFpnZEtoWklYQjB3MWJQOW02OCtnVkRDbTR6RERrdEtrakJRK1dQYzVtYW9zZkZ4cjg5YURMeG1Pcit2dXc5d3g3ekIzN1NmY2lBdG45dXFQbVQ5K1pxR2xURUlJSVdxZWNaMGVSS3ZSMEx0WmQycTdlRmJLTlY0Yitqd3ZEMzY2eVAwSExoL2xtMjAvWTJWaHlhcHAveXZ5dUV1UndieTM2bU1BbGo2L0NCZDdseUtQdGJPeUxYdUhTeUhvNWlVQXZKdzlUTzVQeVVybHZaVUxpRXVOcDVhVEJ4K05uOEhjTlo4UmxuQ0x1V3MvWThINFdTVSt0TnAyYmcvZjdmd1Z0VWFEdlpVdDg4Zk5vSzY3VDRXL0Z5R0VFT1dqMVduTFhHQ2dySW9xbXJUbXhFYTBXZzFLaFpKSjNjYVU2eG8vN2w3Q2hZakxBTFNxMjR4MjlWcVY2M3lsSWVQcy9VY0NjRlhvZWx3NEFHSHhOeG03OEVtamZmay91a0cvdEdUNTBiVUFkUEpyeTlOOUh5TXRPNTJaS3o4QzRKdkhGbUJ0YWNXWnNQUDh1bThadFYyOGVIL00yd0RNWGZzWmllbEoyRm1YL09OODdMZFQwWlpRbFMyL2FsdXVSczNvYjZhWTlUN1h2YjdVS0RlTldxTm1UY0Ftdy92SnJ4THo2Y1pGWEx4MXBWRDc1VWZYc2Z6b3VtS3ZNYnZBZnkrQTJhUGZNcXFvK3V2ZVA4blZxQm5UY1JpTnZmd0F1QnB6blcxQitpV3BYczRlTlBSc1FGcDJPck5XTFNBaU1SSTdhMXMrSERlOTBKT0VqbjV0ZUh2NEszeSthUkdYbzY3eXh0OXorR2o4TFBuaUVrS0l1OENFcmlPTDNUL3R6MWxrcTIvZlVNU2w2Ui8yZkwzMVIyd0tMTytZTnZoWjJ0WnJXYWk5dGFVVjFoUzliS1RnRFBMaThxVGFXRm9YT0tkTnNjZFd0SURRUU95c2JYR3hkOEhCeGg2TlJzMnBzSE9zUDdVWmdQWU5DbGNtVDh4SVpzNmFUd2hQdklXOXRSMGZUNWlGbjJkOTVvNTloNWtyNTNQcFZqQnZMWCtmZWVPbTQrTmF1MUQ3akp4TWZ0eTFoRjE1eTNkZDdaMzVhTUlzL0wwYlYrNmJGVUlJVVNZdWRrNHNmTHh3TVlLZDUvZXorY3hPUEJ6Y21UdjJMYlBQcDlQcG1MRnlQaXAxTG9OYTlUVlowZFBhUk5xbTVNeFV0Z2Z0QmFCdml4NkZVaktVeHQ5SDE3RDV6RTVBUDBsbXp1aTNLeVZQdVl5eklwOEU0S3BRU014MVFQOEQzTVpLLzBNN2YyYWJ2aWlDUG1nVkduZUQ0MWRQQVRDbDF5U2ExRzdJcGNoZ0FHbzV1aHVXME9RSHIrcTZlUnVDV3JrYXRlRWFKY2xXWmFQVmFjM3V2N2xQUE81OFVySGg5RFpEZ3N5dVRUb1p0dHRhV2hzbHA4dy92NldGaGNsOGJWcWRGcFU2RndBYkt4dWpsZXNXQldiOEhiMTZrb1BCeC9Gd2NPZUozcE1OMjMvZi96Y0FQcTYxbWRobE5PblpHY3hlOVFuWDQ4S3dVRm95YzhScitOV3FaL0k5RFdqWmkxeHRMZ3UzTGlZeUtabzMvcDdEekpHdjBibUtwaWNMSVlTb0hPRUpFU2JIdDVpVU9LUFhkeFpmdUplc09QWXY1eU11bWR6bjd1aFdhS2xLUkdJVXM5ZDhUSFJ5TE5hV1Zzd2Q4dzUrbnZVQmFPN1RoUG5qWnZMK3VzOElpNy9KeTMvTTRQVWh6OUd2UlU5RCs0UEJ4L2hwNTFJU012U3BPWnA2TjJMMnFEZndjUzM3VFpRUVFvaktaV2xoYVRKM3FrcWR5K1l6TzBuSVNNVEwyZE9zVkV1Z254eVJmMi9YdTFrM3N5dUwvM0ZvQlNxMUNnQi83eVptOXI2d0xXZDI4dWRCZmZWU0J4dDc1bzE3RjlkS1d1VWs0NnpJSndHNEtoUjA4d0lBODhiUE1EeEZIL0gxbytScTFIdzQ3bDFhMTIwQndPdzFud0xRb1VFYnd4ZFJSR0lVZ0ZHQUtIL051RmVCU2pMWitjdFl6WmdCOS9mTFA2UFRtWjdXbTIvL2xhTXMzcjBVS3d0TC9uaWg1RVNTZ0ZId0xDVXJsYi96WnZNQlJrR3pPNHM2RFA5eU1scWRsdWY3UDhIb2pvWFhwWjhOdjhEMEZmTUErR25xbHlhZmRzU25KYkp3Mjg4QXZEcmtHY095MUlEUVFFN2RPQWZBaXdPZUpENHRnZmZYZnM3TnhGc29GVXBtakhpVjdrMDZGL3UraHJidWo1T05JNTl1WEVoYVZocXpWMzNNaUE1RGVLN2ZGTE9xM0FnaGhLZzgreThmNGE4amE0eTJPZGs2OG4rUHppKzIzWXBYZmpWNmNQVFMwbmVKVG81bHdZUlpSb21ZQzg1UUs0MjI5VnZ4L3BoM1VDcUxUdzFSejZNT3MwZS9aZWgzYVVVbVJmSG0zN2ZIMVpKbXVCZlV6TGNKb2JFM3lGSG5HdEk3T05vNjBLbGhlNTd1OHdodURyZVh3MnAxV2hiODkzOUVKOGRpWTJYRGgyT24wOUhQK01sOTIvb3QrZXFSZVh5dzluUGkweFA1ZE9PM2JEKzNoK0h0QjdQKzVHYkRBMFNGUXNHWWpzTjVwdDlqWmhXbkVrSUlVZk8wOFBYSDJ0SWFsVnJGMmZBTGhsemFKVG1YRjVCU0twUzBNVEhEM0pUUTJCdHNPN3VuekgzTnR5bHdKOS90MUJjbHRMTzI1ZU9KNzlFb2I5VlVVV1NjRlJWQkFuQlY1SHBjR0VrWktWaGJXdEhjcDJtUnh4MjllcEtUb1lFQVBOSHJZY1AyNEtockFEUXRNR1UwTm0rWlRINHBaN1ZXYlpnQloyZkdERGgzQjljU2ozR3d1WDBlYzU5bUZQVFhvVFdrWjJlVXVsMVpiVG03aytUTVZBRCtiK3RQZkxuNWU2T1pjOTJhZE1MZTJwN1gvcHBOV2xZYVNxVUZidzk3a2I3Tnphc3krMERUTG53MmFTNExObnhEWW5vU213SjNrSkNleUlkanAxZmFleEpDQ0ZHeXRLd013dU9OODRjNjJUbVYyTzdPQjFiNWxjR3NMYTByWkJtb3A1TUhuazZtYzdzVTVHTG5iSlJLb2JTeWMzTk1wblV3eC9QOXB2QjhQMzJhQ2ExT2kxYW5MYkp5dUZLaFpQYW9ONWl6OWxQZWZmQVZ3OFBET3pXcDNaQ2ZudnFTaGRzV2N6amtCS2ZEZ2pnZEZtVFk3Ky9kbUZjSFAwc3pIMWtLSTRRUWR6TnJTeXRhMVdsR1lGZ1FnVGZPbVIyQU94OStFZENQRndWemVSZm5wejFMUzdXQ3k1UjFBWnRZdlBkUFFOLzNEOGErYTlic094bG5SVVdRQUZ3VjJYOUpYNlZGLzRTZzZPanppbVAvQWpDZ1ZXK2phbTJYb3ZSTFVBdHV5Ny9SYU9CUkY0QnMxZTBsTlBabXpJQ3JiSmVpZ3RsMFprZVZYck5yNDA3OGZXUXRTb1VTaFVLQm02TXJxWmxwWk9mbVlHTmx3OHNEbitMVTlUT2taNmRqWjIzTGl3T204dDNPMy9odTUyOW1YOFBaenBrZm52eWN6elorUzBSQ0ZLOE1MRHI1dGhCQ2lLclJ0bjRMM2hqNkFnQlJ5VEdzUFA1dmlXMnljM01LL1pEUG53Mm5LbEFjS1Y5eHM1MGYrL0VGTWlzcE9iVUNXUFhxYjhYbXBmSHpyTTgzajMxa2VKMldsYzRUaTE4cDliV1VDbVdKaFp6cWVkVGhmODh1TFBMbUlTVXpsVFBoNXpsKzdUUkJSU3k1eVZKbGMvemFTYXd0TFExRmtZUVFRdHlkK3JYb1NXQllFQWVEai9IaXdLa2xCdFJTczlJSXVLNmZkTks5YWFkaWo4MjMrOEpCenVVRjdjcENwOVB4NDY0bC9IZDZLd0QyTnZiTUd6dWR0dlhObTMwbjQ2eW9DQktBcXlLbjg1WS9sclRNOFpPSjcvSFhrVFdNN3p6Q3NDMGhQWW1RNkZDVVNndkRjaGlkVHNmTnZLcXFmcDc2WmFtWnF0djVhZXh0ekh0cXI5YXFEZFZKVGNuSXVYM3prYi9rMVJTbFFtazBkVFk3TjRldk52K0lWcWZGeWM0SmxWcEZUaFZVeldudTA0VFYwLzZIazYwakNvV0NsTXhVbnY3dGRRQWU3VDRPYnhjdkhtby9CRHRyZStwNzFNSEYzcm5VMVh5c0xMTnhkM0RsMDBselNFeFB3dE81Vm1XOEZTR0VFS1ZRMzZNdTlmTWVTRjJLRERZckFEZHQyYXhDcytieXpjbExCMUhRNHFlK0t2SmM2VG1abFZZZHpzckNzc1NrMEVxRjBtakdYbTdlekc5VDR0TVRtZnJMdEZMMTRiMVJieGdsYnM2L0tjalY1QklXSDhHMTJCdGNpZ3poWXNRbHdoSnVHYlcxczdhbGM2TU90UEJwU2tCb0lHZkRMM0F6OFJaL0gxbkwzMGZXNG1ydlRPdTZMV2hacHhrTlBPdlJ3S091V2JNR2hSQkMxQXo5V3ZUazEzM0xTTS9PWVB1NVBZenJNcUxZNDNjRTdVT2x6a1dwdEdCWW13RWxuajh1UFlFZmR1a3JpZnU2ZVJPWkZGM3FQaTQvdXRhd01zdk53WldQSjc1bktOWm5EaGxuUlVXUUFGd1ZtVDloSnQvditKV2VUYnNXZTV5RGpUMHY5SC9DYU51UmtBQUEydFpyWVhpYUVKNXdpNXpjSE95dDdReExVRE1MQk12c3JVMDhkY2pMOTZia2RvWFNpSVJJWGxqeVRvbjl6OVdvZWZUSEY0cmM3MlRueEpwcC96TzhYbkpnT1JGNUFjS1hCejdGajd1WFZFa0FEc0M1d0pLajMvY3ZKejA3Zy9xMTZocFZ3c3VmR3EzVmFWbjFxdm16MzBDL2xoN0FRbWtod1RjaGhMaUwxWFV0WFRWcnEyTHl3QzE4ZkFFYXJlbGxNYnN2SEdEZHljMVlXMW9iUFQwdnllSGdFeXcvdXRhc3RCS2xvZFZxaUVxT0tWV2IvQnVONDlkT2NUa3loSWpFU0NLU29nbFB1SWxhVXpnUGpvOXJiZXJYcW91WFV5MjZOR3BQdDhiNkdRN2p1NHdnT1RPVjQ5ZE9jU2I4UE9mQ3poT2Zuc1NoNE9NY0NqNXVhRzlyWllPSG94dXVEcTRNYXRtYkI5c1hybzRuaEJDaVpyQzFzbUZJbS82c0M5akVoc0R0ak80MEhBdWxoY2xqZFRvZFc4N3FLNDgrMEtRekhvN3V4WjVicDlQeDllWWZ5Y2pKUktGUThPYlFGM2wzeFllbDdtTis4SzJSbHgvdmozbmJaT1hRaWlManJDaUtCT0NxaUt1OU0zUEd2RjNrL3FUTUZOYWQzTXp1Q3dkNGNjQ1RSb2tvdDV6ZEJVQXYvOXU1WWM2RzZ3czZ0UEJ0YWdnSTVTK1ZVU2dVSnBmSjVPZUhzN1EwL1dWNFoyVlJjMmkwR3NONUN6b1NjaEtBSGswN002QmxMMzdjdmFTVVp5Ni9zK0VYMkJhMHgvQkZiV3IyZ0ZLaHhLV1NxdDBJSVlTbzJUNFk5MjZGbmF1NDVSMW44bkt5S0JVS1E5VnljNXpMRytzck9nRG42VnlMWDU3K21tKzIvc1NCSzhkNGRmQ3pER3pWdTlCeDEyUERlR3Y1K3lnVUN1cDYrQUtRbkpYSzhxUHJqSTZ6dExDZ2thY2Z6WDJhMHR5M0NhM3J0cUMyaXlkclRtemsxMzNMT0hqbEtDc0xQT3h5dFhkbWFKditERzNUSDREb2xGaENZa0lKamJuQnRiZ3dJaE9qaVVtTjVWWlNOUFkyOXZRek01K1FFRUtJNmpPcXcxQTJuTjVLVkhJTTYwOXVNWnI4VU5EMjgzdTVsVGVEYlVTSElTV2VkOXU1UFFUbWphT2pPd3lsWlYzenFxV3ExTG1zUDduRmFOdkFWbjE0YmNoemxWNUFUOFpaVVJRSndGV2o5T3dNUTY2WkJmLytuMkY3WkhLTUlRQVhFQnBJYU93TmJLeHNqQkphbmdzL0QwQ2JBbXZXOHdOd2RsYTJocUJjUVdxZFBsQldWQVdVWDU3KzJqQ2J6bHk3THh6Z2k4M2ZGOW8rb0dVdmRsMDR3SnZEWGl6VitTcEtsaXFiYi9LcW9ZNW9QOFFvZDU0UVFnaHhOOGpNelFhTUN5SlZCQVVLN0szdGFGR25HUWV1SE9OS1ZBZ2pUZHdFblkrNERFQmpMejljN1BRUHE0YTA2a2RvOUhYc2JleHBVS3NlRFdyVnBhNjdyOG5mRmdrWmVkWGFuVDJMN1krM2l4ZmVMbDcwTHZDZ1VhZlRFWitlaUwyMVhZVVV3eEJDQ0ZHNWZGeHJNNkhMS0ZZY1c4K2ZoMWZSMDc5cm9WbG1LWm1wL0xidmJ3QzZOT3BBaHdadFRKM0tpTGVyL3Y3VXo3TStUL1Y5ekt5K25BdS95TGM3ZmpHc3lBSVkyV0Vvcnc1K3h0eTNVeTR5em9xaVNBQ3VpbVdxc2poMjlSVDdMaC9tMVBVelJ0Tkphem02TTZCVmI5clhidzNvMTN2L3ZPY1BBQjVxUDlpdy9EUTdONGVBNjJjQWFGZXZ0YUY5UnQ2MDJxSStRUG41M0VyekFRdExpR0R2aFVOWVdsandlTStKWnJjYjFMb3YzUnAzTW55UjNFbWoxUmlDajNmUzZuU290WVZuMVJWYzJxUFZhZ29kWTZHd01BUWV2OXY1RzFISk1kUjI4ZVRwdm8rYXZJNWFxeVlpSWRMa3ZwSW9sVXBEcmlFaGhCQjNENjFXUCs0cUZmclo0SHN2SG1MNXNYWEZOV0Y0MjRHTTYveFFwZmZ0VGhrNSt0eXU5bVpVaDlOb05VWlZ4d3ZtaFMxS2l6cjZxdXlucndlaDFXa0xKWVUrY2xVL203MXp3L2FHYlFxRmdwY0dQVTJ1SnBmVXJIUUF3Ny92ZENzcENnQTNSOWRpODhqZXljSEdIbHNyRzhsUEk0UVFkNWxIZW94ajk4V0R4S1hHczNEN1lqNlpPTnRvS2VyUGUvOGdMU3NOYTBzclhoNzRsRm5uN05DZ0RjMTkvWGxyK0l2WVd0bVl2RS9NRjVzYXg1OEhWN0h6d3Y1QyszemR2RXYvaGdxUWNWWlVCQW5BVlpGTGtjR3NPYkdSRTZHQnFOU3FRdnRmRy9Jc3c5c05NdnBRL3Jidkx5SVNJM0d5YytLeEh1TU4yNCtHQkpDZG0wTXRSemRhK0RZMWJFL1AwWDhoRlBXa1BDTkx2OS9aMXRIc2ZvY25SUERQc1hWWVdWaVdLZ0JYejkyMzJQMFR2bnVHekJ6VFgxby83MTdLejd1WEZ0disyZis5V1dqYjlJZGVaV0NyUHF3TDJNVHVDd2NBR052NUlhNUdYeWNsTzVYVXpGUlNzdEpJelV6ajJYNlBrNVNaWWxiK08xUHV6SGtuaEJDaTV0UHF0SWJaNGpaVytueHVxZGxwUlJaaXlKZVVrVnpwZlRNbFBlOEh0NU90UTRuSGhzWGZaUHdpODI1bThqWHpib0tiZ3lzSkdZbWNEYjlnTkJNaExDR0N5NUg2Q3V5bWxzMWN2QlhNOUJYenpMck84YXVuZVBScTBYbGs3L1Q2a09ja0Y0MFFRdHlGYksxc2VHWGcwM3k0L2d2T2hKMW4wYzdmZURPdlF2bktZLyt5NThKQkFCN3VOcVpVQWJGUEpyNVhiR1hWaFBSRS9qbTZucTNuZGhrbXVEalkyRE91eTBpV0hWcFpqaHYzWnlrQUFDQUFTVVJCVkhkMG00eXpvaUpJQUs2S2hFU0hHaVU5Yk83cno3QTIvZmwrMTIrb05Sb2ExS3BuRkh6YmYra3cvNTdTbDBoK2VlQlRPT2I5K05icGRLdzY4UjhBZlpvL1lMVFVOQzA3NzBtNXFRSU0zSjZpNnV4Z2ZzNHpiZDRYbUxLSUpKbzEwZXFBallhL1RRWHluTzJjZUhIZ1ZLTnQzcTVlUlpaNUxpaGJsVTE4ZW1MNU95bUVFS0pLblEyL1FLNG1GMTFlUVNKN2ExdWovZjFiOXVLMUljOFpiVnQrZEMycmoyK29zajdlS1NVckZRQkhtNUlEY0xaV05qUXFVTTFOcTlWd09lcHFzVzJVQ2lXOS9MdXhNWEE3Vzg3dU5yb3grQy92TjBpTE92NG1aM3dyVUJSNmtuOG5yVTVydUk0NThvOHY3aVpMQ0NGRXpkYWphV2NtZGh2RjZ1TWIySFoyTis3Mkx0Ung4K0gzQThzQjZOaWdEWk43akMzVk9Zc2JGK0xTRTNqMjF6Y01sY2dWQ2dWRFd2Zmo2YjZQb1lBS0M4REpPQ3NxZ2dUZ3FvaWZaMzNjSGQwWTJLbzNRMXYzcDU1SEhRQkRPZVdDQXNPQytHS0xQcTlhM3hZOWpYSy9IYmh5bE5EWU1KUktDMFoxSEdyVUxzTXdBODcwQnlvbU5RNEE3eExXaUJ1ZlV4L1VzN1VxdXZKYldmeis3TGVHTDRDS2toK2tiT1hyVDhEMU0zZzR1ZVB1NElxN296dnU5aTY0TzdyaDZ1Q0NyNG1LTjU4Ly9MNVorZStPWFQzSkIrdStxTkIrQ3lHRXFGemJndmF3YVB0dlRPazF3YkROM2NITjZCaExoVVdoRkEyV2l1cjltWlNVa1FMb1oxMFhSWlAzb015dlZqMmpDcXNwbWFsTSt2N1pFcTh4dEUxL05nWnU1K0NWbzl4TW5FUTlkMTlpVXVMWUhyUUgwRmRUTTZWdC9aWnNmWGRGa2VjOUdIek1rTi8yejVkK3dOT3grR1V1V3AyVzRWOU9Cc3hiY2l1RUVLTG1lcnJQbzl5SXUwbEFhQ0RMajY0ekJJZ2ExS3JIbkRGdm16WHh3Vnllamg0ODJINHc2d0kyMGJOcE41N29OUkUvei9xQWZpd3NqUjkyL2s0SHZ6WjBhdGdPbTd6SzV6TE9pb29rQWJncTByS09QMys5K0dPUjVaanpCWVFHTXYvZnIxRnJORFNwM2RBd1pSZjB3YkQ4SndkRDJ2VER4OVY0Mm01cVZob0FkcmFGUDFBYXJZYm92RkxJM3FVb3VaeVk5NlhsWXU5aWRodHp1RG1ZUHQ5ZlI5WmdwYlJrWXJkUlJwRjhyVTdMci92K0lqa3poYmVIdjFUc2wvYk1VYTlYNkplNkVFS0l1MHQrZFc2dFZzTjNPMzlqVStBT0FNNUhYQUdnbHBPSHljcllOWWxXcHlVOFFiODB0cWg4cW5DN0FKTjFHUitVTmZWdVJNY0diVGdkRnNSdisvNWkzcmpwTE43enArRjNTSyttM2NwMDNwM245ZmwzR25vMktQR21BQ0F6TDA4dDNINmdKb1FRNHU2a1ZDaDVhL2hMUFBYTE5MSnpjOURxdENnVUN0NGIrWHFsekw1NnF2Y2pER3padTFTVnh1K2swK25ZZEdZSEd3SzNNYmhWWDk1NTZCVkF4bGxSc2N5YnF5akt6VkpwV1dMd1RhZlQ4ZmZoTmFqVUtyeGR2WmczYmdaMkJaYklMTnorQzlISnNkaGEyZkI0Z1p4dytWSXo5UUU0QnhORkZtNG1ScUpTNXdMUU1PK0pnRG5DNHNJQXFPdnFZM2Fic2pwMjlTVExEcTNpOXdQTCtYbjNIMGI3ZGw4NHlMcUFUZXk1Y0pDUC8vM0c4RjVNa2VDYkVFTGMzeUtUb2dIOWc2dE5nVHRRS3BSTTZUa1JMMmY5RDFSVFA5RFZPZzJacWl5amYvS3JoMWVIdlJjUEdaYlQxSEV2T2s5T1ZsNmxWQnRMbXpKZkt6L0g2N0dySi9seTh3OGNEdEduekhpdTN4U1RWZFZMY2lrcW1PTlhUd0h3WUx1QlpyWEp6Mk1MNWkyNUZVSUlVWE9kdTNtUkdmL01NNHhqb0wvWG5idjJjdzRIbjZqdzYxbGJXcFVyK0FiNm5MRDVLN1E4bk53TjIyV2NGUlZKSWhVMWlFS2hZTzdZZC9oNnl3KzhPZndsYWhYNDRQOTdlaXNITGg4QjRLV0JUK0hwWEt0USs5UnNmYkptVTFOS3o5L1VsemkyVUZyaVY4dThBRnhHVGlZblEvWFZWay9lT01NMzIzNW1YSmNSTktpRTZwODM0bS95eFdiOXN0dmFMcDZGOGdJTWJ0MlhxOUhYK1BmME5vNWNEV0RldWkrWU8vWWRiSzFLOTBVWWt4TEg1Y2hnbW5vM3hzcXljQ2xuSVlRUWR6ZWRUc2VXTTdzTXJ6MGMzSms1OGpYYTFtL0pjNy9wQy9pMHF0T3NVTHU5RncreDkrS2hLdXNuNkplUEJGd0xwTGFySjY1Mnp0aGEyYUhXcVFtT3VzcldzM3NCc0xPMnBXT0R0a1dlSXlaWm4xNmk0TTFDYWJXcTI1eGg3UWF5N2V4dWR1VlZqaHZSWVFqdEc3UXVvV1ZoV2Fwc3Z0NzhFd0R1am00TWJ0M1BySFpKbWJjTFhialltNStyVmdnaFJNMXhNK0VXZnh4Y3djRUN1Yys3TmU2SWhjS0NJMWNEaUUyTlkvNi9YOUd5VGpNZTZ6bUJ6bjd0cXJHM3hpS1RvdzEvMTNhNW5iSkp4bGxSa1NRQVY4TjRPTHJ4eWFRNVJ0dTJuZHZEVDd1V0FOQ25XWGVHdFIxZ3NtMVVrbjZKcVp1SjVhSW5id1FDK2xMSTFnVUNUOTZ1dFZuNCtBTEFPQitPVnFkbDBZNWZ5TXlMK0t2VXVXdzd0NGR0NS9iUXBWRUh4bmNaUVljR2JlamNzRDBMSDE5UTR1eSs0c1NsSlRCNzFjZGs1R1RpWk92SWdnbXpjSGR3TFhUY1M0T2VScVBUc1RGd095ZHZuT1dEZFovejRkanBSck1FamM2Ym5zRFY2T3RjaTdsT2NQUTFncU92R2ZMcHpCczNuY2JsZkVvaWhCQ2k1c25PelNFMVd6OGp2RVVkZithT2Zoc1BSemZPM2J4SWVPSXRBTG8yNmxDb25ZT05mWkUvcnQxTWpFa1Z3YzdhanUxQmU0czk1dm4rVHhTN1hDY2k3ejNWZDY5VHJyNE1hOXVmYldkMzMzN2R4dlJ2amVMa2FuTDVlTU0zM016cjA4dURuaXB5akw1VFVycCtmRllxTFhBcVJiVjJJWVFRMWU5U1pEQnJUMnprVU1nSlE3RWpSMXNIbnUzN09NUHpabWh0QzlyREwzditKQ01uazR1M3JqQjcxY2MwOEtqRFF4MkdNS0JsNzhyLzdzL3JWMUZ1SmtRYS9xN243bXY0VzhaWlVaRWtBRmZEYlQyN200WGJGd1A2TXNadkRIdlI1SEhuYmw0a0lVTmZuYk5CTGVNWmFxbFphUVNFNmdOd1hmemFHKzJ6dGJLaGhhKy8wYmFvNUJnV2JmK0YwMkZCZ0g1cWJGUHZSaXcvc280ejRVRUVoQVlTRUJwSUk2OEdUT282bWo3TmU1UTVBQmVmbHNpc2xRdUlUMC9FMnRLS0Q4ZTlhN0lLVEw1WEJqMU5UbTRPTzg3djQwelllVDVZOXpueng4ODB6SVE3ZC9NaXk0K3NKVFR1QmlsNVMzSUw4bkwycEpsdkUzeEtVZlphQ0NIRTNjUE8ycGE1WTk1bXk5bWR2RGhnS2xZVytvZE9LNDZ1QTZDUlZ3TkRjbVlBQlVwRGxiSzNocjlVcFgzMTg2aEhIVGR2TW5JeXljN05RYVBWb0VPSGs2MGovajVOR052cFFhT0thYVpjanJvR0ZCNzdTK05DeEdVK1dQK2wwYlpacXo5bTd1aTNhRmUvbFZublNNbEs1WlAvdnVWTXVQNjN3NWlPdytqdDM5M3NQa1FtUlFIZzd1QmFwdVU0UWdnaHFsWjZkZ2I3TGgxaFc5QnVRcUpERGRzdGxKWTgxRzRRai9lYVlKVERkRmliQWZSbzNKay9ENjlrNjltOWFMUnF3aEp1OGVPdUpmeTZkeG1kRzdXblQ3TUg2TmE0WTRYbGliTzNzVU9wVUtMVmFibVZIRlhzc1FIWFRnUDZWV2tGZnlmSU9Dc3FrZ1RnYWlpMVJzM2lQWCt5SVhBYkFJMjgvUGg0MG51RXhkL2tkTmg1M0IxY2NMUjF4Rkpwd2MyRVc2d08yQWlBazYwajdlb2JUMlhkZkhZbjZyenFMWDFiUEdEeWVqcWRqcUNJUyt3NHQ1YzlsdzZqMGVyejNrenFQb1lKWFVjQzBLNStLeTVGQnJQODZEcE9YRHROYUd3WW4yMWF4SitIVnpHeDZ5Z0d0KzVydU5FeFIyeHFIRE5XZmtSa1VqUktwUVhUUjB5amRkMFd4YlpSS0JTOE9meEZNbFZaSEFvK3p0bndDOHhiOXdYenhzL0UydElLTCtkYUJPWUZEaTB0TEdqcTNaaldkWnZUd3NlZkZuWDhqV2JXeGFVbEdQNStjdkdyWnZkYkNDRkV6ZGJZeTQ5cGc1OHp2RDRkZG81VE44NEJNTHJUY0tOalIzVWNXcWlxZUhIVUduME8wb3I0OFZyTHlaM2ZuMXRVNXZiWFltOFFteHFIalpWTmllTm5VYmFmMzh2M08zNURwYzdGMjlXTFI3cVA0OWQ5eTBqTFNtUEd5dm1NN3pLQ3h4K1lXT3dUOXVQWFRyRm94Mi9FNTQyci9WdjI0b1dCVTgzdWcxYW41Y0RsWTRDK1FwNFFRb2lhS1NNbms0RFFRUFpmT2tMQTlVQkQwU01BS3d0TEJyYnV5eVBkeCtMdDRtV3l2WXU5TTlNR1A4ZUVMaU5aY2Z3L2RwM2ZoMXFqSVZlajVtaklTWTZHbk1SQ2FVbWJlczNwNU5lT0VSMkdGS3BRWGhwV0ZsYjR1SHB4S3ltYWJlZjI0T2JnVGpQdlJsaFkzSjQ4b3NwVmNmTDZXUTVjMFk5RExYejlEVFBFWkp3VkZVMENjRFhVbkRXZkdnSkp6WDM5bVRkdU9rNjJqbVRucWxoMmFHV1I3WjdyUDhVb0wxcENlaEpyVHVpRGN4MGF0TUVucndLcVdxUG1adUl0TGtXR2NEN2lNcWV1bnlHNVFKbG1MMmRQWGg3NEZEMmFkalk2Znd0ZmZ6NGFQNU9yTWRmNTgvQXFqbDg5UldSU05OOXUvNFcvRDY5bWZKZVJERzgzcU1TcHNKZWlncG0zN2l1U01wS3h0TERndlpGdjB0Ty9xMW4vYlpRS0pUTkd2RWJxbW84NUYzNlIwMkZCZkxwaElYUEd2SVczaXhldkRIcUdlaDYrdFBEMUwzV09PQ0dFRVBlVzJOUTRQdDN3TFFCMTNYMFoxS3FQV2UwdVJRV2pRSUc5dFIyMlZqWW9sRXFPaFp3aVM2VlB6V0FxVlVKVjI1RzNmTFZMdy9iWVd0bVFscDF1dUdtNEduc2RNSjBYRnZTRktoYnQrTlh3VzZOVjNlWjhNT1lkWE95ZGFWMjNCWjl0K3BhUTZGRFduTmpJM2d1SGVmU0I4UXhxM2Nkb1hMMFNkWTIvajZ6bWVONnNBWUJIdW8vanlkNFBGd3BRSGdrSklEWXRIaGRiSnh4dEhYQ3dzY2ZLd29xa2pHUTJuZG5CbGVpckFQVDJMMXMxT0NHRUVKVXJKaVdPRjVhOGJSZ0g4N25ZTy9GZzI4R003RGdFRDBmejhxVDV1SHJ6NXRBWGVLTG5SRGFmMmNtV3M3dEp5dERuS05ObzFad0pPMDh0UjQ5eUJkL3lUZTR4anErMy9JaGFveW4yUGhyMHl6T2Y2djJJNGJXTXM2S2lTUUN1aGhyZWJpQ0JZVUVNYXplUVZ3YzliWmhaVnQrakRrNjJqdVNvVmFpMUdyUmFEWGJXdGpTdTNaQkpYVWZSclhFbm8vTWNDajVHZXJhKzRzbWpEK2dycDY0N3RZWC83VnRtbUJWWGtKOW5mVVoxR01MZzF2Mk5jc1hkcVVudGhzd2ZONE9MdDY3d3Z3UExPWC96RXZIcFNTemUreWRXbHRhTTdEQ2t5TFpxclpyLzIvb3pTUm5KV0Z0YThmNllkK2hpSWg5UGNhd3RyZmh3N0hUZS9Ic3VZZkUzaVU2Tkl5TW5FMmM3cDFMTlpNaTM1TGxGZUxrVUxteHhwNEJyWi9ody9SZWxQcjhRUW9qcXNYalBuNlJtcGFGUUtIaGo2UE5tVjhwZWRmUS9qbHdOTUxtdnJyc3Z0Wnc4S3JLYnBaYWVuY0dXdkZ3eUl6dm94NzM1LzM3RjVjaXJPTmpZR2RJd3RQUnBhckw5WnhzWGNTWDZLa3FsQlJPN2pHUktyNG1HM3hwMTNYMVkrTmdDVmdkc1lNWFI5U1JrSlBMZHpsLzU3OVFXRmozeEtVZENBdGg2YmhkQk55OFp6dWZ0NnNWYncxNHFjaW5OamZody9qaFkvSTFQNjdvdEdOeW1iK24rUXdnaGhLZ1N0VjA4ZWJMM1pIN2V2UlNBTnZWYThHQzd3ZlR5NzFic2ZXTnhQQnpkZWFMWHd6ejZ3SGlPWFR2RnpxRDlCSVNlb1pGWGZWNGYrbnlGOUh0STYzN1lXZHZ5MzZtdFJDYkdrS0hLTU5xdlVDaHd0bk9ta1ZkOUpuVWRROHM2K3ZSTU1zNkt5aUFCdUJxcWIvTUg4SEd0amI5M1k2UHR0WnpjV2ZQYTcyYWZaMVNIWVlSRWhaS2p5YVZ0dlpZQURHM2RqNVZIMTVHY21ZcU5sUTB0Zkp2U3ZrRnJlalRwZ2w4cHA2UzJyTk9NcngrWlIwQm9JRXNPL2tPdVJzM3dkc1VubExSVVd2THB4RGw4dVA0TG51N3pHQjM5aXM5dlV4UUhHM3NXVEpqSjRqMS84dWF3RjNHMExYczVaYVZTYWRaTm1TeVhGMEtJdTh1VHZSL205STF6UE54dERHM3l4a0Z6TlBkdHlySFEwMmkxdHg5V0taVVdOUEh5NC9XaHo2TlVLQ3VqdTJaenRIVmd4c2hwSExoOHpGQkZyWkZuQTg1SFhDRXBJd1VMcFNVdGZKdncwcUNuVGJaL2JlaHovTGg3Q2RNR1AwTkR6d2FGOWx0YVdQSkk5M0VNYnRXUFZjZi80OWkxazh3ZCt6WjIxcmFjdW5IV2NGUGc1dURDcE81akdkRnVjUEVQN3J3YVltdGxnMHFkaTFhbk5XeFhLQlQ0dW5uVHYzbFBKblVmWTNhQVZBZ2hSTlViMitsQjdLeHRhVmV2SlQ2dUZaZFQyMUpwU2ErbTNlalZ0QnNwV2Ftb05ab3lCL1ZNNmUzZnZWVDUwa0RHV1ZFNUZEcGRDZVZBcXRqUGg1Y3plK05YQUl6cDlDQXZsV0p0c3pCTm85V1FwY28yQ2xCZGpibU9wZEtDZWg1MXlsWEJ0Q0NkVGtkU1pvclp5M0owT2wyMUo0RE1VYXNBc0xhd3F2YSsxQlRMRHEvbXI4T3JBWmd4NkFXbUQzcWhtbnNraEtoSVgreGF6T2U3OU1WOUh1ODVrU2s5SjFaemp5cmZ6WVJiMVBNb1cvVXlyVTZMV3FOQm85VmdaV2w1Vi94d3pmL2hYWkZCd29KamRxWXFpLy9iOWpNOUduZWlkN01lcGI1SjBtZzFxUE1DbS9maitDdmpyQkQzdHZ0eG5MM2Z5RGhiczlYa2NiYm0vNG9VNVdhaHRDZzBPNnhKN1lZVmZoMkZRbEdxbkRnMTRZdkF4dEs2dXJzZ2hCQ2lrcFUxK0FiNkg5Zldsa3FnNHA3RVY3YkttSjFYY015MnQ3Wmp6cWczeTN3dUM2VkZoVDM4RTBJSUlhcWFqTE9pcktwMy9ZUVFRZ2doaEJCQ0NDR0VFUGM0Q2NBSklZUVFRZ2doaEJCQ0NGR0pKQUFuaEJCQ0NDR0VFRUlJSVVRbGtnQ2NFRUlJSVlRUVFnZ2hoQkNWU0FKd1FnZ2hoQkJDQ0NHRUVFSlVvaHBkQmZYNHRWUEVwTVJWZHplRXVLL2NUTHhWM1YwUVFsU1JmWmNPY3kzbVJuVjNRNGo3aW95elF0dy9aSndWb3VyVjVIRzJSZ2Znb3BKamlFcU9xZTV1Q0NHRUVQZWtpTVJJSWhJanE3c2JRZ2doeEQxSnhsa2hSRUUxYmdscUk0OTYxSGFxVmQzZEVPSys1Mkh2U2xPdmh0WGREU0ZFQld2cTFWREdXU0ZxQUJsbmhiZzN5VGdyUk0xUUU4ZFpoVTZuMDFWM0p3cEt5OG5nK0kwenhLVW5WbmRYUkJta3FMSUpUa3BBQ3pSMzg4REYycmE2dXlUS3FKYURHMTM5MnVOaTYxamRYUkZDVktDVTdIUUN3czdLT0h1WHl0Ym9pRmVwUVFIdVZoYllXOVM0WjZuQ1RETE9DbkZ2a25IMjdwYW15aUUwTlJtZFRrZGpGemVjckcycXUwdWlqR3JpT0Z2akFuRGk3blkyUG9aUEFnNmkwbXI0c0ZzLzJ0V3FYZDFkRWtJSUllNFpsNUxpK2ZEWVBsUmFEYk03OTZaemJkL3E3cElRUWdoeHo1RDdXVkdaNUxHcEVFSUlJWVFRUWdnaGhCQ1ZTQUp3UWdnaGhCQkNDQ0dFRUVKVUlnbkFDU0dFRUVJSUlZUVFRZ2hSaVNRQUo0UVFRZ2doaEJCQ0NDRkVKWklBbkJCQ0NDR0VFRUlJSVlRUWxVZ0NjRUlJSVlRUVFnZ2hoQkJDVkNJSndBa2hoQkJDQ0NHRUVFSUlVWWtrQUNlRUVFSUlJWVFRUWdnaFJDV1NBSndRUWdnaGhCQkNDQ0dFRUpWSUFuQkNDQ0dFRUVJSUlZUVFRbFFpQ2NBSklZUVFRZ2doaEJCQ0NGR0pKQUFuaEJCQ0NDR0VFRUlJSVVRbGtnQ2NFRUlJSVlRUVFnZ2hoQkNWU0FKd1FnZ2hoQkJDQ0NHRUVFSlVJZ25BQ1NHRUVFSUlJWVFRUWdoUmlTeXJ1d04zU3N2SjRFVFlXV0xURXFxN0s2SU13dE5TaUl3T1JxM1RzdTE4TGhlZFhLcTdTNktNYWptNDBkV3ZQUzYyanRYZEZTR0VFRUlJSVlRUTRxNVc0d0p3UjYrZjVzMjFIeEdkRmwvZFhSSGw5RVh3bHVydWdpZ0hEM3RYUGg4ems3RnRoMVIzVjRRUVFnZ2hoQkJDaUx0YWpWdUNHcHB3VTRKdlF0UUFDWm5KaE1SZXIrNXVDQ0dFRUVJSUlZUVFkNzBhTndPdUlCL1gydmpWcWwvZDNSRGl2bkl6OFJZUmlaSFYzUTBoaEJCQ0NDR0VFT0tlVWFNRGNOMGFkK0tsZ1ZPcnV4dEMzRmVXSFY3Tlg0ZFhWM2MzaEJCQ0NDR0VFRUtJZTBhTlc0SXFoQkJDQ0NHRUVFSUlJY1M5UkFKd1FnZ2hoQkJDQ0NHRUVFSlVJZ25BQ1NHRUVFSUlJWVFRUWdoUmlTUUFKNFFRUWdnaGhCQkNDQ0ZFSlpJQW5CQkNDQ0dFRUVJSUlZUVFsVWdDY0VJSUlZUVFRZ2doaEJCQ1ZDTEw2dTZBRUVJSUlZUVFRZ2h4TDBqS1RPSGd0UUFpVTJPcnV5dWlERzVscEJGMjZ4b2FyWTQxcDVNNTZ1QlUzVjBTWlZUYjBZTitUYnZqWnU5UzNWMHhrQUNjcUZHeVZObW8xQ3BjN0oycnV5dENDQ0dFRUVJSVVTcTdnNDh3ZStOWHhHY2tWWGRYUkRuOUdMcTd1cnNneXNIVnpwblBSODlnUXZ2aDFkMFZBd25BMVhCZmIvbVJ5NUVodEtyWGdqZUdQbDlwMTlsLzZUREpXYW5VZGZlbGsxODdvMzBKNllrY0NqNE9RQy8vYm5nNHVsZEtIOVlGYk9LZlkrdHBXNjhsYzhlOFhTblhFRUlJSVlRUVFvaktFaG9mTHNFM0lXcUE1S3hVUXVQRHE3c2JSaVFBVjRPcE5Xb09CUjhuVTVWRjk2YWRLL1ZhSzQ3L1IyanNEZnEzN0ZVb0FCZVZITU9QdTVZQTBOakxyOUlDY0hIcGlhUm1wWEVvK0RqbmJsNmtiYjJXNVQ1blFub1NiL3cxcHdKNmQ5dkN4eGZnNGVoV29lY1VRZ2doekdHaFVPQm9iWU5LbzhaQ0thbDhoUkNpSm12dTA1VG12azJydXh0QzNGY3VSNFp3T1Nxa3VydGhrZ1RnYXJDek55K1FxY29Db0VlVEx0WGNtOHIzK0FNVDJIUGhBTW1acVN3NThBL2ZQUFpSdWMrcDFXbUpUWTJyZ040Wm4xTUkwT2Y0MkJkeWpKajBoT3J1aXJpUE9kczQwdCsvT3o3T1h0WGRGYlBJNTZaOFZGb2Q5WlU2VUNvNGNIa1B4NE9ydTBkM0ovbmNDRkY2ZDl2bnBpYm8zS2c5VTNwT3JPNXVDSEZmV1haNHRRVGdST2tkdjNvYUFEY0hGNXI3TnFubTNwVGUzTFdma1o2ZFVhbzJDb1VDZ0l1M3J2RGFuKzloWVdGaGR0dXB2U2ZUcm42ckl2ZS8rK0FyTktuZHNGVDl5WGMxNWpwZmJ2bWhURzNGdld0MzhCRm0vUGM1eVZtcDFkMFZjUit6czdMbG5RSFA4a2IvcDZ1N0syYVJ6NDJvQ2VSekkwVHAzVzJmR3lHRXFHa2tBRmZGcHZ6OENxbG0vbmhTcVhNQlNNNU1aZXpDSjB0MW5hWFBmNCtiUS9WVys3Z1VHVUphVmxxWjIxK0p2bHFxNDFOS3VKYTNxeGQrbnZYTDFKZjBuTklGRXNYOUlUUStYRzZHUkxYTHlzMG1KTzRHV2JuWjJGblpWbmQzU2lTZkcxRVR5T2RHaU5LNzJ6NDNRZ2hSMDBnQXJvcGw1V2FUblp0VHFqWTZuYTdVYldyQ01za1pENzFxQ0NMZVNhMVZrNk5XNFdCdGI5YTVORm9OU2dzbENwMml5R09hK2R4OXN3VEZ2YU9SVndNYWUvbFZkemZFZlNReUtacExrU0UxNHZ1K3JPUnpJNnFhZkc2RUtMMTc0WE1qaEJBMWdRVGdxc24waDE2bGZZTTJSZTcvY04wWEJFZGZ3OXJTbXFYUEx3S0tEanpsaTAyTks3TGdRSzRtbDMyWGpsRFBvdzdOS3lGUWRlN21SVnJWYVlhRjh2YVMwUzZOT3BnOE5pdytnczgzTDhMZHdZMlB4czgwTERzdHp2S2phemw5NHh4dkQzOFpIOWZhRmRadklTcktBMDI3U280UFVhVjJCTzBqSk9ZNktyV3F1cnRTWnZLNUVWVk5QamRDbE42OThMa1JRb2lhUUFKdzFjVEJ4cjdJU3BvWGIxMGhPUG9hQUNxMWl1VE1WTE9lZEJZM1MyNzZpdmxjdkhXRjNzMTdNR2ZVbTJYcmRCRWlFcU40OTU4UHFlWG94clFoejlHOVNmRVZXdzllT2NxMW1CdGM0d1pyQXpZeG9ldklZbzlQemt4bDlmRU5aS3F5bUw1aVBrdWUreFpMQy9sZlZ3Z2hoQkJDQ0NHRUVIY0hxVjlmQS8xeGNKWFI2OEFiUWVVK1o1ZEc3UUU0RWh4QVlrWnl1YzlYMEk2Z3ZRREVweWZoNlZ5cnhPTW45eGlMdjNkakFKWWNYTTYxMkJ2Rkh2L1g0ZFdHYXJBdkRIeENnbTlDQ0NHRUVFSUlJWVM0cTBnQXJvWTVISHlDTStINmdGdCt3WURESVNmTWF1dG9hOCs0TGlNWTEyVUV0bFkyUnZzR3QrbUhRcUZBbzFXejQ5emVDdXV2VnFkbDk0VURBUGg3TnpacnBwNmwwcExwSTZaaGJXbUZXcVBoeTgwL2tLc3huU3Z1V3V3Tk5wL1pDY0N3ZGdQcDFiUmJtZnVhbzFhUnFjb3Ewejg1TXVWZUNDR0VFRUlJSVlRUVpTUlRpYXJZcTRPZUprZWpvbkh0aG9YMlphbXlXYnozVHdDYSt6VGh0YUhQOC9MUzZWeThkWVhvbEZpOFhieUtQYmVMblRNdjlIL0M1RDVQUnc4NityWGoxUFV6YkRtM2kwbmRSNk5VbEQvK2Vqb3NpUGowUkFBZWJEZkk3SGIxM0gxNXVQczRsaDFhaVZhckpqa2pwZERzT1oxT3gzZmJmMFdyMDFMSDNZY1grNWV1RXV5ZDNsdjFjYm5hQ3lHRUVFSUlJWVFRUXBTRkJPQ3FXTDhXUFl2YzkrdStaY1NreEFMdzRxQ3BOUGJ5bzU1N0hXNG0zbUpuMEQ2bTlKcFVaTnRMa2NFY0REN084LzJtRkhuTXNEYjlPWFg5RERFcGNaeTZmcmJJSWdtbHNTTm9Id0QyTnZaRnZyZE1WUlpacXV4QzI0ZTA3a05DZWdLVHVvNUdxYlFnSVQzSmFQLytLMGU1RkJXQ1FxSGdoZjVQR0dham1XSnJaWU9EalhrVlZZVVFRZ2doaEJCQ0NDR3FrZ1RnYW9paklTY05TeTFIZEJoTUN4OS9BQWExNnNPU2cvK3c4Y3gySm5ZYlhXaHBxVnFyWnNXeC8vajd5QnEwV2cwK0xyVVoyV0dJeVd2MGFOb1pKenNuMHJMUzJIcDJkN2tEY0tsWmFSek5XeDQ3cEhWZjdLeHRUUjYzNnRoLy9ITnNYWkhuMlhKbVY3SFgwZWwwdkwvMjgyS1BHZE5wT0M4TmZLclFkbXNMS3pyN3RRUGd1UUZQNEZlclhySG5LY3FOK0p2OHV1ZFB3em1GRUVJSUlZUVFRZ2doekNVQnVCcmdabUlrWDJ6NUhvQTY3ajQ4MSsvMk10SUgydzlpK2JGMXBHU21zVDFvRDZNN0RqZnNDNHVQNEtzdFB4Z3FwanJhT21CZlJCQU13TXJDaXY3TmU3SWhjQnZIUTArUmtwV0tpNTF6bWZ1OTVleHVWR3A5N3JZUkhZYWExZWJPQUdKRnNiSTBIUlJ6c1hmbTQwbXp5MzErdjFyMUt1UThRZ2doaEJCQ0NDR0V1UDlJQUs2YUpXZW04c0c2ejhuTXlRUmcra1BUaklKVXpuWk9ERzdkbDAyQk8vanI4Qm9HdHV5RGxhVVZLNCt0WitYeGYxRnJOQUQwOXUvR3k0T2Z3ZDNCdGRqcjlXM1JndzJCMjFCck5PeTdkTmdvb0ZjYWFvMmFqYWUzQXRDNVVRZnF1ZnVXMk1iSHRUWkxuLyt1VE5jVFFnZ2hoQkRpVHVuWkdUamFPbFIzTjRRUVFvZ1NTUUN1R21Ya1pESjN6YWZjU293Q1FLbFEwdHluU2FIakpuY2Z5ODd6KzBuTlN1UHp6ZDhSRmg5aHlCVlgyOFdUbHdZOFJZK21uYzI2WnFzNnphbmw2RTU4ZWlLN3poOG9jd0R1d0pWanhPZmxiQnZYK2NFeW5hTXlUZjFsR2hxdDFxeGpGMHlZUllOYWRRSDlyTUk1YXo0MSt6cExuMStFaGRLaVRIMFVvaUtGeFVlUW5KbUNzNTBqRFQwYmxPdGNsNk5DcU92bVcrVTNOQW5waWJqWU8yT3ByUDZoU2ExUnMzRDdZbnpkdkhtMHgvZ1NqejhkZG80L0RxeGcycERuYUdLaXlJNFFOVlZLWmlxLzdsMkdxNk1Mei9aOXZMcTdJKzRTL3p1d25LUzBKTHpkdkhuOGdaSy9JMHR5TnZ3Q3k0K3NvNE5mR3laM0gyTldtMHRSd1h5MStVZmkweEpZOGNxdlJhWkNNY2ZWbU91a1pxZlJwbTRMcktvZzFVaGFkam8vN1BvZGdKY0dUTVhGM3Z3VktkL3YvQi9wT1JrTWJ6dVFkdlZiVlZZWGhSQkNWSUxxdjh1NVQ2Vmxwek5uOVNlRzVhUEY4WFR5WUZMWFVTdzd2Sm9UMTA0RFlHVmh5Y1N1bzNtNCs1aFNMZXRVS0JUMGFkNkRkU2MzRXh4OWpiRDRDRVB3cVRUV245d01RSU5hOWVpVWwyT3RLRnFkUGhDbVZKYS82cXE1WWxMaUROY3RTYTRtMStqdjJOUTRzNitqUTFmcXZnbFJHZjQ2c29ZRGw0L1F0WEZIUGhvL3M4em51UndWd3N5VkgrRnE3OElIWTk4cGR6RFBYSEdwOGJ5MS9BTjhYTDJZTS9vdG5PMmNqUFluWmFTZzFxckxkUTAzZXhjc0xjd2I5ZzVlT2NiTzgvc0JTTTFNNDhXQlU0czhOaUU5a2M4M0xpSTVNNVZQTmk3azU2bGZZVjNFc25oeDc3b1dlOE13SzcyeVdGcFkwTmpMcjlUdEVqT1NVYWxWdUR1NEZmcC9NeXMzbTUwWDl1UGpXcnRRQUU2cjB4S2JHbytGaFFXZWpoN2w2cnU0dHh3SlBrRkVZaVROZlpwVVNBQXVLU09aTStGQnVEbTZtTjJtZ1VjOUV0TVN5YzdONGVqVmt3eG8yYXZNMTE4VHNKRzlGdy9ScDFsM1pvOStpeHkxaWhBemZxTVhwNUdYSC9iV2RpYjNaZWZtc1BmaUlRQ205cDZNQytZSGUyU09Zd0FBSUFCSlJFRlU0QTRGSHlNcEk0VjI5VnBKQUU2VWlrcWRpMXFyUm9HaVhBRnJVYlBwZERvVUNrVjFkME1VUVFKdzFTQStMWkU1YXo3bGVsd1lBUDdlalVzTXhFM29Pb3BkRnc0UWxSd0R3T2NQdjArcnVzM0xkUDArTGZRQk9JQmRGL2J6VE4vSFN0WCtmTVFsUTM4bmRSMVY0dkc1ZVRmTjFUR3I1YTNoTDlITXUzR2g3ZGxxRmE4dmU2L1l0dDlPK1FSYlMrdEMyMFBqd3ZsODA2SUs2Nk1RTlVsU1JnbzZuWTZvNUJoZS8yc083d3gvbVQ3TmV3RDZZaVF2TFhtM1FxLzN5OU5mVTgrakRxZkRnNGhMaXljMk5ZNDMvcHJOZ2dudjRldm1iVGp1dmRVZkV4cDdvMXpYV2pUbFU1cjVGUDQrTUtWL3kxNWNpZ3podjlOYldYOXFDN1pXdGt6dE03blFjV3FObWs4MmZrdHlaaXB1RGk0c0dEOUxnbS8zcVJrclB5SXRLNjFTcitGazU4U2FhZjh6dkw0UkY0NWFXM3pRejh1NUZsOXYvb0dUTjg2eThQRUZ0UEQxTi90NmFWbnBQTG40VlVraElhckZ3ZUJqQkVjVi8vdll4Y0dGek9Sc1ZwLzR6L0M3dWloZEczV2dUYjJXaGJacnRCcE9ocDRCb0tkL04wRC9XLzN0NVIrVXNlZDZwUmx6aEtnS1ArMVp3cFl6dXdxTkpaVnQycCt6aUV1TDU0MmhMOUM5aVhtcnRvcWoxV25aRWJTUDZPUllrNy9OQ2xKcjFIeTQva3M2TjJyUGdCYTlDajNnTllkYW95NzJBZTZCSzhlSVNvcm00V0ptNytwME9qNzY5MnM4bmR3WjIyVUUzaTVlcGU1SFNiUTZMWHN1SEdUNTBiVzhQL2JkTWhjZkxNckd3QjBFM2doaStvaFhTNXdBbEpDdWozZE03ajZXdnMwZnFOQiszTzBrQUZmRkxrZUZNRy85VnlUbUxkOGMyK2xCdWpmcHpJeVY4NHR0WjJ0bHc4eVJyL1BXMysrajBhcjVmdGYvK09xUmVUalkySmU2RHkxOC9LbnQ0b2xLcmNMVHFmUlB0QzlFWEFIQXk5bVRmaTE3bG5oOFRtNE9RTFhjbEhxN2VPSG5XYi9ROWt4VlZvbHQ2M3ZVTWZua01pczN1MEw2SmtSTjFLTkpaNzUrZEQ0ZnJQdUMrTFFFUHQ3d0RWSEpNZm9mRlRxZDJUTkx6WlUvaTNSbzYvNDQyVGp5NmNadnVaVVV6UnQvejJiKytGbUdaZm5XbHRabEt1S1NuZmY5VTlJeHB0N1hrNzBmSmpvbGhzQ3dJQnA3KzVuODN2aDkvM0xPMzd5RWpaVU5jMGEvaGF1RGk4bmpiSzFzVUNxcWJoYXdxRDYyVmpZb0t6ZzFnVmFyTWZuLzhqc3I1cFVZOUh0ajZBc1YyaGNocXNySmEyZllGclRIckdORFk4TUlqUzArQU9kaTUyUXlBSGMrNGpKcDJlbllXdG5RclhHblF2dGIxMnVCcGNLOFd5WWRXczZHWHpEcldDRXFta2FyWWNYeDliVHliVTdMT3MxcXpBUEI2SlJZVWl2d0FkWGx5S3Q4cysxbkFEcjR0U2wySnVpUmtBQUNRZ01KQ0Eya1k0TTJwUTdBcFdXbk0zM0ZmSG8wNmNTVW5wTUt6U3c3R25LU2ovLzdQNVFLSlowYnRTOXlsdnFOK0hBT2g1eEFvVkR3NkFNVFN0VUhjNm5VdVN3OXRKSzQxSGgrM1BVN1gwd3UzME9FZ3FKVFlsbThaeW01R2pYdnJVNWh3WVJaUmM3dzFXZzFmTFpwRWFHeFlYeTE1UWY4YXRVdjA0cTdlNVVFNEtyUWh0UGIrSFhmTWtQbDBFZDdqT1BKM3BQTkhxaWIrelRoNlQ2UDhPdStaWVRHaHZIaCtpK1lOMjVHa2YvekYyZnU2TGRwVUt0ZW1iNllIKzQraHU1Tk81T1lubVRXckxiVTdIUUFIRzBrUWE0UU5ZVmFxeTd5ODl1a2RrTVdQcjZBOTFZdUlEenhGcjhmV0U1ejM2YTRGUGpSc3ZtZDVhWlBySU1uZjVsR2ZGb0NqejB3bmtkTFdKcFVzQThQTk8zQ1o1UG1NR2Z0WjZSa3BqRmp4VHcrbXp5WEZqNytmUHY0Z2xLOXY2amthSDdaczR3alZ3TUEvVXhqTCtkYUpvOTk1NThQQ0lrT0xmWjhDLzc5djJMMzUrVG1GRHRiNHV0SDU5RzZib3NTZWkzdUJiTkd2bDdpRS82d2hBaVdIRmlPdmJVOTB4OTZ0Y1J6bmc0N3g2eVZoVDhEalQzOXlGQmxBUHJacS9GcENUalpPdUx0ZXZ2SmVtbHlTd2xSazd3eStCbGVHUGhraFozUHVvamNib2VEVHdEUW8ybG5rOHZ5M2gvOXR0bWZveHkxaWxIL1YvNWNpdXRQYmVGSzFGV1Qrekx5Q3JkdFA3ZUhzemROMzBNODBtTWNEVHpraHZkK2MrUnFBSDhlWEFYQWU2UGVxQkV6ajlSYU5SazUrZ2VUVHJhT0ZYTE9sblg4NmRQOEFRNWNQc0szMnhleitPbXZpOHpkdVBuc1RnQzZOT3BBL1RKOEp2WmNQRWhvN0ExQ1kyOXdQVGFjR1NOZk0zb2czTDFKSjFyV2FjYkZXMWRZdE9NM0ZqNzJrY25sbjBFM0x3SFF0SGFqU2h1WGJhMXNlSEhnazN5MC9tdk9obC9nVU1oeGVqWHRWaUhuOW5ieFl2cEQwL2hrNDBJdVJGem13M1ZmOE1uRTJTWm5CaTQ5dEpKejRSZFJLcFRNR3ZtR0JOL3VJQUc0S3ZMWnBtL1plL0V3b00vaDh1S0FweGpaWVVpcHp6T2g2MGlpVXFMWkZMaVRjK0VYZVh2NUI4d2ZOeDNQSW00c2k5TFV1MUdwcjExUUE0KzZaZy9zY2FrSkFEakxUWUFRbGU1S1ZBZ3FkVzZ4d2ZYRmUvL2tTdFJWNW94K3E4akt5WjVPSG56MTJEemVYL01ady9JU1BkK0lDemZzTHlwNGQvRldNUEZwQ1RqYU9qQyt5OGhTTHoxdlZiYzVYMDcrZ0ZtckZ1QmZ1eEdOUEV1WDd5cFRsY1UveDlhelBtQVR1Um8xem5aT1BOWG5FWWEzSFZoa1BneExDMHVzek13Tmw2dlJMNm0zVUZxaUxFVjZEWm45SmdwS3kwcmphTWhKbk1xd0ZLYWd6eWZQTmZ6OTNjN2YyQlM0ZzlFZGh6R2wxeVNqNHpZSDdnRDB5MGVPaEFRWTdjdS9tVS9OU3VOLysvODIycWN5WXdhcEVKWEYydElLYTZ5NEZCbGM1T29EYjJjdmZOMjhpVTJOSXlJcHFzaHpOYXpWd09RRGE1VTZsejBYRHdJd3JNM0FpdWw0RWFLU293MWpTSEpHcW1GN1pGSU1LclhLOExxK1IxM08zN3pFb2VEanhaN3ZVbFFJbDZKQ1RPNGIzbmFnQk9EdVE1c0Q5Y0VtRHdkM2V2cDNyZWJlNkVVbHhhREpTMGRVdXdLWFhUN1g3ekdPaEJ6blZsSTBXOC91WVZUSG9ZV091UkoxalROaDV3SDkvZmV5UTZ2TU9yZWR0UzBUOHRJc2plNDRuTFRzREpZZFdzV1Jxd0ZNLzJjZTh5Zk14RFh2dmxhaFVQRHE0R2Q0OVkrWlhJNE1abnZRWG9hMUhWRG9uQWV1SEFXZ28xL2JVcjNQWTFkUHNuRDc0bEsxeWZmNXhrVjhiK1pxdWZmSHZFUExPczBBZlU3MC9PK3Fnam8zYXMvVTNvK3c1TUJ5L0gwYW85TGtvaXFRU3gwZzROcHBWaDM3RjREbkJ6eEIrd2F0VGE0TXNiYXdNanN2ODczbS9uelgxYUNlUngxQS84VXpaL1NiK0p2SVMxYWN1UFFFNGxMaWFWbW5HYThNZW9iVXJBd09YRDVDYU93TnBpMTdqNWtqWHFOOWc5YVYwZlZ5aTh6N1FlVHQ3Rm5OUFJIaTNwZVNtY2IreTBjWTNMcXZ5ZjEvSEZ6QnVvQk5BSHkrOFR1akcvZzd1ZGc1ODgzakMwb1ZQRHB3K1FnQUU3dU1LdE1TZWREUHdQdm1zUVY0T250Z1l5SVBveWs2blk2ZEYvYXo1TUEvSktZbm9WQW9lS2o5WUtiMm5semljb09GajVrL3UyNzBOMVBJenMxaDFxalg2TzNmM2V4MlFsUzJvTHpaOUszckZUM1RjdmVGQTBYdXk4akpaTlh4L3lxOFgwS1UxLzl0KzVudytBaVQreDdwUG82cGZTWno0UEpSZnQzM1Y1SG5tRDM2TGZvMEsveWRmVGo0T0duWjZkUjE5NjMwMzlHelZuMXN5T1ZzdlAwam85ZWIzMW5Pc0xZRGFGdS84SEpaZ0tYNy95RXpONXYrTFhzV21kUFIxOTNiNUhaeDd3cFBpQ0F3TEFpQWh6b09xclRjMjBFM0x6Sm56YWRtSDYvVjNTNVk5OHh2cjVmcVdsMGF0bWZPbUxmUmFEVmNML0FRT0YrM1JwMXhzblhBMzZjeFYyT3VHN2JiV2R0Ung4MmI1VWZYR3JZZERUbkowWkNUWmwzWHpjSEZFSUFEZVB5QkNkamIyTE40OTFLdVJGL2x1eDIvTW5mTTI0YjlqYjM4R05GK0NLZHVuREVFNWdxS1RvazF6SURMVW1XejllenVJcTlkejhQWGFNV0VTcU1tS1NQRnJIN2ZTYVhPUmFVMnIyM0JnTnZ2Qi80eDNDc1VaZlh4RGF3K3ZxSFlZMzdldlpTZmR5ODF1ZStKM3BONHJFZmxMTVd0NlNRQVYwWEdkUnBCYkVvOHovV2JncU90K1VzeG8xTmlXWDNpUDdhZjI4dUQ3UWJUc2s0emxBb2xNMGRNdzhYT2lZMkIyMG5LU0diR3l2a01hemVRNS90TktmTk5iMldJVElvMnJQbHZVTUdKSUlXNFY5MU11TVc3S3o0czhUaDdHM3QrZi9iYlF0czNuTjVtTWdDMzR0aS9MRCs2RG9CNjduV1lQcUx3MHJjY3Rjb282RlZTOE8zQWxXTnNPTDNWOFBwYWpMNVF3dUdRRTV5OGNjWmtHenRydXhJcnRkWjE5d0gwUDFTdXhWNUhxVkFhbnN6ZEtTVXpsYmxyUHVOS3RINjVUZ3VmcHJ3eStCbWptYjdadVRsY2pRbEZnYUxNQld3MEJmSndPZjgvZS9jZDF1VFovUUg4bTBIWWUyOVFRRkdHaUlxb3VQZldXbGZWV3JWVmE2MWF1K3l5dGJZL1YxdGIyMXByKzFwSFhYWHZQVkJVUkJBWFMvYVF2V2ZJK3YyUjVJR1FoQVJFUVQyZjYvSjZKYm1mSjNmNkd2STg1ejczT1hwUGw3bEVYbjdWdFRWcU8yWHo2Mlc3TkZhVGxNUG1hQldFTHFrcVExcGhGamhzcnNvYjhuR0JJeERzMmZSc2lCcEJEYlplMmRuazR3alJSdjNNdHRUOERBQkFjVVVwb3RMdUF3RE05RTNRcmw0OXBRM1R2Z2FQSzkzNkZaWVFqbjNoUjVUT09hbkhHUFR0VUxmdDdralVLVng2ZEUzdEhFN2ZsOTRJai9JZi9KVHZSak05SFQxbTY1b0VkVFdTZFhWMFVUK2htZ1VXdXJjTFVIdWVQVGNQb1VwUUEzOW5INHp3ZjdaWmUrVEZzU1BzUHdEU1RLK1Jma09lMmV1SUpSS3Q2dXVxMHRUaitMTHNxb3FhU2l6YS9vbmFjUTFyUlhaeTdJQzMrOC9FclVScHdHMWtsOEhRMDlHKzY2dXFlK21KZ1NOaHlOUEhrY2pUZUQxb0hDS1M3eW84NytmYUNZSHVmdUN3T1FyUEJiajY0dVM5Qzh6UFIrdGRNNnN5M0hlZ3lwSWw1b2FtMkQ3L040MXpsMGdrRUlxRVlMRllUY293cTc4VHBDazdRNFJpRVNRU0NkZ3NOamhzN1Jmc09WclcxWHdadmJydi9EblQ1K2xoMmZBRldvOVB5VS9EZjdlUDQzSnNHTVN5RG1meWJTS0E5S0w4dlNGejRXQm1pNyt1N29aSUxNU1pleGNSbm5nSGs3cVB3YWd1UTl0RWUrbjZXMTE4blp0MzAwdklxMFlrRm1tMTJzVVhDbFErbnBDVGhQdnBNUXFyNTN0dkhzYTJhM3NBU0lOdmE2ZCtCVXNqYzRYajBnc3o4Y20rYi9GRzhDU01EdER1NHEyZ3ZKQloxV3M0QjNVTVZGellISTQ4aFo3dEEyRnZacXZ3ZUZaeE5wYnZYZ2tkRGhjbmx1L0dpYnZuY1MzaEpsWlBXc0hVK3lpdUxFRjhUaUxZYkE2V0RIc2J3M3dHZ01WaWdTK3N4YXBENnpFMmNEaHNUYXl4ZlBkS3NGbHNuUDVvcjRyM1VhUVFGRkdsa2wvSi9MMjZ0aHBaeFRtTmpnY0FIb2ZiNUJJQjVPWHcrcVk1S3JkdzFGZGVYWTRKRzlYWHVBcjI3SWF2SjN5czhiV2laVmtQbloyOFZEWXI2ZEcrSy9QM2s5SG5FSkVTamE2dWZoamJkWGlqNXhXSUJMQXl0bWdUMXhQazVhTXFzeTA2L1FHaTA2WC9uaHYrKzI5djY4NXNJMVZYdDlQR3hFcWg4NmlaZ2FuYTEwL0tTMlhxTUhzOWgyNmxmN3kxbnZsN2Zua2habXhlQ0VEYURmeFpkRVFrcjQ2a3ZGUmNpNU51Y1JTS1JKajlwK3Jhb3JXeTc2VHk2bktNKzJtbTF1Zi9lOTdQc0RLMkFBQjBkUERFOXZtL2FuVmNRWGtoUHRyekRkUG9pc2ZsNGJ2WFAxTmJrN2NoWFZuQW5jMW1NOWVIdFFJQkNpdUx3R1p6WUt2bVBGWkc1dGg4Y1JzQUlNZ2pFRXVHdnFQVjYya3l6SGNBQm5VT3dZSGJKN0F0VkUwdDVBYituUHNqamtlZEFRQjBjZkdGZzRWdG8rTjlITlhmTDJ1eklKZVltNEpGMno5NXFrNjNjL3RPeDl5KzA3VWErK1hCTmJpZEZJVXhBY1B3N3VDM212VjZyeG9Ld0xVQlpUVjFYV0VpVSsvaFlNUkpSS2JVWlk2NFdEbmh0ZTZqTWFoVGlOS3hFN3VQaG8rek45YWYrQlhwUlZrb3JpekYxaXU3OE4vdFkvaDk5anJvOC9TUlZwQ2hjUTU4MlFwa2VWVTVZcDhrS0R4WC8rSW92U0FUSEEzZDNReDFEZUJpNlFTUldNUVV2cFFXUUgvK1cxQXIrVlVvclNwVGVseWJGUmlKUkFLaFdQbm1TU3h1MlM2UWhEUmtiV0tGejhkOW9QYjVhM0UzRUJwL0MrYU4xRlhjZm4wZmZwZ3V2ZWo1N2NML2NFSldBMHBkOEEwQXRsemVpYUtLWW13NnZ4VVBNaDloMmZDRlduY2VEWEQxeGJ6K2pSZWV6aTdOVmRuTTROQ2RrOWh5YVR0MlhOdUg5NGJNdzZET3lyL3JBR2xHMGFFN3g1RlZuSU0vTHYyRHhVUGVWbmhlVDBjWHczMmxkVGNrRWdrMm5Qb2RkMUx2SWJVZ0hWOU1XSzdxbEl6MUozOWpidnEwc2ZMUU9xM0d1Vmc1WWV1Y3hoczRrSmVUa1o2aDJpQzVSQ0pHZGEzMGUxZFZRRnBPMjgvZjlmaGJBSUJnais0YXgwYWtST1BtNHp0d3QzTFZPRmFIbzRQKzNwcTduWk9YUTE1WnZ0WVpLdkxnY3ExSWlQUkMxZHRERzlMbDZzTFd0TzVhc0h1N0FMaFp1Y2hldXdCeFR4SmdZMktOamc2ZUFJQU9EY3ExVFB1dDdpWmFKRnVjYnVqUHl6dnd2NnQxTjhZQ2tlcHhBUEJ2MkVHMXo5VzM5c1F2NEdpWkRWSi91eDBoejh2ZlZ4V0RRZHAyZ05kVy9XeHVYUzVQNjREeHR0RGRFRXZFc0RHeGhydU5DOElUSS9IM2xWMVlOKzFyclV1TUFOTG1EZis4c3drQWNEZnRBVDdkOXkwc2pjeVp4eG82Y2ZjOFFzOXZCWnZOd2J4K2IyajlPaEtKUkcyOVlEa3Vtd3Q3TXh0MGMvT0hXQ0pHbEd3QnJJdXJEN2dzNVh2a1E3ZFBvTHEyQmtaNmh2aHF3dktuM3FrV2tYd1gxK1BWMTRjc2x6VS9yS210eGsrbi8yajBYUE1HekhqcXhoanlCQ0hqSnV6d2U5VlJBSzROdUNwYnNSQkx4UGhzLzNmTTQzNHVuZkI2OTdIbzNpNmcwVjhHWG5idDhldnN0Zmp2OW5FY0REK0tLa0VOSmdlTmg2V1JCV0tmSkdEcHJpKzBuc3VkMUh1NGszcFA3Zk0vbjl1cThSemQzUHp4M2VUUGNTTDZISjdJTWtSR2FabE4wOUsrT2J4ZTh5QTFKdjQ4dXdWblFvajJESFVOVk5hcWtUc1ZMUTFzQjZnbzVPcGdib2NueFRsNG1CbUxzSVRidVBEd0t0TUp0S085QjFhOTlxbmE3a3NyUnIrUDFVZC94TjIwQjdnU2V3TVpSVS93elFUdG1yd1k2aHJBdzlhOTBURmNOY0Y3RDF0M21CdWFvcml5Rk90T2JzTGR0UHRZUFBSdHBZc3pmWjRldmh5L0hFdDJmWUVUZDgranM2TTNCbmJxby9LY2YxN1ppZEM0R3pEZzZlUGJTU3MwYnFVMU56TFZ1RWhRd2E5RUZiOEtYQTRIRm9ZV2pZNlZzemJTYmh4NStleGRwUDc3OG1GbUxKYnZYdmxVSzlSeU5RSStJbVNMZHIwOGxRTncwV2tQRVo0Y3hmeWM4RVNhT1JTVGxZQXRsM2RvL1RxR3VnYVkwZXZWck5meXFsaDM4bGVWR2MyTlNjNUx4ZHQvcTE4d3FxK2p2UWQrbnZrOTgvTTcvZXN5Y0s3RWh1SC9uaVNnczFNSGZEcjZmWlhIaitrNkRGelp0cVhIZVNtNDAyQUxHQUIwY2ZhQlo3M0FYWFRhQTVXTkNsTHoweEgydVBFbUIzS1JxZmUxR3RjU3NvcHprS0Vob0ZrckMreW41S2N6Vyt6VTZlcm0zMmhUSnZMaXUvam9HcE80TWFSelB3U3IrQjZRT3hWOUhuZFM3OEZBUnc4ZmF0R0JXMDVUTFYxMXIzVWxWbG9YZUU3ZmFlamk2b3NGVDVZakxqc1IvM2Q4STc0Y3QxeGpVb2NxOG13NmRkZDFUNHB6c1BXSzlMdHRmT0FJdFoxUEpSSUpja3B6a1pTZmhvUW5TWWpQVGtKQ2JoSldqSDZmeVJvWGlvWDQvY0kyak80eVJHRTdmTCtPdmRDdll5L1VDUGhNSnVFWDR6NVFDbWJGWnlkaDZiL1MrL0NucVkxY1gxSmVtdEtXVzFVRUlxSEdjVFA2dks0MkFGZGVVNEd5NmdxTnJ5TlBkQkZMeEZydERBRUFlek9iVjdvNUdRWGdXdG5EekZnbVpSaVFkbExwNDlrRHJ3ZU5WMGloMTBTWHk4T01YcTlobFA5Z2hDZEZNdDFYV0N5MjFpdm9MWVhINVNFeE40VlpnWFMyY01UZ3puMmY2eHprREhqNmFsY3R5NnZMVlQ0dVoybG9BUlpMZVNWVElCYWl0S3J4WXdsNVZpcjVWWGlZS2IxQjZ1YmVSZWw1SndzSHVGdTVJdXh4T0w0OStnTWtzdFg0WU05dStIVDBra1ovSHhqcEdXTDE2eXV3NmV4Zk9QUGdFcEp5cFUxZVZrNzhFTjcycWdzOXR3US81MDdZOU9ZYXJENzhBK0t5RTNIKzRWVWs1NmZoeTNIS1dXdnUxcTVZTVBCTi9IejJUMnc2dHhYZURoNUtZM1plMzQ5REVTZkE1WEN3Y3NKSGFHZmpwdERCVlJWMU4zejFmYlovTlNKVDd5T2tRN0JXNDU4bk1WaDRXSmpQQkMxWkxCWllzditGUkFLd1dJQUVZTE5ZQU9RcnZMSy9vMjZzUlA2ejlDbG04WWZGZ215VTlIbkl6Zy9aV1Znc0ZyTnlMRDJ6N0FTeWM5VS9KNThTUkZyVTdhUW9KcE5oK2IrS1RWVjZlbmFIdGJHVnltTEs5YmY2YWNQYzBQU2xDOERSNStiRnNHcmlKeENJQkhDMmNNU0IyOGNRbmh5RmlkMUdZLzZBbVREVmx5NG9EZmJwank2dXZpaXFLTWIrMjBmaDdkZ0JjL3RPUjNuTmFGVHlxNVMyb202N3BseUtRSjB2eG4rZ2NPTmNVVjJKNzQ3OUJBRDRadUxINE9uVUxSYUpSS0ltRmFodjZFcmNkZXk0cGwybnhxTlJwelhXazlyOTdoYVZHZS9rNVZCU1ZZYk5sNlJGN3ExTnJMQm95TnhHU3diSWEvTnl1RHJQdEV2cXhVZWgySFJldXJnVTVCR0kvdDY5d1dLeDhPWDQ1ZmhrM3lyY2ZId0gzeHpaZ00vR0xHM3lmYXA4SnhLWG96cDRkeXZ4RG1vRWZOaWIyV0pDNEFpa0ZtU2dwTElVK2VXRnlDbkpSWFpwSGpJTG55Q3RNRU5sRnVCZlYzWWkwTjBmSERZSE82Ly9oNVBSNTNIdXdXWE1HekFUNDd1T1VCaGJQeE8zWVVCSklCTGdoOU8vUXl3V3dWRFhBTkhwRHhHWG83cHJzWnlUaFFQbTlXdDhOOGxJLzBIbzVkbE43Zk1aaFUrdzZzZ0dHT29hWU9NTTFVM0dQdDc3amNaU044ZnVudEg2ZHhFQTdMNTVpS2t6cmNuKzkvNVNtd3p3S3FBQVhDdnI1TmdCN1czZGtKU2JpcENPd1pqZFp5cFRmTHc1ekExTkZWb2ZkN1Qzd05GbHo3K0FjbmhTSkdvRWZMQlpiSHd3WXVFejY4U2p5ZGNUUDRhL1MyZWx4NnRxcXh1dHV3TUFmNzM5azhxVzlVM05LaVNrSlYxTHVBV0JTQWdEbmo0QzNmeFZqcGtXUEFGaGo4T1o0TnZvZ0tGWU5IaU9WcXROWERZWHkwWXNnTG1oR2ZiY09vUktmaFhxYmhuVmkwaUp4c3cvRmpVNlJ0VElWaUJySTB1c20vWTExcC82RGRmaWJpSzlJQk81cGZrcW05YU05QitNc1Bod1JLVS9SRXhXQXRyWFc1V1VTQ1RJTHMwREFIdzhhbkdMZGJWTHpFMWh0aGtNYUlOYjhnVFF3WWE3NFhYWjByTFlnWndFOHFDQy9DZW9IU3QvVGlJYlczOWMzWEYxMFlENi96NGF2SVRDV1BtNDJwcm51eWowc2pzUmZZNzVlMEZGc2NKelpkVVZHT296QUx5QjB1KzcvUEpDSmhqM2R2K1pZRGVoWVBMelhzeDdIdWh6bzJqUjREa0s5WVlicytiRUp1U1hGY0RWMGhIdkQ5T3V2cEtxYXlwTnNrdHlVVmhSQkFCNGxCV0hCNW14ZUpBUml3QTNYNWpvRzZHc3Vod1pSVm5NK1BUQ0xEeklpSVZRTEdJV3F3QnBMYXJPamgzQllyRndNL0VPa3puR1puT1lXc3ZxK0RsMVVyaFpMS3ozT2ZOejZhend2Z1FpQVpNcDA1elBqSVdCdVVLbXpkTlNGNlFnTHo2eFJJd2ZUdi9PSkJRczFoQjhlMTV6Mm5GdFAvYmNrZ1ppMnRtNDRkUFI3ek8vRDMyY3ZQSFJ5UGV3OXNRbWhDZEdZdm51ci9EWjJHVndOTmUrYTY5UTlubGxnNjN3V1pRYjRUOFk3V3pjb01QaDR0M3RuemFhY0dHaWJ3d1hLeWU0V2pyQjFjb0pycGJPY0xGeVlqTHp4bllkanZzWk1Zakppc2ZtQzl0d1B5MEd5MGN1WkFMeTlRTndEYlA1dUd3dXZCMDhrVm1VamVVajNzV3FJeHMwdnJlTzlzcUx5cXJtM0ZoR29qeERsczNtcU0zKzQyaHhQMkNrYTZoeFo0aEFWTXNFOHF4TnJMUzZYNURPN2RYTmZnTW9BTmZxMkN3MkZnK2RoMm8rSDEzZGZGdDdPaTBtcUgwZzN1ajFHb3owamRISjhkbGx6aER5cWpuLzRDb0FvSmRuRDdYYlNqenQycUdibTc5MG13RlBIN05EcGpZNTFYdDIzNm13TURLRGhiRTVPdHBMNi9ISWEvNm91cURuQy9qSUUrUTM2VFVhMHVYeThQbVlwZGhtYWd0UCszYm80dXFqMEZhK3ZxWEQ1eU8vdkFpZEhMMFVzdHRZTEJZK0hQa3VodmowUTRCcjQ3OVRzNHB6OFBWaDdXcTVsVmFWTWdITnZ5N3Z3bDlYLzlYeVhkVUo4UXJDckQ1VG1ueWN0bXJGSXFEZXhZOUVJcEgreER6RVl0NURRNHJkT2xuTThmVitaUDZxZEFvV0dweFhjUTROcjhmMEpOcGRvTDBzSWxQdllVK0RWV0Y1a0tPU1g0VVA5NnhVT3VhTGNjdGhwc1hxY0dwQkJsTkVYb2ZEeFg3WmR0YTdxUStZaS8wTzl1MlpqUHF6RHk4RGtHYVNUdW94UnVGY1A1M2RBaFpZV0twbE1PVmxRWitiT3U3V211c0N5c216QnZWNStpbzc5cldVSTVHbmNDUlNPY3RMVTJaR2JGWUNsdTlXL0d3ZCsyQVhKQklKZnI4Z0xjN2V6N3MzWXJNU2tGZW0vTjNsYUc2SGt4OUtkM0kwWlJGWmg2T0R6Yk8xKzE2cFR5Z1c0bUZHSExxNGRtNXlaOU9Nd2l6d2hiV3dOTEtBdWFINnBoUGs1Ykw5Mmo3Y1RwS1dGK2puM1J0QjdRTmJkVDRwK1duWWVHWUw0cklUbWNlNGJBN0txeXNVZ3RUeXVxTHJULzJLeE53VXZQZlB4NWpkYnhwR2R4bXExWlpVZVgzdWpLSXNUUDk5dnRMenMvdE94YlNlRXhVZTg3QjFoNXVWQzJ4TnJYRCtZU2p5eXZMeHpjU1AwZE5EZlNZWkFGZ2FtV1A5MUpYWWRPRnZuTGwzRVdHUHc1RzZNeDIvelZvTGZaNmVRcU1sa1ZpazFOWDh2U0Z6TWRTblB6bzRlT0NYbWFvell4ODlpY2VXaTlJc3hrNk9IZFRPcFpKZmhlK09iV3gwdmdCUVZTTnRHRlpkcTM1OG1Xek1yK2YvQmsvMnU5elhxYU5DWTZaeFhVZGdYSU9NdjRia0RkNnNqQ3l3YThIdkd1ZEdwQ2dBMXdZOHk2MWRyV2xtNzhrYUMxaytLNnE2SE5abndOUEgyWStWTDk0OGJOMVZQbDZmdDRPWHhqR0VQQXVKdVNuTWl2NWduOGEzZFUvdjlScnVwTjVEVlcwMU5sLzhCeDgzb2RhSFhNTU9pZklMRFI1Yk9mRFh4eXNJWDQ1dnZORkJhbjQ2NW0vN3NORXhMQllMYy9wcDdyeGtiV0lGQTEwRGxLaG9zbEpkVzZNeCtBWUFBbUd0VWdjK2JhVFh5N1pvaXNKbitMdGVCd0tzQ093Rm5xd3pyRVMyalUwQ0NYUGpMNytwbDBqcW5vZEVJaDBEb0M3UUlFM3RrVWlrajh1M3lOWC9XWTc1bVZWM3JLVHUxTkl6Ti9qNWZNeGxYSDVtL3lYYW5wTEtVclYxdGNSaWtjcm5CQ0xWelJzYU9uem5wTUxQOHBzY2RjSDUyQ3pwOWhjLzUwNUt6NTI1ZHhIR2VrYXZWQUNPUGpkdDMvakFrUWlwVnhOMWYvaFJoQ2RGWVZiSVpQZzdLKzl3aUh1U2lLMVhkc0xiMFV1cCtEcVBvNFB3cEVqa2xlWERXTjhZQ3dmT3h2czdQMVA3MnM5cjk4WlBwN2NnSVNjUlZiWFZXRHBzUHV6TnRNOEdBb0JWUjM5QWVrRW0zdW83SFZON2puOUdzeVJ0eWVPY1pPeTlkUmdBNEdMaGlDVkQzOVp3eExPVFY1YVBmMjhjeExtSFY1bHMwajVlUVlqUFNVSkNUaExlM2Y0eFBoaStVR0hMYTMvdjNyQTBNc2UzUjM5QWFWVTVmcit3RGFmdlhjSWJ2VjlESDgrZ1J1OGZCVUxwdFNpTHhWS29GVndyRkVBc0VZUEhVVzd1OE02QVdjeU9xSXlpYk9TVjVTT3ZyRkNyOThmbGNMRnMySHc0bU5yaWY2RzdNZEp2RUpOcEtLd1hnRk5WTzN6WjhBWE16alJWcGFWaXNoS3dNMVI2enpvbVlCamVHVEJMN1R4cWhRS0V4dDNRYXM3U3VZazBqcTlmUTVMRFptdnNqRjVmallDUDQzZlBBZ0Q2ZFdwN08wUGFNZ3JBa1dlbXRZSnZoTHlzL3J0OUZJQzBSb1NtQUZObnA0NFkxTGt2TGo0S3hjVkhvUWp4Nm9uZ1JtcEdhS05LSUYzWjArVzEvbGEwU240VnZqandmNmlxcmNhaVFYT1l4K096ay9EWmY2dnhScTlKbU5odFZLUG5zRGUzdzI5dnJtMTB6SUdJWTdnY0V3WUFHTkNwRHlaMVY4d2EyblJ1SytLeUU4SGxjUEQyZ0ZtTnRvODNiVVlSWTIyeElZR3ZwVFgwZFZwMys0azJvaE11dFBZVVdvV25YVHNzSGFhOFdsL2ZvdTJmYUgyK2pNSXNuSHQ0dFVsenVKOGh6WmJvM0c4K0FBQWdBRWxFUVZRcnFpaENqWURQYkpHVDE4SFJiYkJsVGlRV1lXLzRZVXdJSE5XczdZTnRIWDF1Mmo1N00xdlltOWt5UDh1endKMHRuRlJtM3NtN0N4dnJHYWw4UHNETkQwWjZobGc2L0IyVjJXTHJUdjZLcktJbmpjNUpXRy9iMlNkN1Y4bHFCS3JuN2VDRitRUGZSRkplcW13YmJSd2UxZ3U4MTYvRjJEQ0RoaEJWUE8zYW9iOTNMOXhPdW91dkpuellJc1g5bXlvdSt6R09SSjdHdGZpYkVNcEtqTWdEMjRNNmg2Q2txZ3lyai82QUJ4bXhXSFZrQThaM0hZNTVBMlpDUjdiZzRldmNDWnRuYjhER3MxdHdPeWtLS2ZscFdIM2tSemhaT0dDRTN5QU03QndDQzBNenBkZXRGZFVDa0M0a3JadGFsK1g2NWNFMXVKMFV4WnhmSFZkTFJ3QkFjbjZheXVjemk3SlZsb09hMG5NOHVycjV3ZE91SGZNWVh5ajk3bVN4V0xBMnJtdFlWbHhaRElGSXFMYjVHQ0Q5Ny9mNWY5K2hTbENEMTNxTVVXaEtvNHFKdmpFMnp2aXUwVEVBa0Y2WWlhOFByWU9SbnFIYXJMdmx1NzlDY1dVSmZwaitEY3dOcFRVaTVVSEZEM1oveFhSU2JReGZ3RWVCckR4QWFOeE5SS2hvaXFPSmpZazF2cHUwb3NuSHZlZ29BRWNJSVMrQTFQeDBwbVB5bUs3RHREcG0vc0JadUpOeUY2VlY1Zmo1M0JaNDJMdkQyc2hTcTJNamt1L0N6Y3Bab1FOcWFhVTAyOHhZUlNCSkxCWnJ2SEdvRWRacTlkcWEyc0FYVjViaWl3UGZJekUzQlU0V0RoQ0k2N0tGY3N2eXdSZndzZVhTZHNSa3htSFppSVZxTDB4MXVUeTFuVnVMSzB2eDYvbS9jRDFCMmlXdmk0c3ZsZzFmb05TWmRkVnJuMkxwdjEvZ1NYRU90bHphZ2JsOXAyRjh0NUd0VnZlU3RGMTZPcm9hT3dVM3hiYlFQUkNMUmVqdEdZVEkxR2lGV2pTcVBNNUpSbFpSTmdEZ1drSTRqQTJNc1dTb05OdE5mckhkc0J2YW41ZTI0MGpVR1Z5UEQ4ZlBNNzZuYm9ya3VYdVFFYVBRMUtCV2xuR3kvdVFtL0hEcU42WHg4ZzZKZDVLam1lNkVBQkRrMFEyZmpWa0NYUzRQWDAvNENMNHFza0FCYVdmUjVMeFVyZWVYa0pPa2NZeVJyaUVxK1ZWcUErejl2WHNocUgwM0JMajZRb2ZEUlh5MjVuUFdKNURWZkNvc0wxSTRWbGVIQnpjcjV5YWRpN3c0M2gvNkRoSnlrdUFzQ3lnOUQxVzExVGdXZFJZWFkwSVZkaEN3MlJ5TTloK0NXU0dUbWU4Uk13TVRySm55SlRaZi9BY243cDdEa2FnellITzRtRjh2eTh2U3lCemZ2dllwcnNiZHdGOVgva1ZlV1Q0eWk1NWc2NVdkK092cUxuU3c5OFRIbzk1VHFCSEhseTBZNlRTNEhxc1ZTRDhIdWpyS0dYRDF0YmVSZmcvSFBWRnNpRkFqNEdObjJINGNpamlKSmNQZndYRGZnVXJIMWcrK3lZOEJwTFViZHk2byszMjA3Tjh2RVpNVkR4MDEzNW1wQlJsWXNmODdWTlZXWTNyd1JMd1pNbFh0ZkNXeTMybjZQRDJ0YXVWVnk2N0ZXU3kyMnZFYzJUVzJyYWtOckkwVjd3dlNDN00wTmlwc0tMK3NvRW5qNWVTL3UxNDFkSWRBQ0NFdmdMK3UvZ3VKUkNKdHRLTGlva0FWVTMwVExCejRGdGFjK0FYRmxhVllkV2dEMWsvN1dxdkMwQWNpanVOQlJod1dEcHFOTVFGREFRREZsU1VBb0xJMjFZM0VDSTJOVGJTUlU1cUhUL2F0d21qL0lSaWpJaFUrdlRBVFh4NWNnNXlTUExoYU9tTE4xSlVvcTdjTnRXK0huckF3Tk1YWGh6ZmdXa0k0TW90ejhPMXIybWNWVmRWVzQzalVXZXdMUDhMVTZScmN1UitXREh0SFpmREIxTUFFNjZhdXhOZUgxaUV4TndWYnIrekN5WHNYTUt2M1pJUjA3RW1CT1BMTW1CdVpnY1BtWWs2LzZZaVVkYlpyekpVNGFTYW5qN00zNHA0azRGVDBCUVM2KzZPUFp4QktaRVdVNndlcmowU2R4cEdvTXdDQVVmNURLZmhHV29XMWlaVkM1dkhOcER0SXlrMUZ6L2FCS2d1TVo1WGs0SExNZGRpYjJXQ0FkeC9tOGZwQkNuWEJOMERhRVZ0VlowUUFDSTIvZ1FPM2o4UEp3Z0dac2l3NVMwTUxWTlpXNHFzSkg4SkkxMGpsY1lhNkJqRFNNNFFCVHg4MUFqNDZPbmpDMjlFTEIyOGZCd0M4MVhjNjdFeHRBQUJoQ2JlMUt0YXV5ckc3WjNEczdobm1aeGNySjJ5ZDgyT3p6a1hhUGtOZEEyWTN4S1JOY3lIUVlwRlRIc0F1cnk1WENGQTNadVhFajlEVjFRK0FkQ0hwUnNKdEp2aW13K0ZpcU84QVRBa2FEMXRUNVlMOVhEWVhpNGZNZzRPWkhjN2V2NmkyazNhL2pyMFE3TkVkWng5Y3huKzNqeUczTkE4U2lRVFdKcFpLUVNUNVlxOWVnd0NjZkRHMjRVSnBRejdPMG1Zc0tmbHB5QzhyZ0xXSkZXNG5SV0h6cFgvd3BEZ0hBSEE2K2dLRyt2VFhXRCs1cGxiNnU0S25vL2o5S04rYXFpNGJMejRuRVZYOEtuUnk3TkJvOEEyb3krclZrMlZxSDc5N0RvK3k0dFNPcjVEVmQ2dXByY2FhRTcrb0hGUGVTTE9kRFZOWEttVDVOaFNkOWhCL1haWFcwM1N4Y01USG94Y3JMSnFmdm44UkorNUttME1OOXh1SU1RSHFrd2JVQlNoZmRuUm5RQWdoYlZ4WXdtMG10WHRTOXpGTjZxdzJvRk1mWEk2OWp2Q2tLQ1RrSk9Hbk01dXhZc3pTUm84UmlVV0l6MDZFU0N5RWlYN2REVVZtc1RSN3BuNmF2UnlQeTRPSnJHT3BTQ0ptdWlKWkdablhuYmZlNCtyRVAzbU1uSkk4L08vYVhvenNNa1RodVFjWk1manEwRHBVOGF2Z1p1MkNOWk8vaExtaHFVSUFEcEIyMmRyNHhtcDhmdUE3cE9TbllmSE96L0MraHZvb1Q0cHpjT3IrQlp5K2Q1RzVlQUdrZFV4Q09nUTFHbnpJS0h5Q01WMkg0ZkNkVTBqTlQ4ZVQ0aHlzT2ZFTGZyKzREWDA3QnFPUFZ4QTYySHU4bEZ2NFNPdFpOSGdPdXJqNmFOVTV2WkpmaGJQM3BSWEVadmVaZ3Z1Wk1kaHhiVDgybnQ2Q0R2WWVlRklpdmVuSWxSV2pQM1AvRWpiTEN0WFA2L2NHUmdjTVVYMWlRcDR4TzFNYnpPd3ptZm01b0x3SVNibXBDT25ZQzMzcjFZYVRpMGkraThzeDErRm80YUJ3bkxaY3JWUjNEY3d2SzhEcGV4ZkJabk93Y1BCYitIeS9kQ3ZZM1A3VHNlN2tyemh6L3pJK0g5djRkK3Nub3hmRDI5RUxwdm9teUM4dlpBSnc5Zkc0T2sxdXBGQmFYUUd4V0FSOW5wN0M5Y0d6TEh0QTJwYWEybXFGaGdCYUhhTW0wTnhRL1E3MmJCWWI3d3ljaVhVbmY4Tkl2MEVZNWpkUTQ3L1h6S0pzRFBNZGdERUJ3eHE5bHVKeGRUQW1ZQ2hHK2cvQ25aUm9YSTROdzhKQnluWFY1SXVqRFhkanlMT3BlQm9DY01aNlJtaHY0NGJFM0JRY3Uzc1dhUVVaQ0pjMXN6QTNOTVdzM3BNeHpHK2dVdkF0dlRBVEVjblJHTnk1TDlNVnVZd3Z6UlRUYTFER29GWWtuNHNPM3Y3ZkJ4Q0x4U3JmUTFKZUt1YitwZmg3dzhYQ0VTc25mc1Q4TEE4NDZzdXVJUjlseGVGeXpQVkczeU1ncmR1c3piaUczS3hkMUp4UGdMMDNEMlAzelVPUVNDU3dNcmJFcWttZktOV3NYRFI0RG9vclNoRDIrRGJPM0w4RWdVaUlCUVBmYkxSejY2dUdBbkNFRU5LR1ZmS3I4UHRGNlkyd3JhazF4bXJvU0tUSzhwSHZZc25PejVGZGtvc3JzVGRnYm1DR0JTb3VhdVJTOHRPWkZUY2ZwN3FhWmhteTVnT09GblZmdGlGZVFYQ3pkb2E1Z1NuVFFVL2ViTUZBMXdEL3ZydUZHVnRkVzRQWTdBUndXZXEvZXVKazIzazhiZHlWdG80Nm1OdkRSTjhJZHFZMldEUDVDK1lDU0JVbkMzdjg5TVpxZkhuZy8yQ2dxdzhiRStXZ1lWNVpQc0llUitCcTNBM0VaaVV3ai9PNE9oanBOd2dPRnZiNC9jSTJSS2MveE1IM3Q2bDlyWjFoK3hHVEZZOXBQU2RpWHI4MzhPZVZuVWd2eUVSWmRUbE8zRDJIRTNmUGdjVml3ZDNhRmV1bnJvU1JMRkJKWGkxaWlhUkY2enV4V1d5RWVDa0hJRlE1SG5VVzVUVVZhR2ZqQmwvblR2QjI5TUwxK0hBazU2WGhUUFJGVkFta24vZjhzZ0lVVlpZd05hbm1ENWlGaWQxSHQ5aWNDV21LdElKTVhIOThTK0d4cEh6cDl0RHJDZUhJS0ZKdW92T2tLRmY2djhVNStQZm1BWVhubk0wZDBiZGpjSlBuSVJRTHNmYmtKbFR5cXpDeCsyaTRXOVhkb0FaN2RrZWdteDlDNDI3QTE4a2JZeHNwRWFHcDR5SUFkRzhYZ0wyTHRnSUFTcXZMa0ZHWXBiSEw3TnYvK3dEcEJabVkybk1pTldGNFJhMmM4SkhHTWdRQWNEejZQTzRrMzRVQlR4K2ZqRjZzMWJrOTdSU2JCL2c0ZVdQN081dFVsZ3JKS3M1QmRXMDF6QXhNWVdWc2dhUzhWS3pZL3kyTTlJeXdhdUtuR2hlTXFtcXJZY0RUUjFEN1FMVmRYY3VxcEVFdk0zM0ZhOEFhb1R3YnJmRUFIQUQwNlJDRXhOd1U3QStYMWxZMjBEWEFwQjZqRzYxM0dwMzJDSDllM29IdDEvZmgwUHZid09Wd1VWNGxMZDlnMm1BdThteEVIb2VIek1JbnpOYjRodmdDUHBOTks5Y3dnRmd0cTc5c0tLdlJ0bkRnYkx6UmF4SjBPS3F2cGRNTHBEdEZESFQwOFB0YjYxWCsvL1QzbFYwb3E2N1VhcGVHV0NMR3RmaGIySDU5SDFQR3d0T3VIVlpPK0VocCt5b2d2VGI1ZE13U2JEeTdoYWxEZlRQeERpWUhqY1hZZ09HdFVxK3dyYUVBSENHRXRHRy9YZmdmQ3NxbG5acm05Wi9ackcxZ3B2b20rT2ExVDdCMDUrZW9xcTNHNGNoVGtFQ0NoWVBlVWprK1JoYU1zamV6aGFXUkJRRHBEY2pqbkdRQVVOajJZMjFpQlhORE0rd0tPd0FiRTJ1MVg2dzNIOS9CcmVSSUxOTlFoRDRtVTVwVzcrZXF2RVhJMHNnY2E2ZDhCUU9ldnNKS0duUFIxZUJpeE1MUURPdW1yb1JJTEVKUlJiSHluQkx2NEE5WjYzZEF1cG82d244UXhuY2RBVXNqYzV5S1BnOUFlV1d6TWQzYkJhQ2JleGZjU296RThlaHp1SnQ2SDJLSkdCS0pCRjcyN1NuNDlncDdsQm5YSXR1MG02cTRzaFFISXFTWk50TjdUUVFnM1JhMGZNUzd5QzdOUlIvUElMejVaMTJYNUJzSkVmaHd4Q0lNOUE1QmovWmRuL3Q4eWF0Si9uczhPUzhONjA3K2lwVDhOR1FVWnFuTjZya2FHOWJvK1RLTG5tREhOY1dPOWNHZTNab1ZnUHY1eko5NGtCRUxSM003ek96OU9yTkFKYmQ0Nk50NGI4ZW4rTzNDMzlEVjRXR1k3NEFtdjBaRDJTVzUrSEQzU3BUeks3RnU2bGZvYU8vNTFPY2tMNi91N1FLMEdoZWVMTTMwNG5DNFdnV0UxV0d4V0tqa1YySEh0YjNvNVJVRUg2ZU80TEE1K09uTVpqeklpTVhFN3FNeGY4QXNzQUN3V1J4a0ZXVmp5YTdQc0hMOFIvQnpVYjBGL0hGT01sWWYreEVEdlVQd1pzZ1V0YTlkS0N1SFl0VWcrRk1yQzNycGFtakNBQUFEdlB2Z0gxbjMwWUdkUTdCdzRHeU5HVm9KMllrQUFHY0xCM0JsMTV2eXVaZ2JLV1lCOGdXeUFKeU9EdjZldHhFU0tBcExDTWZmVi8rRnQ2TVhQaHI1bnNKekRhOWxTeXFrdXp3TVpiWDFTcXJLOE1tK1ZaamNZeXpHQlk0QXAwR2pCL2t1amlwQkRjNDl1S0x5ditYOGdiUHh5L210T0JCeERHK3JhZjVRWGxPQkM0OUNjVHpxRExKa1czTUJhWWJjNnozR050cThLS3Y0Q1hxMEMwQnBaU21pTXg2aWlsK0ZmMEwzWXZlTmcralJyaXY2ZWZkR1o4Y09zS3kzUytaVlFnRTRRZ2hwbzg0L3ZJcUxqMElCQUVFZWdTcTMyMmpMMWRJSm40MWRpcThPcm9WWUlzYVJ5Tk1RaW9WWU9PZ3RwUld3bUNmeEFLRFEwZk54VGpKVCtOYmIza3RoL0g4Ung3RG4xaUZFcHQ3RHBsbktIWmRTQ3pMdzllRjFBQUFuTXp1OEhqUk81UnhyQkh3OHpwVm1OL2c3ZDFZNXhzN1VCckhaQ1VqSVRZYVp2Z25FRWpGMjN6d0VBTEExc1ZFYUx3OElxZ3JBalEwWWpwdVA3MEFzRVdPb1QzK0VkQXhXcUIyU1hab0hBQ3F6NXhyRFlyRVE3TmtOd1o3ZFVGaFJqSWlVdTRoT2U0Qlp2Vjl2MG5uSXk0WEw0U2l0MkRkVW9PTGY2ZFA2OWZ4ZktLK3BnTGVqRi9wNEJqR1BlOWk2dzhQV0hWZmpiaUMzTkI4ZEhieVFuSmVDNDlGbk1hckxZQXEra1dlcXVMSVVPOFAySTZzNEd5bjVhU2lWWmJXa0ZXUWdyU0NER2JkendXOHdxdGNjUkNLUjRNS2pxOWg1L1QrSUpXS0VlUFhFbVFlWE1OeC9rRUp4ZC9uWXMvY3ZJYmMwRDIvMm5hWjBvNnFOdjBOMzQ5ekRLOURUMGNWWDR6K0VBVTlmS1FCbmIyYUxUMGUvank4UHJzRlBaLzVBWlUzbFUyZU8ycHBhdzhYU0VWRnBEL0RWd1RYNGVjWjNTbHU5Q0dsTk54NUg0RWpVR1J5UHZvQzlpN2FvREdDMXMzSEREOU5YWWNYK2I1RmJtby9QRDN5SEZXT1dvcGRuZDZXeE54TWprRk9TaDkwM0Q4TGUzQlpEZmZxcmZOMmNFbW1XcTRPRnJjTGo4cUNYTm91bWRxWTJDSFR2Z3NpVWFCU1VGMnExUFRKT0ZvRHI2T0RCUEpZcm00dXRpV0w5Tzc2b3JoNmRnNHBHQ0thRzBtc0JYWTZ1eHNZSzZiSk1YMmRaOXVETnhEc29yaXpCbHNzN2NESG1HajRldFZqdDF2bmROdy9DM2NhVnVYOFFTOFE0Yy84Uy9ycXlDNVg4S29RakVvRnVYZERWVFZwTHNKSmZoZkNrS0Z5UHY0WHc1RWltdXkwZ3ZROFpIemdDSy9hdHh2ZkhObUx6N0hWcUY1V3Z4dDdFbmx1SDBNbXhBLzZZdlFGYkx1OUFSUEpkMUFvRnVKNFF6alE0c3pLMnhJb3g3MnZNOG4zWnRPa0FYRVZOQmRJTHMxcDdHb1M4VWtvYjFOTWlyU01sUHcyYnp2OEZBRERTTThUN1F4cXZZYWFON3UwQ3NIRFFiUHgyNFg4QWdCTjN6eU9qOEFrK0g3dE1ZVHZubzB4cEFLNXp2ZTJuWVk5dkF3RHN6R3hnWld6QlBKNVZuSVBkTnc0Q0FNYXFhSm9BQUc1V3pwallmVFFPUlp6QS8wTDN3TU91SFZNNHVMN1lKd2tRaVlWZ3M5am81TmhCN2Z0NGxCR0hyVmQyS1QwKzJLZXYybU5VWWJGWStML0pYNmp0dVBwUWxvM24raFJkNUN5TnpESGNkNkRXalRQSXk4Zk0wQlMrenQ1b2IrT21OdXRVN3NNOUt3R29MOXlzaVh5TGE2MnNGazVHWVJaUzh0UEFZWE94ZE9nN1N2L1dTNnZLOE9lbEhRQ0FLVUhqY0NYdUJxN0dodUhjb3lzWTV2UDBXVHlFcU1QajZ1Q2tMTXNZa1A0K2RyRjBncWR0TzdTM2NVVTdHemQ0Mkxvek4zaGlpUmpYRTI1ano4MkRTTTVMUTZCN0Z5d2JNUi9XUnBiZ2kvZzRjKzhpZkIwN1lyQlBQd0JBZUZJay9yNjZtd25tQlh2MlFCZFhINjNuSnhLTDhQdkZiVXd4OFdYREY2aXRqUVJJdjEvbjlKMk92Ni8raXkyWGQrQmhaanlXajFUZmhWc1QrVGF1UlRzK1JYNVpBYjQrdkFFL3ovaXVTVFZnQ1htV3JzVGRBQUIwYy9kck5JRGxhRzZISDZhdndrZDd2a1oyU1M0Mm5Qb04yOTc1QmFiNkprak1UVUZVNm4wTTdCU0NtYjBuSXpFM0JlRkpVZGg0NWsvWW1sakQzMFZ4TWJaR3dHY2FKVGhiS0haL2xYZi8xTlFGVlc1NjhBUkVwa1RqZm5vTXJpWGNhclNrUXlXL2lpbkQwckhlSW5SYWdUdzQ1cUF3bmk4cjY2RExmZnJQcS94M21QeGFkR3JQOFdobjdZSWZ6MnhHWW00SzN0dnhDVlpPK0FqZDNMc29ITWRtc1NHV2lMSDJ4TTh3NE9uQlVNOEF2NS9meG5SdWRqUzN3MXY5cGpQQk53Q3kvMzkraDBnc3pUem1jampvMjdFWEpuVWZnL1kyYnNpb3QxMVduNmZkN2hCblMwZXNuclFDaWJrcE9CSjVDdGNUd3BsRkRBTWRQWGc3ZUdrNHc4dW5UUWZnTHNlR01SRlNRc2p6SVd4aUVWZlM4b29xUy9EVndYVk14dG55RWU4cUJMMmV4dGl1dzhIbGNQSEx1YTJRU0NTNGwvNElpM2V1d09iWjYyR29hNENzNGh6a3lRcXhkM2FTQnNGRVloR3V4RW92dElMYjEyMVpFRXZFK1Buc0Z0UUtCZWppNm9NaHNoc2ZWZWIyblk3WXpIakVaai9HL3gzZmlNMnpOeWlsbmtlblBRUWd6Y3hwN0tiRjBjSUJ1anE2VExETzFzUUd3LzBHWUZTWHBoZUtWeGQ4aTg5T1FreVdOQkRaUTh1dEhZU29FdWptajBBM2Y2M0dicGoyVGJOZlJ5QVNLbTF4ZGJaMGhKR2VBWUk5dWlzRkR5cjVWVmg1ZUIwS0tvclF4ZFVIdlR5N3c4N1VHcUZ4Ti9ESCtXM29hT2VwZGxXZGtLZGxxR3VBNGI0RFlXZHVnNDcybnZDeWE2L3k5MzVwVlJrdVBnckZpWHZua1ZXVURSME9GMHVHdllPUi9vT1pNWXVIdkkyRW5HVDhjSG96Q3NxTEVKRVNqWWVac1FBQUw3djJtTlJqREh5ZHRjK3dxS2lweFBmSGYwWmtpclM3OE52OVo2Qy9kMitOeDAyV1pYZi9mZlZmaEQwT1IremZDWGl6enhRTTlkWGNUVkVWVXdNVGZETHFQWHkwOXh1azVxZmpsM05iOGZHbzl6UWZTTWd6VmxaZGpydXAwbHFoQXp1RmFCeHZiV3lKOVZOWDR1dkQ2N0ZvOEZ5bVpscGFRU2IrdnZvdjl0dzhoTU5MdCtPVDBlOWp5YzdQa1ZHVWhXK1Avb2hOTTcrSHZWbGRwbHRTYmdyRUVqSE1EVTBWNm8rSkpXS21xVVJqV3lQcjgzSHlSby8yWFhFN0tRcS9uTjBLTDl2MktqdTVBdEt1cFhJZEhhVGJ3Zm5DV2lUbHB3QlFiRndnbG9pWlJURGRwd3lZbDFTVk1jM0w2aThHOTJqZkZadmVYSVBWaDM5QXRZQ1BUbzRkSUpGSThDZ3JEaWRrQ3h1R2VvYVkxbk1DL3J5OEF5c1ByV1d5MmF5TUxURTllQUtHK1E1a3R0TEtlZGk2WTNxdmlRaU5EY05nbi80WTR0TmZvY21HUFB1UXhXTEIwa2k1L2x0alBHemQ4ZUhJUlhodnlEeEVwdHhEWk9vOTlQTHMzcXpNNUJkZG13dkE2WEo0VE1SV0pCWnBWVkNTRU5MeVdDeVd4bGJlNU5uWWVIWUxFd1NiMkgyMHlsVDlob1N5TDN0dEx2SkgrZytHa2E0aDFwNzhCVUtSQ0tPN0RHVnVmS0xUN2dNQVRQU05tVnB2WVFtM2tWOVdBQURvMjdFWGM1N3QxL2JoWHZvajhMZzZXS3doUTQvTDRlS3pjVXV4WU50SEtLMHF4NCtuZnNmcTF6OVRDSUJGcFVwZnU1Tmo0NnRod1I3ZGNHelpUbzN2czdseVN2T3crdWlQQUFBSGN6c0t3SkVYaHJ6cmNLMUlpTEpxNlphK0Q0WXZWTm9DazFtVWplK08vWVRrdkZTWUc1b3hOV2phMmJoaFF1QklITHB6RXAvcyt3YXJKMzBHRDF2MzUvc215SE1YR25lVDZjcW5MZm40a3VveW5MNTNzVW5IR3VrYklzU3JKNWFOV0tEMjNMY1NJeEdXRUs2d0RZckw0Y0RLMkZJaCtBWklnM2xySjMrSkx3K3V4YlpyZXdBQTNkejhNVFY0QW55ZFZkZWJVdWZtNHp2WWRPNHZGRllXQVFEbUQ1cU5pWUVqdFQ1K2N0QTQ2T25vWWZQRmJTaXFLTVpQWi83QTdhUzcrR3JDOGliTlE4N1h1Uk1tQkk1RTJPUGJHTjJNUlNaQ25vVUxqMEloRWd1aHo5UFR1cGFjdFlrVmZwMjFSdUc2VDM1dGFXY21MU0ZpcUd1QXJ5WXN4K0lkSzFCZVhZNXZEbS9BVDI5OHkyUmIzVXFLQkFCMGNsRGNKVkYvVzdpZWxwbFpJckVJN3cyZWkzZlNINkdzdWh4ZkgxNlBEZE8rVnJrUThEQkRHdEEzMWpOaXN0MWlzdUloRkltZ3A2TUw5M29CdVBwejBUWkxUSjNic3BwOVBLNE9uTXdWRzFoWUcxbGkvYlJ2Y0NjbEdydHVIRUJvM0UzbXY2ZmNhOTFISTY4c0gwY2lUd01BdkIyOXNIYktWNDNlMzcwUi9CcG05SnFrOGpuNURoa0hjN3RtMWFRR0FEMGRYZlQyNm9IZVhqMmFkZnpMb00wRjRMcTcrR0tnVnpDU0N0SmFleXFrR1dwRkloVHhxeUVCWUttckR4N24xWXRxdnl6Y0xKMFIwdjdWL2VYWW1oWU1lQk1KMlVud3RHdUhlZjNlMERpZUw2eGxVc3FOdFN6eTM3ZGpNQXgwOVJHZUdNV3MyZ04xV1dqeTdEZUJTSUIvWkRjMG5uYnRtT0RZamNjUjJIdnJNQURnN2Y0ekZUcGJ5YnM5TmN3dHN6R3h4b0pCcy9IRHFkOXhKL1VlRGtlZXdzUnVvd0JJVjFNZjUwcWJQSFN1VjN0T1RpQVNZdHhQcWd2RmFrTXNhVmdDVjlVWU1jNC92SW90bDdhamtsOEZMb2VEWmNNWEtLMFFFdEtZNzQ3OTFLeHNsOGFvNjZCV253Nkh5M1FkamtpK2l5OE9TT3N4MWcrKzFRajRPSFRuQlBiZE9vSWFBUi9taG1aWU0rVkxoUXpidWYzZVFHSmVDdTZueDJESnJzOHdvL2ZybUJBNGlyYSt2Y1QrRjdvYjJiTE1ocWJLS2NuRHhyTmJOQStzeDhYS3FkSHRYditGUyt1S0F0Si8xME02OThPRTdxUHc5NVZkZUNLYnAxZ2lSbUp1Q2lKVDd5RWlPUm9PcHJiNFlmbzNXSGxvTFI1a3hDSStKd24zTW1MZ1p1MEM0M28xNUJwejQzRUV2am04SG9DMEUrRjdRK2MyYXl2MjJLN0QwTTdHQld0UC9Jcjg4Z0pNNmpGR2FZeEF0bWdHQUd3MW1kaHlzL3RPdzR6ZXI2dk5EQmN3QzNDTm40ZVFsaUFVQzNIb3pra0F3T0RPL1pyMDNkQncxNEc4QTZpTFpkMTJVaGRMSnl3YU1oYy9uUG9kS2ZscDJIM3JFT2IyblE2eFJJeXJjVGNCQU4zYUtXNjNsQzg0QVpvejRLTFM3dU5vNUJsNDJyWEhqRjZ2NGQzQmMvRGo2YzFJemt2RmgzdFdZdldrRlV3RE11YVlGT2tDc1pkOVhmMjN5ekhYQVVqckpkZlA0cEkzUVdDeFdGcG40Nmx6TXlFQ0FCRGc1c2RjaTBva0VzUStlWXhyQ2JjUWxoQ08zTko4WnJ5bG9RVTZPWGZBTmRsL0p3QllNSEEyZURxNjJIL3JDR0t6RXJEcTBIb3NIVDRmMW1ycUc2dmJHVkxKcjhLNUIxY0FBRDNjYVdINmFiUzV1NHJPOWw3WVBtTURoSlQ1OWtKNlVKQ0g5VkZoRUlqRitLeGJDSHl0bEl1aWt4Y0RsODJoRExoVzRtQnVoelZUdm9TTmlaVlNhdmFScU5QSUt5dUFxWjR4OUhpNnFLbmw0M3BDT0FvcXBLdjFuWnBRUzZHYmV4ZUZtaEVTaVFUM01oNEJxR3ZBc1BQNmYwejNveWs5eHdPUTFwZjY1ZHhXQUVBZnJ5Q003VG9jSXJHSW1lc2pXUmRWTTBQRnJsQUFNTlNuUDY0bmhDTThNUktScWZlWkFGeEVjalFrc2lDWnV2cHY4dTBGTFUwa0Z1RjYvQzNzdVhVRUtmblN4UjhEbmo1V2pGa0N2eVptVHhCU1crL0crbm5SNStsQktLNEwwbG1iV0dHNDcwQjBzRzhQQU1ndXljSDVoMWR4L080NTVrYkZ5NjQ5dmhxL1hPa2luTXZoNHB1Sm4rQ2JReHNRbmY0QS80VHV4ZEhJMHhqczB3OWp1Z3hUdTBXSHZMajBkUFNlYTRCVlQwTmRwQmw5SnFHNHFnVGVEbDRJNmRDVENUd1ZWNVdockxvYzN4NzVBZmN5WWxCZTc2YmJVMWE2WU8yVXIzQTgraHkyWDl1SG5kZjM0OER0WXdodzhVVVhOeDhFdVBvcWRQRnVxSmRuZHd6eDZZZTRKNG40Zk54U3VGdTdOdnM5K2poNTQ0KzMxdU5XWWlTemNIWHhVU2gwT0RyUTUra2h0TjROc3BtQldhUG4wdVh5b012bG9ieW1BakZaOFRBek1JT0JyajU0SEIwOHlvcG5ncWV2YWtmQlY1RlFMR1FhbHpSRnJVRDIvU1NSb0xDSlRYOTB1VHdZNlJuaVNrd1lrMmsxcHVzd3hUR3lnRk9WRmhtMUVva0VEN09rdFhiYjJ5aG1XZy8xNlkvN2FZL0E0WEtaYkt3YmlSSElMYzBEbTgxQlVQdEFoZkdQYzZWYlFjME1UQlFDVmZKU0xtVTE1VGdVY1FJbjcxMWdnbjRPc3EydHczd0hJQ1V2RFljalR5RTVMdzN2Ny93Y3k0YlBaNjZQSy9sVmlKY3RjbmVTYlQ4dHJTNURhTHowTXh6c3FaaXNJQStJR2VzWnFRMW1hYU9xdGhxUnNsMHB2YjE2NEhGT01rN2Z2NGliaVhjVUdvc1o4UFRSeHlzSUF6cUZvSXRyWnlUbnBTa0U0RmdzRnViMm5RNEhVMXY4Y3Y0djNFbTloN2wvTDhPVW51TXdJWEFVREhqNkd1ZFNJK0RqKytNL283Q3lDR3cyQjZNQ2hqYjdmWkUyR0lCanNWaTB5dm9DTTlEVmh3NVhGeEt4Q0FhNitqQnFadkZaUWw1MWJtb0sveGVXRitIZzdlTXFuN00xdFVIL1RuMmEvWnJKOVRyUmRYTHNpRXArRlU3ZmwyNHQ4bmZwekdRczhMZzZXRDFwQlRaZitnY2ZqRmdJQU5oNmVTZE8zYjhJRHB2RFhIaXAyL3F6Wk9nN09HWjFCalA3MUhVRnZabDBSL1llckJXeWNad3NITEJ4eHVwbXZ5ZTU3Skk4ckQzeGk4cm5Mc1pjd3crbmZtZCtEbkQxeGVLaGIydnNURVdJS2dzSHY2WFFRYmdseEdjL3hpL24vbEw3L041Rld4Vitkck55WnJiM0NVVkNyTmovSFhPVHJxZWppeWs5eDJOeTBEaWxEc2h5Qmp4OWZELzVNK3dLK3cvN3dvK2h1TElVWis5ZnhvVEFVUzMwamtoYjhzZGI2MXQ3Q2dxNGJDNldEVmZjbnBwV2tJbmtQR21YN09zSjRlQ3d1ZWppNm9NZ2oyNEliaC9JMUluaXNEa1kzM1VFUXJ4NjR0OGJCM0FwNWhwdUpFYmdSbUlFNXZWN285RUFIQUFzSFQ0ZkFxSHdxYmVPQWRMdGRJTTYxOVhIT3Z2Z011NmxQMUlZNCtQc3JmVldMcjZnRmw4ZFhLdnlPUjZYQno5WDFkM0R5Y3NuTlQ4RGk3Wi8wdXpqeTJzcU1QMzMrVTA2SnRpekc3NmU4REZpc3grRHhXS2hpNHNQWEJ0OG51VWFCdUlBQUNBQVNVUkJWQnpON0hBSFFHajhMZlJzM3cxdTFzNHFnMURsMVJVNEVYMk8rVjdxNXE1Y0ozWFppQVhNd3E1RUlzR2VHOUtzMktEMkFVaklTWUlCVHg5Nk9ub29xaXpHMzFlbGpiazg2Z1h5TW91elVTdVVka1pkZmVSSDVuRmpmV01NOGVtSHNmV0NTUE1IdmdtQldJQVRkOCtqb0x3UW4vLzNQYVlFamNlY2Z0TVJsWGFmeVVMdklNdUEyM3Z6TUtwcmE2REQ0YUtEZlh0RXB6MkVrWjRoYW9VQy9CMjZHd0RnWnEyK2daZThiQXlIclQ1QWR5enFMUGdDUHRoc0RucTJEMFJvM0MybWNRMlh3MEgzZGdFWTZCMkNJSTlBaFlRSitYdHVlT1lSL29QUTN0WU42MC85aHZTQ1RPeTR0aCtISTA1aFRNQXdEUGNicUhaeDdVRkdESDQ1dXhYcHNpWVVzL3RNVVdvNlFacW16UVhnQ0NHRXFPZG1wZHlGelZqZkdOM2MvVEMzM3d5dFZyTFVzVE8xd1pLaGIrUDY0d2g0MnJsRGg2T0QvNXY4QlZZZDJZQVBSNzZyTU5iRDFoMC8xQ3NZNzJIcnpxdzA2dlAwME5YVkQzTkNwcWw4SFVzamM3elZWL0c1Z2Q1OXdKSklZTmhncTVDZWptNkxkRWhxYkJ2QVVKLyt1SjBZaWF5U1hMelIrelgwOFF4NjZ0Y2pyeTQ3RStzV3I1dFdWdFAwVEFjNXJxeG8vY3BENnpEVXB6K205cHlnVlZNWERwdUROME9tWWtDblB0aDE0eUFDM2Ywb3c0YTBHaGRMUjNSMDhBS1h6Y0ZJLzhIbzZSSFlhTE1lU3lOenZELzBiY3pyUHdOWFkyOGdyU0FEazNxTVZScG5hMm9GRHBzTm51d0dsc3ZtZ3N0N05yZEhycGJPVEFCT2g4TkZSd2RQTEJ1K1VPdmpMWTNNWWNEVFo3b2RBOUliY1JkTEo4enBPeDNXVFN5S1RraHpMQjR5RDFPQ3hxR3FYcTB6dVpGZEJ1TjQ5RGxVOGF2dzllRjFXcDJ2dDJjUTJ0bTRLVDFlZndmSXBaaHJTSlJsdVUzcVBnYTd3ZzdnYnRvRHBXTW1CZFY5eGcvY1BxYndYQWM3RDR3TEhJNlFEc0ZLUVc4V2k0WEZROTZHdWFFRmRvWHRoeTZYaDBHZCt3S29xMDhNU0FOd2NkbUpPQnAxRmdEUXYyTnZWQXRxOE1tK1ZVcHpHZTQ3aVBuN3NhZ3pzRGV6aFpPRlBiaHNMaTdIaGdHUU5rUlFwYXEyR2djaXBJdnR2VHk2d1ZUZkJQNHVuZURqNUkyQm5Yb2pwRU13VFBTTmtWOVdnUHZwajJDc2J3UjluajdFWWhIMmhSOVZlMjR2dS9iNGJkWmE3THp4SHc1RkhFZDVUUVYyM3p5SUkzZE80cSszTnlwc3ZZM0ppc2ZlOENNSVQ0eGtIcHZaWndxekc0WTBId1hnQ0NIa0JUS29jd2dHZFE2QlJDS0JXQ0lHaThWcXNYcFRocm9HR05sbENFYldLL1RzWWV1T1ArZjhxREV6ZWJCUFB3ejI2UWV4Uk55cytmVHk3SzVWczRubWNyTjJ3ZG1QOTZ0OS9zTlI3MEdYeTJ2V2RvR2YzdmoyYWFaR1hoSzdGLzRCQ1NUUWVRWTFBN3U2K2pYNjcxZVRBRmRmN0YzMFo3TUM5QzZXVHZoc3pKSm12elloTFlIRlltSER0SlhRNFRTdDhMY0JUeDhqL0FlcGZiNDVuWWN0amN5YjlYbGNOR1FPRmcyWkE2RklDRGFiM2VUdlNoYUxoY05MdHdNQVU3TGhhYmE0a1JlWG01VXpkaTNjL0Z4ZnMzN1F5c1pFZGJhVW01VXoxazc1RXYrR0hVUjZVYWJhcmFoY0RoZFd4cFlJNlJDTXlTb0M0dzE1MkxZRGo2dURRSGQvK0RoNXc4ZlpHNCt5NGlBUUNjSGo4dUJpNllqcHdhOGh3TldYT1dhRS8yQ2NlM0FGQVc1K21OVm5NanJXcTkrbXpveGVyOEhQeVJzbDFXVk1GL0I3c3RySWp1WjJNTkUzeHByalAwTWtGb0xMNFdCNnI5ZGdabWdLUTEwRDZUVTVXTEF6czhVSXY0RUsyYS9oeVhkeEovbXUwdXNGZTZpKzdzMHR6VU1Wdnhvc0Znc3orMHdHSVAwdS9tRzY0dStyL1BKQ3B0NXJRK29haVBHNE9wamJkenBHK3cvQnp1djdjVEhtR3Q0Yk9rOGgrSlpSbUlXUDkzNERnVWdJUUZvYVovSFFlZWpxNnFmeW5LUnBLQUJIQ0NFdklCYUxCUTdyK1RRNWFVcFpnSll1UHYrOFVPa0Q4clNhMnhIc2VYbWE3RmhDMm9LbUJ0L2FxcFpvN0VPQnQxY2JsOE9GdFpyc3FkYm01OXdKZmxOYnRuNnVxNVVUM2hzeWo5bXFPcVBYSkxXZE91VTYybnZncHhuZm9xTzlaNU5leTg5RmNlNmZqVjJHVGVlMndrSFdiT3l0dnROeEwrTVJKdmNZenpRNU9yVGtuMGJQNld4dWp6dVFCdUJZTEJac1RLd3d2dXNJQkh1cTdpRHJidTJLaFlObTQxRldyTnFTTklDMFRBdWJ6WUc0WHUxOGMwTlQ5T3NRakduQkV4dWRrNjJwTlQ0Y3RRaHZoa3hScWdYcmJPbUlkd2JNd3U2YkJ6R3ArMWlNNlRxTTZvSzNJQXJBRVVJSUlZUVFRZ2docEUwYTV0djBqc1JORGI2cDRtSHJqcDltckVaK1dTRUF3Tk91SGI0WXQxeHRocGtxQ3diTnhvSkJzNWxhY3Rvc1ZvOEpHSXFCR3VvNm0rZ2I0L1NIZXlDUlNDQ1NCZUdhR3VCWDF3MTFUTUF3RFBVZDBLd0Y2dGw5cDJKMjM2bE5QdTVWUVFFNFFnZ2hoQkJDQ0NHRWtBYllMTFpDazRKZ0Q5V1phOXFjcHlrYXEzTlpINHZGYXBITTJvYm5wTjBoejhhTHVWZUlFRUlJSVlRUVFnZ2hoSkFYQkFYZ0NDR0VFRUlJSVlRUVFnaDVoaWdBUndnaGhCQkNDQ0dFRUVMSU05VG1hc0NWOHl0eE8rMGU4c29MVzNzcXBCblN5MHZ4SkNjQlFva1laeDRLRUdOczJ0cFRJczFrWldpT0htNWRZS3BuMU5wVGVTR1VWNWNqcXppN3RhZEJYaUVsVmFXUVNDUUFYdHlPZVBTNUljOGJmVzRJYWJxWDRYTkRDQ0Z0UVpzTHdOMU1pY0t5Zzk4aXA3eWd0YWRDbnRLNmhGT3RQUVh5RkN3TnpMQjIvS2VZNERlMHRhZnlRamo3NERKQzQyKzI5alRJSzRRdnFJVkFKQUFBNXNib1JVT2ZHL0s4MGVlR2tLWjdHVDQzaEJEU0ZyUzVBRnh5WVFZRjN3aHBBd3FyU3ZBNEw2VzFwOUdtNlhCMHdHS3hJSkZJVUNQZ28wYkFiKzBwa1ZjVWo4c0RoODFwN1dsb2hUNDNwSzJnencwaFRmY2lmVzRJSWFTdGFYTUJ1UHJzeld6aFp1WFMydE1nNUpXU1VaU0Z6S0luclQyTkYwSXY5NjRJY3ZWSFZtbHVhMC9saGNSaTY0RERNd0dMeFlLUVh3cUpXTkRhVTNvaG1ldWJZcEJYTC9BNE9xMDlGYTNRNSticDBPZW1aZERuNWhYRDVvTExNd1dMeFlLQVh3YUlhMXQ3Umkra0YrMXpRd2doYlUyYkRzQUZ0US9Fd2tHelczc2FoTHhTZG9iOWgxMWgvN1gyTkY0STNWMzk4TytiRzhFWDBvVjhjOFFXRitHM2g5RVFTTVJZNnRzVjN1WVdyVDJsRjVJT2h3c1QzUmVuVmlOOWJwNE9mVzVhQm4xdVhpMkpaU1hZZUM4S0Fva1lpenI1dzgvS3VyV245RUo2MFQ0M2hCRFMxclRwQUJ3aGhMUmxiQlliWnZvbXJUMk5GMVl1WHdRMml3MldSQUlMQTFQWUdsdTE5cFRJYzBDZm02ZERuNXRYRTMxdW5rNlJFTXpueHB3K040UVFRbG9KdTdVblFBZ2hoQkJDQ0NHRUVFTEl5NHdDY0lRUVFnZ2hoQkJDQ0NHRVBFTzBCWlVRUWdnaGhCQkNDR2xoRlRXVnlDbk5hKzFwRVBKS3FhaXBiTzBwcUVVQk9FSUlJWVFRUWdnaHBJV2R1WDhSVitQQ1duc2FoTHhTcW10clduc0thbEVBamhCQ0NDR0VFRUlJYVFFNkhCMndXV3lJSldMVUNQaW9FZkJiZTBxRXZKSllMQlowT0RxdFBRMEZGSUFqaEJCQ0NDR0VFRUphUUMvM3J1amRMaENwUlptdFBSWFNETFZpRVVyNWZFZ2dnWm11SG5oc1RtdFBpVFNUaTdrRGVyY0xiTzFwS0tBQUhHbFRxbXRyVUN1c2hhbUJTV3RQaFJCQ0NDR0VFRUthcEx1ckg3YlAySUFhSVdXK3ZZZ2VGZWJqNStoYkVFakUrRENnRnpwYldyZjJsRWd6NlhKNE1ORTNhdTFwS0tBQVhDdDZrQkdEMjhsM1lXdGlnOUVCUTdRNkpxczRCMmZ1WHdTYnhjWmJmYWUxMkZ5dXhvYWhwTG9NVGhZT0NIVHpWM2l1c0tJSTF4UENBUUI5dklKZ2FXVFJZcTliMzZHSUU5aHo2ekQ4bkR2aHkvSExuOGxyRUVJSUlZUVFRc2l6d21heFlhcHZERk1ZdC9aVVNEUGs4RVhRMHpVR1d5eUNwWkVGYkkydFdudEs1Q1ZDQWJoV0ZKK2RpUDNoUjlISnNZUFdBYmpjc2p6c0R6L2E0Z0c0dmVGSGtaeVhpZ0dkK2lnRjRMSkxjdkg3aFcwQWdQWTJiczhzQUpkZlVZU3k2bkpjVHdqSC9Zd1krRGwzZXVwekZsWVVZK211TDFwZ2RuVTJ6bGdOU3lQekZqMG5JWVFRUWdnaGhCQkNYbDRVZ0NOdHhveGVrM0RwVVNoS3FzcXdMWFFQZm5yajI2YytwMWdpUmw1WmZndk1UdkdjaEJCQ0NDR0VFRUlJSWRxaUFCeDVacjQ4dUFZVk5aVk5Pb2JGWWdFQVlyTGk4ZjZPejhEaGFGLzBjbmJJVlBpN2RGYjcvRWNqRjhIRDFyMUo4NUZMekUzQitsTy9OZXRZUWdnaGhCQkNDQ0dFdk5vb0FFZWVtZGduajFGZVhkN3M0K056RXBzMHZsVERhOW1aMmNETjJxVlpjNm5nTnkyUVNBZ2hoQkJDQ0NHRUVDSkhBYmpuUkN3Um8wYWcyQWxISUJiS25wT2dxcmFhZVp3RkZ2UjVlczkxZnMvQ0o2UGVRNjFRb1BJNW9WZ0l2ckFXaGp3RHJjNGxFb3ZBNXJEQmtyRFVqdWxnNzlHc2VSSkNDQ0dFRUVJSUlZUThTeFNBZTA3U0N6SXhmOXVIS3ArTGU1S0FDUnZmWkg3VzA5SEYwV1U3TWZPUFJTaXJMbE1ZSzY4L0pwYUlNZTZubVdwZmI4V1lKZWpwMFkzNVdTQVM0RXJzRFRoYk9xTGpNd2hVM2MrSVFXZkhEdUN3NjdhTWRtOFhvSEpzV2tFbTFwNzhCUmFHNXZqMnRVK1piYWVOMlgzeklLSlM3MlA1aUhkaGIyYmJZdk1taEJCQ0NDR0VFRUlJZWRiWXJUMEJvbDYxb0FZMUFyN0NuL29aWlEyZnEvOUhKRlpzRlBEeDNsWFljT28zSElnNDN1THp6Q3pLeGtkN3ZzYXNQOTdGcmNRN0dzZGZpNytKcE54VVJDVGZ4Y0dJRXhySGwxU1Y0Yi93WTNpUUVZdVA5NjZDVUNSc2lXa1RRZ2doaEJCQ0NDR0VQQmVVQWZlY3VGbTc0T1NIdXhVZWUyLzdDcVRrcDZHVFl3ZXNuN2FTZVp3RmFVYlk1amZYUXRTZzQrYVhCOWNndlNBVEFEQzE1d1NNOEIrazh2WE1ERXdWZnU3ZXJndGlzdUp4SXlFQ1JaVWxzREEwZStyM0pIZnV3V1VBUUVGRk1heE5yRFNPbnhvOEFlRkpVVWpJU2NLMmE3c1I0T2FMOWpadWFzZnZDdnVQMmFJN2Y5QXNjRG4wejVZUVFnZ2hoQkJDQ0NFdkRzcUFlNDY0YkM3eko3K3NFQ241YVNxZmsyL2p0RGF4Z3AycERmT25vcWFTQ2I0QndPM2t1d3JQMS8ranA2T3I4TnBEZlB1RHhXSkJKQmJpM1AzTExmYWV4Qkl4TGo0S0JRQjQyYlZ2TkpCVy83MStQSG94ZUZ3ZENFVWlyRC81R3dRaTFiWGlrdkpTY1RMNlBBQmd1UDhnOVBFTWF2WmMrY0phVk5WV04rc1BYMWpiN05jbGhCQkNDQ0dFRUVMSXE0MVNpVnJKamNjUkNqK1hWcGZCVk4razBXTk95QUpSY3NsNXFZalBUa0lIKy9ZYVg4L2F5QkpkM2Z3Um1SS05VL2N2WUhMUGNXQ3puajcrR3BYMkFBVVZSUUNBa2Y2RHRUN08yY0lCVTNwT3hNN3IreUFXQzFGU1dhcVVQU2VSU0xEcDdGYUlKV0k0V3RoandZQTMxWnhOTzUvdC8rNnBqaWVFRUVJSUlZUVFRZ2hwRGdyQXRaS0xNYUhNMy9OSzh6Rm42eExNNnpkRDdaYlNTbjRWcnNSZWg2R3VBU3I1VldDeFdORFQwY1haQjVlMENzQUJ3SERmQVloTWlVWnVhVDRpVSs2cGJaTFFGT2NlWEFFQUdPZ2FvTDkzYjVWanFtcXJVVjFiby9UNFVKKytLS3dveE9RZTQ4Qm1jMUJZVWF6dy9OWDRtNGpOZmd3V2k0WDVBMll4MldpcTZPbm93bEJYdTQ2cWhCQkNDQ0dFRUVJSUljOFRCZUJhUVh4MkVwSnlVOEZoY3lFU0M1bkEwaS9udHNKSTN4QWhYajJWampsNy94S3FhMnN3Tm1BNGp0MDlBeFpZNk9NVmhNdVBydUhOa0NrYXMrY0FJTml6RzR6MWpWRmVYWTdUOXk0K2RRQ3VyTG9jTngvZkJnQU05ZWtIZlo2ZXluSDdieDNGbmx1SDFKN25WUFNGUmw5SElwSGdxNE5yR3gwelBuQUVGZzU2UytseEhrY0gzZHo4QVFCdkQ1d0ZOeXZuUnMralRtcEJCclplMnNHY2t4QkNDQ0dFRUVJSUlVUmJWQU91Rlp5K2Z4RUFFT0RtQzBEYW9HRk8zK2tRUzhSWWMveG4zRXQvcERDK3VyWUcrOEtQd05MUUFrRWVYWm5IaC9vTVFKV2dCdnZEajJyMXVqb2NIUXpvS00xU0MwK09SR2wxMlZPOWoxUDNMakpkV1VjSEROUHFHRDBkM1dmeVI0ZXJPaWhtYW1DQzd5Wi9qdThtZjk3czRCc0F1Rms1TStjeE5kQWM3Q1NFRUVJSUlZUVFRZ2lSb3d5NDU2eTRzaFFYSDRYQ1JOOFlmazdldUpOOEZ3QXdwZWQ0WkpmbTRmUzlDMWgxWkFNMnp2Z096aFlPQUlBalVhZFFVbFdHNmNFVHdXYlh4VXg5bmIxaFoyYURZMUZuTWJIYktGZ2FXV2g4L1g3ZXdUaDI5d3lFSWhHdXhJWmhYTmNSelhvZlFwRVF4Nk5PQXdDNnRRdGc1dG9ZZXpOYi9QUE9wbWE5SGlHRUVFSUlJWVFRUXNpTGlnSnd6OW5CTzhkUks2ekZFSjkrNExBVkV4RGZHeklIMmNXNWlFNS9nSlVIMTJEeld4c2dFQXB3NFBaeGNOaGNqUFFmakl6aUo4eDRGb3VGVWY1RDhQZlZmN0g3NWlFc0hqSlA0K3QzZHV3SUt5TUxGRlFVNGNMRDBHWUg0RUxqYjZGQVZyTnRZcmVSelRySHN6VDd6OFVRaWNWYWpWMDlhUVZjclp3QUFHa0ZtZmppd1A5cC9Uci92UE1MMDdXV0VFSUlJWVFRUWdnaFJCWGFndm9jbFZhWDRXVFVPUURBTU4rQlNzOXoyVng4UG00cGJFMXRNTlIzSUhTNVBPeTh2ZzhWTlpVWTR0TlhxVXNvQUl6cU1nUUd1Z1k0RlgwQmNkbVBOYzZCeFdLaGI4ZGdBRUJDVGhMU0NqS2I5VjRPM3prSkFIQzFja2Fnck1hYU9tS0pOQkRHWmorL2YyNjVwZm5JSzlQdWowQWtZSTRUaUFSYUg1ZFhsZzhKSk0vdFBSRkNDQ0dFRUVJSUllVEZSQmx3ejlHTzYvdFJKYWhCT3hzM2RMQnZqd2NaajVUR21PZ2JZOU9zNzJHcWI0S1lySGdjdlhzV2JCWWJVNExHcXp5bm9hNEJSZ2NNeGY1YlI3RCs1Ry80N2MyMTBOUFJiWFFlZmIyRGNVZ1dRTHZ3NkNybTludWpTZS9qWVdZc0VuS1NBQUNUZTR6Vk9GNGdGZ0tRQmhpZnR3OUdMRVFITytVdXNUWENXaXpaK1ZtangvNDg4M3ZvY1hsS2p5Zm5wMlB0aVY5YWJJNkVFRUlJSVlTUWwwTnBUUVh1cE45SFhubGhhMCtGTkVONmVTbWU1Q1JBS0JIanpFTUJZb3hOVzN0S3BKbXNETTNSdzYwTFRQV01XbnNxREFyQVBTZXBCUmxNdDgrSjNVWTFPdFpVM3dTMVFnRitQUDBISkJJSkJuWU9nWU81bmRyeEV3Skg0bGprYVdRV1BjRS9vWHV3WU5Ec1JzL3ZiZThGVzFOcjFBcHJZVzFzMmVUMzhpZ3pIZ0JnWTJLTi9wMTZheHpQRi9BQkFEdzFqUktlSlR0VG0vOW43ejZqbzZxNkFBeS8wOU1KSVlIUVErKzk5MTZsRnlzb0toWVVCVVJSRVVWUUxDZ3FvdmpaQzRwSTc3MURnTkI3UWdJaEJGSklKejFUdng4ekdaSk15VXc2ZXA2MVhHYm10cE9RbTdsMzMzMzJKc0N2anNYN21lcXNRcmV0VTZVbWJrcFhpL2V6Tk5rbE1qWkJFQVJCRUFSQkVQNWQ5b2NlWTk2V3o0bE5TeWp2b1FqRnREaDBlM2tQUVNpR0ttN2VmRHJtTGNhMkhsemVRekVUQWJneUVuVDlESHFESGo4dlgvbzVFTFQ2L2VncWJpZEZvVktvZUxyM1kzYlg5WEgzNXVHdW8vbmp5R28ybk5sT3l6ck42Tm1vaTkxdDNoMDltN3ErdFlzVUZIdWs2eGk2TnVwSVVucXlRMWx0cWRucEFIaW8zSjArbGlBSWdpQUlnaUFJd29NaUxPNm1DTDRKUWdXUW1KbENXTnpOOGg1R1BpSUFWMGI2dCtqRmIwZFdNYW43aEVLRFZvZENqckgyNUJZQUh1czIxcUVzdFFtZFJySHI0a0h1M292ajB5MWY0L1BJZXpTdjJjVG0rbzM4Nnp2M0RSUlF0MG90NmxhcDVkQzY4YW5HOUdzdk42OWlIVk1RQkVFUUJFRVFCT0ZCVWI5cVhScFVEU2p2WVFqQ2Y4cU51QWpDNDI2Vjl6Q3NFZ0c0TXVMbldZWHhuVWN3dUZWZnUrdGR2M3VUSlR1K0E2Qm1aWC9HZHh6cDBQNVZjaVV2OW4rS0JScytRNjNWOE43NnhYejUrRUpxVjZsWjdMRVhWM1J5REFEK1huN2xQQkpCRUFSQkVBUkJFSVN5MGIxUlp5YjNtRmpld3hDRS81UVZnV3NxYkFCT2RFRXRROC8yZmdLcHhQYVBYRy9RODhtV3I4blI1Q0NUeXBrejRsV25wb2gyYjlTSm9XMEdBSkN0emlJcEk2WFlZeTZ1Nk9SWVVyUFNBR1BIVkVFUUJFRVFCRUVRQkVFUWhQOGFrUUZYaGlRU2lkM2xVb21VMlE5TlkvNjZUeG5mY1NSTnF6ZDAraGpUK2svaFd2UjFudXo1TUczcXRDanFVRXZNc2JCVDVxOWIxVzVhamlNUmhKS1huSG1QZzJFbnVKc3V1bHdWUlpvV2ZLVUc5RkxZZFdVZng4UW5VcEY0cVR6bzE3Z3IxYjJxbHZkUUhDTE9tK0lSNTAzSkVPZk5mMHVHN3Y1NXN6L2tBS2V2Mjc4bUY2eDcwTTRiUVJDRWlrWmN0bFV3emFvMzV0dW5GdVByNFZPazdWMFVLcFpPWG9SS3JnU00zVDV2SmR3dWRMc2NVMmZQdE13MGdxTkQ4eTJMVExpVDcydVpWR1ozWCs0cU4rcFVxWVZPcjJQYmhUMEFOUFp2UU5WeW1JS2FrWlBKdmN4VWkvZXpUWjFaN1RFWURHajFXb3YzOVhwOWlZeE5lUER0Q3ozR201cytKU1hMOG5kTUVNcUtxOEtGMS90UFpXYS9aOHA3S0E0UjU0MVFFWWp6UmhDYzk2Q2RONElnQ0JXTkNNQlZRSTQwWGJBbk4vZ0djQ3ZoTmpQL25PZnd0cWNqTG5BNjRvTE41VXQzLzFqb1Bqb0d0R0hSdysrdzlmeHVvcE5qQVhpbzNTQ0h4MUNTRm16NHJNamJqbHM2cFFSSEl2d2JoU2RFaXBzaG9keGxhYklKaTQ4Z1M1T05xOEtsdklkVEtISGVDQldCT0c4RXdYa1AybmtqQ0lKUTBZZ0EzTCtjUkNMRlJhRXEwMk1xNVVxdTM3M0pMNGRXQWxEYnB5WURXL1F1MHpIa2NsTzZJcE5aL3pWUE05V21zNldLdXc4U2ljSGlmWTFleTcxTSs5c0svejJpeTVWUTFxS1RZd21PRGtOdmVIQ3pjc1Y1STVRMWNkNElndlArRGVlTklBaENSU0FDY1A5eVRhczNaTk9zRldWKzNLQWJaOGpXNUNDVlNIbHQyRFRrMHZMNVZYdC8zQnlydGZBeTFWbU0vZW9wdTl2KzlOeVh1Q2xkTGQ0UGpnNTFLcXRRK0c4UVhhNkVzcmI3MGtIQzd0NUVyVldYOTFDS1RKdzNRbGtUNTQwZ09PL2ZjTjRJZ2lCVUJDSUFKNVNLTGcwNjhFVDM4WGk0ZXRLOFp1UHlIbzRnQ0lJZ0NJSWdDSUlnQ0VLNUVRRzRjalNoOHlnbWRCN2wxRGJ0NjdabTE1elZwVFNpa2pXNXg4T0ZkbjR0TFR2ZVdHVjN1WnZTMWVyUHNXRzFlb1grZkp2VmFQekEvQnNJZ2lBSWdpQUlnaUFJZ2xEK3BPVTlBT0hmcTd5Q2I0SWdDSUlnQ0lJZ0NJSWdDQldKQ01BSmdpQUlnaUFJZ2lBSWdpQUlRaWtTQVRoQkVBUkJFQVJCRUFSQkVBUkJLRVVpQUNjSWdpQUlnaUFJZ2lBSWd2QXZZekFZeW5zSVFoNGlBQ2NJZ2lBSWdpQUlnbE55dE9vUzM2ZmVvQ2NpNFhhSjcxY1FoTktUcmNuaHhWL2Y0SWVESzdnUkYyRjMzUzNuZGpQOWo3ZjQzNzdmaW55OFUrSG4rSGpMVjJoMG1pTHZ3eGxhbmRidThzUFhUdkRQaVkxMjF6RVlEQ3pjOERuZjdmMkYySHR4SlRrOHUzUjZIVTkrUDUxWmY3M0x5UnRueSt5NGdtMmlDNm9nQ0VJRmxaR1RTWlk2RzE5UEg3dnI3YnA4Z1AyWGorTHY3Y2Vzb1M5YVhTY3VOWjQ1cXhZQzhQN1lOd2p3cTFNaVk3eVZjSWVVekh0NHVYcFF6Njl1c2ZlWG5wMkJpMEtGWEZiK0gwK253cy94NGFZdkNQQ3J5OUpKSDlwZGQ4YWY4NGlJdjhXODBhL1JxWDY3TWhxaFVGd0phVWxFSmNjZ2xVaG9WYnQ1ZVEvSHB0U3NOSkl5VWtoS1Q4Ry9raDgxS3ZzWGFUOVo2bXdXYlBpTWVuNTFHTnBtQUhXcjFDclJjY2FreEhJbzVBUWQ2N1doUWRVQWkyWk1XcjJXRzNkdkFWRFZ5NWZLN3BWSzlQaEMyUWlKQ1dORjRGcVMwcE5aTnZtakV2MTdmVDd5TW0vLzh5RlZ2Zng0ZDh4ck5QWnZVR0w3TG82dmR2MkFWcWVoYi9PZWRBeG9VNkw3MWh2MC9CbTRobGExbTlPeVZsTVVNb1hGT2hFSnQ4blJxUEYwY1MveStTOElwZVY0MkNsdXh0L2ladnd0L0wycTBxQnFnTTExRTlPU0NJc05wN0s3ZDVHT2RUUCtGdlBYZjRaT3J5VWpKNHYzeHJ5T1VuNy9uRW5QemtDbjF4VnAzN204WEQzTm4xOXAyZW5NV2JXUWJnMDdNTG5Id3hhZmE4ZkRUck5vMHhkSUpWSTYxbTlyODN1UFNJZ2tNT3drRW9tRXg3dFBLTks0OUFZOXFWbnBKR2NrazVpUlFrSmFJbmRUNHNuV1pQTkMvNmVzYm5NKzhqSnhxZkVrcGlkVHg3ZGtQL09Gb2luL094eEJFQVRCUWtaT0puTlhmMGhjV2lMdmpwNU44NXFOYmE0YmszU1g4NUdYcUpOcCs0TlZvOU1SazNJWGdCeHR5VDB4L1BQWVdnNkhIS056Zy9aOE1QNnRZdTNyZGxJMDg5ZDlRb0J2WGVhT25vRmNldjhqU20vUWs2M0pLZTV3a1NEQlZlbmkwTG82dlk1c1RRNXFCN0k4MUZvMTJacWNZbC8wQ1dYcnhQVXpMTnZ6SXk0S0ZadG1yU2oyL2pMVldhUmxwYU0zNk5EcTllajFldlFHSFRxOUhxMWVoMXFySmtlVFE3WTJCN1ZHUTQ0MmgyeXRtaXgxSnVuWm1XUmtaeGovcjg0Z1BUdURsTXhVVWpKVDBPcnUvMTcxYXRxTmVhTm1GV2w4Znh6OWgzTzNMbkUxT3BSeEhSOHE5dmRiME81TGgxaDVmQjIvSGw3SmUyTmVwMGZqenZtV1oyUm44dXFLdHdGNG9mOVRwVElHb2ZUZHVIdVQwK0huQUZnVnRJbEozY2VYMkw3M1hUNENRSHAyT25WS09FQmNWTWV2bjJiSGhiMEFkR25Zb2NUM2Z5SHlDbjhkV3dlc1kweUhZVXdiOExURk9vczJmMGxrd2gyNk5lckkrMlBubFBnWUJLRTREZ1FmQmNCRm9XSkFpMTZsZXF4NmZuVVoyVzRRRzgvczRGVDRPUlpzL0p6NWVZSndiNnhhUUhnaFdYaUZXZm5TOTFUeHFBekEvcXRIQ0krTElEd3VncHR4a2J3NThsVmNGQ3J6dWwwYmRxQjV6U1pjamJyRzE3dC80cXNuUHJBSTBnRmN1aDBNUUtOcTlhbms1bFhvR0M1RVhtRkY0R295MVZsazVtU1JucDFCV25hNnpmWEhkUnFCbjJjVmkvZTNuVFArN1JyVW9qZitsYW9XZWx5aDlGWG9BRng2ZGpxUmlWSGxQUXhCK0UrNWw1bGEza01RZ0tqa0dLS1NZMG5MVHVlTlZmTjVaZkJ6REczVnY3eUhWYXF1UklVUWxSeExWSElzSDI5ZXl0dWo3Z2ZoSWhQdThNS3ZyeGY3R0FxWm5LMnpWd0lRR0hxU3hkdVcyVnhYYjlBRHhxZXRvNytjYkhlL3VWT3hGbTMrRXFuRWRuV0hsd2M5eStDV2ZaMGR0dkNBMkhseFA5L3YvNzFVajNIbXhqa3kxVm00S1YzUjZYWHN1WEtJQU4vYU5LM2V5TzUyWWJIaGJEeXpBNEFlalR1VGxIR1BwSXg3TnRldlg3V08xVXdjV3d3R0EvdXVHb01uVmR4OTZOS3d2Y1BiQ2crVzRXMEdzZlBpQVVKamI3QTZhQ05EV3ZXMWV1UG5yR3hORG9GaFFRRDBidFk5MzAxdVNic1FlWVdFdEtSQ2d3VVpPWmw4cytkbkFPcjQxS1NxcHgvWFltN1lYTi9mMjQ5S3JvWGZYT2UxNy9KaDg5ZkQyd3h5YWx0QktHLzNzbEk1ZmZNaUFIMmI5OFJkNVZicXgzeXgveFR1WmFWeDRPcFJUb2VmNDhOTlMzaDN6R3luUHJNY05icjlNTkt5TTFoeGREWEhycDlpenQ4TFdEamhMYnhOUVRTSlJNTDBRYzh5L2ZlM0NJa09aZGVsQXd4dGJYbTlmdmphY1FEYUI3UjI2TGkrbmxYTVFidGNNcWtjblY2THIwZGxtbFJ2akkrSE4xVThLK1BqWGhtWlZBYkFtNnMrSUVPZFlkN214bDFqTVBMQzdTdE0vOFB5UVhrdG4rcThOV0tHUTJNU1NrYUZEc0FkQ0E3a2FHaFFlUTlERVA1VENxdHpJSlNOeHY0TldQTEVRdWF1WGtSQ1dpSmY3dmdmZDVLaWViYjNFMWFmclAwYkRHM1ZuN1RNTkg0NjlCZEhRNFA0Yk5zM3ZEbmlWWXVBbGx0Ukx1NzBlakkxMlFYMjQwcnRLalZ0YnBLUmswbDBjaXdLbWNMdWVtQ2NpcXZXcXZIMXJHTDM0dE5ENWU3Y3VJVUhscWVMQjNLWjNQaWZWSVpDS2tjdWw2T1VLVkFxbEtqa0tsUnlwZmxyVjRVS1Y2VUxia3BYWEJTdTVxL2RYZHp3ZEhISFErV091NHM3YmtwWDh6RysyZnN6MjgvdnBWbjFSbncxZVpITnNXUnJjbGk4ZFprNXFMei95aEgyWHpsaWQveS92L0NOVTAvTEw5OEo1cTZwcnMzd3RnUHlaYkFLRmQvTitGdE9aUm4zYWRxZDBOZ2JxT1JLenR5OFFGMEhwemE1SjBkczVnQUFJQUJKUkVGVUtsMEo4SzF0ZGRudVN3ZklVaHYvVHUrL2NvVERJY2NkSGs5aEh1a3loa2U3amdIZ1VIQWdIMjFaaXB2U2xmWUJyZTFPaFY2KzkxY1MwaElCaUV5S01tZHcydkxhOEdrTWFkblA0WEZsYTNJSU5OM3J0SzdUM09HZm95QlVGRHZPNzBPbk45NDdqQ2lqQUxKRUl1SDFZUzl4TCtNZVoyOWQ0c2JkQ0pJelVxanE1Y2NINDk5Q3EzZitYaVl5NFE3dnJ2dkU2ckpKM1NmZ3BuTGorMzIvY1MzMk9zdDIvOGk3WTJhYmx6ZW9Hc0NJdG9NNUUzSGVISmpMSy9aZW5EbVlscVhPWnNlRmZUYkhVYnRLRFZyV2FrYk55djRzZS9KalBGVHVlTGdZLzFzZHRKbGZENitrVzZQT1RCLzByTlh0YjhSSGtKYVZadkYrN2l5WWduUjZ2YzJ4Q0tXandsMGRxV1JLcEJJcGVvTWVuVjRucHZNSVFqbVJTQ1NvNU1yeUhzWi9XdDBxdGZqcWlROTRjL1VIUkNYRnNDWm9NOG5wOTNqam9aZkxlMmhGcHRWcjdkNllUK3d5bXBTc1ZOYWUzTUxCNEdPbzVLcDhkZTBVTWprYlpsZ1c3czFTWjdQUEZGQVkwYzd5QWpBaVB0SWlnNjVkM1ZaODg2VDFpeTJBRTlkUE0zLzlZbXI1MURDdmR5SHlDdXRQYjJOMCsyRzBEMmhsWG5mYWIzTUlqNHZnaFg1UDByVmhSNXY3RkI1c1dwM1dvWHBYbGQwcnNlcmxIeDNhNTZud2Mvd1R0QkdGVk03SGo3enIxSGdHdCtyTDl2TjdDWTRKNDFCd0lIMmE5YkM2M3YvMi8wNWtVaFJTaWRSdS9jYzdTZEhtS2RmT0J0QzJtYWJveVdVeWhyVVo0TlMyQlNXbUo3Tnd3MmM4Mys5Sld0UnFXcXg5Q1k1WnZPM2JJazNiU3MxSzQ4dWQvM040L2FiVkc3SjA4a2NXNyt2ME90YWUybXArcmRhcUhacis3eWhObm4xMWJ0QUJMMWRQVXJQU1dCRzRtbGNIUDJkMW00UEJnZXk5Y2dpQVdqNDFVTnE0SmtwTVQrUmVwdkdHVnlsMUxnUG53TldqNW9kRG85b1BkV3JiZ25SNkhRczJmazdYQmgwWTNtWmdzZllsQ0k3UTZEUnNPcmNUZ0xaMVd0SEl2MzZwSGN0Z01IQTNOUjZBeXU3ZXFPUks1bzJaemFmYmx2RkN2NmVvNnVVSFVHamRaRnZTc3pQc0xoL1hZVGp1U2xjMm50bkJ4QzZqT1dXYWhwK3JkZDNtZEtqWEdwbFVsbTladTdxdHpKK1BBSnZPN3JCN25LR3QrdE95VmpPQVl0WEEvRzdLWXZ5OXE5bGNIaHdkeXR6VnRoL2NDYVdud2dYZ090VnBSZi9HM2JpUmNLdThoeUlVZ1Zxbkl5a25Dd05RUmVXS1VpWXI3eUVKUlJSUXBUYTlHblF1ZkVXaFZQbDUrYkxrc1lXOHRmb0Q3aVJGMGI5RlQzSzBhbUtTWTgzcnBHUVpwdzFyZFZvaTRpT3Q3aWZlOUFRZklEWWxGbFdlZ3JXMWZHb1V1NGoydFpndzFGcE52a0s0QlgxLzRBK3V4VnhuM3VqWDhMRlRmSGRxbjBuRUpNY1JHQlpFMk4yYjNMUHlKSytnOUp3TWx1MHhCanlzQmVDS29ycTNQMk02RE1QWDQvN0ZYR0o2TWlldW55WWlJWkx2bjE1aW5pTFZ2MWtQV3RkdVJuVnZVUno3UVpTdHlTRXNOdHp1emNQUnNDQyszL2NIYzBmUG9GbDEyelVablpXVW1jS2wyOEVvaW5BT05xdmVtSFoxVzNIdTFpVitQcnlTN28wN1cwekIyWGZsaUxsKzFSTTlKakRKUnZIblUrSG56RS8vSi9lWTZOUk5UT3k5T0E2WnNwVUd0dWhERlkraTNRQ0I4ZS9Zb3MxZkVoSnpuZGYvZnA4UEo3NU5oeEl1ZWk5VVBBZURqNWt6S09lT25FSHpFZzY4NXMwY2RWVzZNTGJqY0g0LzhnODdMdXhqZElkaEZnMUpiaVhlWWVtdUh3QmpZT0hqUjk2eFdsNGdQalhCUEsyclhkMVc5R3JhMWVFeDZRMTYxcHphREVCTm4rcjBhRlM4YTY3Zmpxd2k2UG9aZ3E2ZklTRXRrU2Q3UGxLcy9RbENZZllISHlVcFBSbUF4N3FOSlZPZHhhMUN1aGducEJ1dlI5T3pNd2lPRHJXN3JvZkszVHdEUWEzVDhOVDMwd0ZZL09oODJ0UnBnYnZLallYajNyUzZyVmFuWmNIR3p3SGpsTldhSmRDOFpFaXJmZ3hvMFl1MUo3Znk2K0dWRG0zenc3TmZzT1hzL1NCbERSL2JRVEdBbGpXYmtwR1R5ZFdvYXhiTG9wS2lBWWhMUzdBSUFFcWwwbnlmbFNxRlM3Ni9ld1dKSkl2eVUrRUNjQzJxTitiM1NaK2pGWmx2RDZSTENYRjhkallRalY3UDNJNjlhT1VyaWowK3FPUlNtZmpqWEVGVWRxL0VaNC9PSi9SdU9CMEMybkQ5N2sxZS90M3lnaU02T2RhaE9ta2ZiVm1hNzdXelU4MnN1WmVaeHFHUVl3eHEyY2ZxOHQrUHJHSzlLYnZoMHkzTCtQUlIyNWsrRW9tRU9TT21zL1prSFNaMEhvV0xRa1ZLUmtxeHhtZkxEd2RYRUorYWFIZWRwSXg3TE5yOGxmbTFtOEtGMkpRNDN2em5BNnA2K2VaYjk4OWphMjN1eDhlOWt0WGkya0xGc1Buc1RtWVBmOG5xc2xQaDUvaDQ4MWRvZFRyZVhmc3B2ejMzTlI0dUZXTTY4ZVBkeG5QdTFpWHUzb3RuKzRXOWpHNC96THdzT0NhVXIzWVpzNU5hMTJuTzQ5M0dXZDNIbmFRWVB0NnlGSVBCUU8rbTNablVZNkpUWTFoN2NndDZ2UTZwUk1yRFhjWVUvWnNCbHUvN2xTdDNRZ0JvVWFzSmJXcTNLTmIrQk9jTWJ6dVFHWU9mTC9IOWZyN3RXL2FZc3NrSzB1ZzAvSFhjK0xlenNYOERtNW1jSldsMCsyR3NPYm1Gekp4TS9qanlUNzdwWktsWmFjeGY5eW1aNml5ODNieVlNMks2MWVCYnRpYUhCUnMvSnlVemxWbytOWmczK2pXbk1rZVBocDRrS2lrR2dFZTZqckZiUDdRd0I2NGVaWFhRSnNCNHpUQk1aTUFKcFV5bjE3RXV5QmhBYmxhek1XM3J0aVE0T3BTWmY4NXphUHVyVWRjS1hiYzREYjUwQmowbmI1d0ZZRkozNXo3VDdKRkw1VlQzcmtySGdEYm9EWHJPM3JvRVFOdTZMWkZMTEJOUDFwL2NTcFk2R3c4WGQ5NGJPOXVoR25uWFltNHdiKzNITnBmbkJ0cnp5bHZqR0NCSGswMm1Pc3ZtUG5KS01NTlljRTZGQzhCSkpKSlNMYm9xbEM0M2xTc0t1UXFEWG9lYnloV1BNaWpFS1FqL0JWNnVublFzNVN5UTI0bFJ2TEhxL1VMWGMxTzU4Y3ZVcFJidmJ6NjcwMm9BYnRXSmphdzh2aDZBMmo0MW1UTmllcUhIY0ZHbzdBWUJJaEp1czJqemwrYlgrancxTEo3NzViVjg2eTZiYlBzaTVsVDRPU0lUN2hRNkhtdENva01KS2VUcGJWN1Z2YXVKQUZ3cGUvN25XYVRhNlJLVzY1Tkgzck9vUTNVd0pKQ3AvU1paRkZBL2Yrc3lDemN1UWF2VDRhcDA0ZjJ4cnpzY2ZCdTdkQXI2UWg0bzVwYmEwT2kwaFRiN3lMVit4bS9tZ3N1dDZ6U25aYTFtWEw0VHpLb1RHeG5TcWo4dUNoVlJ5YkVzV1A4NWFxMkdhcFdxOHM2bzE2emU0R2ZrWkxKZy9XSXljakpwN04rQTJjT21PVFNHWENtWnFleTZkQUNBUHMyNkZTdkw0Sy9qYTlsMmZnOEFWYjM4bURkNmRyR3pjNFdTYy9qYUNibzM2bWcxeUpTdHllRnlWRWlSUHFmV245cG1Ea1JOZGpMNFcxVHVLamZHdEIvS3l1UHJPUm9heFBXN04ybFlyWjR4cUxiaGMySlM3cUtReVhsdnpPdm1ib2dGZmJYcmU4Sml3L0Z3Y1dmQnVEZWREc3F2TVFYTS9MeDhHZENzNkowano5MjZ4T2M3dmdXTVU4RGZIVDI3UkpwaUNJSTlPeS91NDVhcFdlS29kc2JwMHdxWkFsOGI1d3RBWms1V3ZucThLb1VLVHp2M2lwVmNQRXRvdEVXajFXdFp2dmRYUnJRZFJQMnFBZWIzK3pUdFRwK20zY25XNUpnL3QrZU5mZzFQRjQ5ODIxK0x1Y0hNdjR4QnhvbWRSam5jb01KTjVVcmJPcTBzM285TGl5YzZPUlpmRHg5cStlU3ZUU3lYNS8rN1BPMDMwUzI1b2hKWE5ZSWdDQlhRM3lmVzQ2NTBaMVQ3SVJiTDZsZXR5NGFaOXpzdHJqeStqalZCbTZualU1T2xUMXJXMWdHSVRibHIvakQrL0xIM2FWQ3Rubm1acThJRk1BWUNrdTEwUmN5Vm85VllmVDgwOWdZWEk2L1N1azV6ODN1cmptL2cxeU4vQThiZzI2ZVB2bWZ6WnNZWk9ScTF6Y0Jad2ZkekM4OWJzMnp5eDNhWFJ5WEZzUG5zVGc2R0JLTFdhbWhadXhuRFd3K2tTNFAyU0tXV3dReWRYa2RJZEpqVnVsWEZ5VzRRSEpPVW1XcTErSEJCMXByTnFMVWF0cHpkbFMvd2V5YmlBaDlzWElKYXE4WlY2Y0tIRTk0MjEyWnhSTFk2Mis3dmw4WDZEaGJCTjJESTkvcXhibU41WjAwd1NlbkpIQXdKcEUzdEZzeFp0WURrakJTa1VoblA5bm1jbEl3VXE1bWt2eHo1bThpa0tGeVZMa3pwL1NpeEJRbzF1eXBkcVZiSnorWllmais2eWx5cnE3Ri9RNGZHYjgzMjgzdjQ0OGhxd0JnY1dURHVEYXZGcklXeWw1R1R5ZWZidnVYWTlWTjBiOWlKdWFObldreDFYckxqT3c2SEhLTlQvWFpNRy9DMHc0SFloTFFrL2o1aGZFRFR2bTRyT2pkb3p4UExYeUE5SjdORXh2NzFreDliVEMvTk5hYmpjRGFjMlU2V09wdjFwN2N4WThqenZMOStNWmZ2R0l1bGorczRBbmVWbTlYU0RrZkRUbkhnNmxFQW51Z3hFYTFPazI4OWlVUnF0NkhDd2VCQVFtT04zVlFiVmdzb2NxRDVXc3dORm03NEhLM09HTWlmT2VSRlVUZFJLSFVaT1ptc0NGeGpmdTJtTkY1SE5xeFdqNzllK3Q3bWRyUCtlamZmMUVwZlR4OStmdmFyQ3R0Y2JNWFJOV3c3djRmZGx3NHd0ZDlreHVUSk1BZnkxYW92ZUkybjBXbFlzbU01ZXIwT2Q1VWI1eU12RXhJYlp2ZDR0WHhxTUxYUEpHcjcxTEE2VTJUVmlZMm1KZ3lkYkRaaHlOV3NabU5VTXR0SlRabnFUUFBmSUtGc2lRQ2NJQWhDQlhNczdCUy9IVjRGR0FNQXJ3MTlrVXA1YmtTbEVtbSt1ZzV5aVR4M2djMTZEeXBUa0ExQUtWZFpYYy9QeTVkM1JyOW04WDZ1SXlISE9IenRCSlh0M0JUL2Z2UWZsankrQUwxQno3ZDdmMkhydWQyQS9lRGJEd2RYV05TeTZCalFoaGY2UDJYek9JMzg2K1VMUWlhbUp6UDFwNWtBK2Q0SDdOYkFzSlp4cmRGcE9CWjJpaDBYOW5IdTFpVjhQQ296cXYxUWhyWWVRRzJmR2xiM2N5OHJsZDBYRDdEeHpBNFMwcE1ZMUtJUHJ3NTUzbTVOUEtIa3pSNDJEWTJOVHM2UkNiZk5Od3lWM0szL0RxODd2WTFSN1lmaTVlckozc3VIK0dMbjkrajAyaUlGM3dEK2V1bC9HQXdHdStzY3VuYWM3L2Y5aGtJbTUvY1h2blZvdndVemtEcldhOHVnRm4zbzJyZ2pQUnAyWnZmbGd5U2tKYUtReWRIb3RIeVVad3ExTFZucWJLc0ZtVHNHdEdIUncrOVkzU1k4TG9LZEYvWTdOR1o3dHA3Ylk2N2g2S3AwWWRIRXVmbXlEWVRTTjY3alE5ekx2RWY5YXZsLzdzSFJvWHk2ZFptNWcxNjZPb09NbkN5ODNlNy9iY3RVWnlFMTNUK2ZDai9IK1Z1WG1OaDVOSTkyRzJzdVpkR25XWGNDL0dyalU2QSs0TmU3ZnlCTG5ZMVVLdVBGZ2NZTTRVeE5qbE1kV2UweDJPbndWOG5WaThlNmprTWhrek84N1NDaWsyTUlpVEhlSU10bE12NEoyc2cvUVJzTFBjYjMreXdiQXhXY0RwWlh0aWFIbnc3OTVlQjNZRnR3VENoelYzOWtubVkyYmVEVE5zdEFDRUpKK3VmRVJvY2UyT1oxTlNyVW9xNVpWRklNcDIrZXAxUDlka1VhUjBKYUV0OGYrTVA2d2p3UHYzNC84amZ1QmJMVGNqV3YyWml4SFlaYlhUYXEvVkF1M3I3SzFhaHJmTGYzVnk3ZXVzcnM0ZFBNbVd4NUEzQzVXZW01NUZJNXpXbzA0azVTRExPSHZjUkNVejA2ZTVwV0wvcERySUxlR0Q3ZDdvT1F5M2VDbWIxeWZva2RUM0NjQ01BSmdpQlVNTzBEV3RPN2FYY09oeHpqeFBYVHZQVGJIT2FOZmExRUM3OWI0NjV5bzNjVDJ3V2t0NXVtaHJVTGFHMnhyRVpsZjZLVFk3bDhKNWpBMEpQc3ZYeUlZOWRQQWNZTGlvWGozOG9YUk13clBqWFJJbXV0VG9IVStvSUtCaUV6RlBlekpld0YzR3hKVEUvbWVOaHBya1NIY1BMR1dkS3pNL0QzcnNvalhjYlF1bTRMOURvZEVRbVJoTVdHbzlhcFVXczBhSFFhMURvMWtZbFJIQWs1amthblJTcVIwcUZlV3pyVmIrdjBHSVRpNjJhbkErM0tKT05VbWJwVmF1TG5rWDk2bGxLdXdNdlZpNFMwUk5hYzJvSzd3dFdjdVZuWnZSSUx4cjFGaytyT2R5T3oxMndrbDd2cS91OXJjYkpEWDgvVEhYbElxMzVrWkdkUXk2Y0d5L2I4YkhWOWpVNURzaWtqenMvTEZ3bjVNeERTY3pMSUxDUUw2YnY5dnptVjRXZk4rbE5ielRkUVNybUMrV1Bmb0ZtTjB2MWJKMWdxR0xqUjZEVDhFYmlHdFVHYjBSdjBTQ1ZTbnVnK25zZTdqN2ZJOUhCVHV2TDJ5SmtNYXRtWFpYdCtJallsanBYSDEzRXdKSkNYQnoxTHg0QTJkS3JmenVJbWUrUFpIUVNaYWpSTjdEVFNuS20yY3RyL0xMSThpNnF3c2phUGRMMWZzN0NlWDEwV2pudUxhekZoWEkwSzVicU5yckJ4cGs2TTNtNWVLT1g1OTYvUnFRc05US3dKMmtSOGFvSWp3N2ZwNHUycjVqcDFBRk42UDJxUm5TTUlwZUg2M1p2NU9oWTdLbmZLZFQyL3V0eU12NFduaXdkcDJlbHNPTE9qeUFHNFRIVW1oME9PRmJyZW1ZaUxkcGZiQ3NCVjhhak1aNC9PWjluZW45bDVZUitCWVVGRXJJamsyeWMveFZYcGt1K0JuMDZ2czZpNU5uM1Fzd3h1MlpjbU5Scnl0WTF5S0ZlaXI1bUQrTTFyTnNtMzdLZERmM0lwOHFyNWRZS3A0Y1hSMEJPRTVjbGVxMWMxZ0psRFNyNTJwMUE2UkFCT0VBU2hnbkZScUhobjFFenErdFpteGRGL1NFaFA0dldWODNtaDN4U3JVMUxMUWtaT3BubGFUc2Q2bHNHbFdqNDFxT2RibDhDd0lEN1l0TVNjOWRPdFVVZmVHakhEN2szUVEyMEcwcjZ1c2RiRnFmRHpCSVlGRlRxZWdoYzVlYk1sQ2k0ckdGaXd4bUF3OE8yK1gvTFY2NHBOaVROblFLZ1VLbHdWS2x5VnJpU21KNkV1TUEyM3NYOEQralR0VHQ5bVBWREk1RGFEalE4cUE4YWZrUUdRNUh0OS94MkRBZk5yZytrMVZsNXJTK2ErMm1rbnJ4dHY5RHRZdWRDWFNxUk03REtLNy9iK3lwcWdUZWJmMzVvKzFWazBZUzdWdmUxM0xhdUl4blVhQWNDS0J1MnRMcy83OVB1SFo1WllCSzVYSEYxdHQ2bkl2aXRIdUpqbnhzQlpCb09CNVh0L1pkUFpIWUN4dHVTQ3NYUHlUV0YvMEQybzU4M0Z5S3NzMi91VCtjR0l2M2RWM2hqK2NxRVpvQjNydGVYN3A1ZncrNUZWYkRpem5lamtXTjVadllqK0xYcnhZcituOHYxZHZKTVV3ODhIL3dRZ3dLOE9rM3Zlbi9ydHFuU3gySGRaYVYybmVhRy9nOE0rZXhTOVFjK3NvUy9TdFVEUS8wTGtGZWFzV21CejI2amtXRmFmM0Z5c01lNjdjb1F2ZGk0M1R6dDlvZCtUNXZOZEVFcVRScWZocyszZm90TnJjVk82b3RYcnpDVUk3TG1kR01YeEc2Zng4L0tsYy8xMjNJeS9SYk9hallsSnZzdVptK2U1blJSdGM0YUJQVDd1bFhscG9QWGF1bnN2SHpaUHNaelFlYVJGMDZ4Y05RczVybHdtWjlhUUY2aFJxUnEvSEY3SjhOWUR6SCtqOHBhekdMZDBpc1cyczRhK3lORFcvUUdzUHNTN0doWEtDdE9NbDVIdGh2Qjh2eWZ6TGIrVEZFMUl6SFdVY29YNXdZZUxRa1dXT3B1SWhOdm9EUWJVV2pWU3FXWHpoMm0vdldIMzZsZGZTSGErVUhwRUFFNFFCS0dDbXRSOVBOVzhmUGx5NS9kb2RWcGlVK1BLYlN4SFFrK2cwUmt2dURyWUtMTDlXTGV4QklZRm1ZTVhJOW9ONXVXQnp4UmErNnh0M1phMHJkc1NnSHRaYVlVRzRPNWxwdkx3TjFOdExoLzdWZjZwcTU2dW5ueitxUDAwZTE5UEgxNGZOZzJwUkVvVkR4ODhYTnh3VjduanJuTERUZVZLUkh3a2gwS09jK1RhY1hQd3JXRzFldlJzMG9VK1RicFR3NVRtditQQ1ByN2Qrek9QZEJuREV6MG1sRm5kTnowU0xpVEVvWkFwMEJzTTZBMEdkQVlEZW9QZS9EcmYreGpRNjAzTE1IWUx5MTF1QUxTbVpjWjlnMDZ2UjIvUW0vWnArWjk1ZTR3Tk1mUmdlVXpUZU83bWxIMTM1WmlVV0lKTlU4dDZOYmFlNVRtMFZYLytQcmFPbE14VXdGZy9aY0c0T1JaTkdaeWwxV3U1bDJtN0xsMUd6djJBY2FMcDZiWTFVb21VeXU2VmlqV1draEtmbnNpM2U0MlpkYm5acjg1YWVYd2Q2ZGtaQUZSMjkyYlJ4TGswS09OcHArSzh5Uzh4UFlrZkQvNXBybTBHTUt6TlFKN3ZOOW5oekdJWGhZb1grajlGNzZiZCtHTDdkMFFtUmJIL3loSE8zRHpQdFA1UDA2OTVUOEJZWkZ5cjE2T1VLNWsxOUFWU3N3cHZudUlNRjRYSzRZTG5aVVduMS9IWjFtV290V3JqZ3hwWEx4TFNrNXpheDhYSXF4d1BPdzJBVENwbjlyQVhHZENpZDJrTVZ4QXMvQkc0eGx6cjhQbCtUL0x6NFpVT0JlQitQTGdDZzhIQVEyMEhrcU8rdi81RDdRYnh2MzIvOFdmZ2F0NGVPZFBwOFhpNHVPZnIvSjNyUmx3RTMrOWZZWDdkdTBuM0ltV3g1L1ZJMXpHMEQyaE5JLy82NXZkeXRNYUh2eEtKQkQvUCt3Rys1SXhrTkRvdGNpdUJzVndoTVdHOHMyWVJtWnBzeG5jZXlmTjliVGRoZW12RURIbzA3bXp4dnIydXM3NGVsWkhacVMyWm8xRno5MTc1M1ZmOGw0a0FuQ0FJUWdVMnFHVWZLcnRYNG5ESWNhYjJlYUxjeHJIbjBpRUF1amZxYkxPdVdTUC8rblFNYU1QcGlBdTRLVjJaMHV2UlVnbEF5YVF5NnRncGJsMVF3YTVVdHVTOWlkRWI5SVJFWDJmTCtWMGNDenRGVkZJTVVvbVVGcldhTUtMOVVIbzI2a1JWTDh2QzlPNHU3c2lrTXY0OHRwYmc2RkRlSFBGcW1XVERhVkR3eGZtVHdQMk1HMk1ZSURmRDV2NzNsZnZRTXpjUEorL3IzT0JCYnFaT2FYQzNjMEZhV25hYmZuK3Jldm5SckVZanErdTRLRlNNN1RpQ1h3OGI2elk5MWZNUjU0TnZwcCtabFB2ZjQ1M0VhRjc0OWZWQ045WG90RHkrL0FXYnl6MWRQVm43aXZYcHBOWkVKdHJ2N2h1WG1taitPaW9wQnBVaWY0RG5ucW1aUlpZMng3eXZLaDQrdUNsZFdiSnRPUms1bVVna0VtWU5lZEdoN3NrRjVRYmY2bGNONEwweHM4c2x5MUNjTjBicDJSbjhjM0lUbTg3c0lNZVVUVnpkdXhxdkRubU85blV0U3c0NG9sbU54bnd6NVZOK09mZ25HOC91NUY1bUdwOXMvWm9qMTRKNFpmQlVmTnk5YVZlbkJmMmI5eUlsNHg0elZsaXZNMWhVdzlzT1pNWmc1NmRreGFYR08xeC9MaUV0MmVJOGl6Tk5MVFZnTUM5elY3bFJ4Y09IdjA5c05EOEltTlI5SWtIaFo1ME93R1dZcG9WN3Vub3lkOVNNSXYvN0NFSlJKS2NaSHhKMXFOZVdZVzBHOFBOaDYzVU84enA1NHl4Qk44NGlsOGtZMm1vQW04N3NNQzhiM0xJdnZ4MyttNFBCeHhqUmRqQ3RhaGMvQTFxcjE3Smt4M0owZXV2MVlJc2piL0FON3MrKzhIR3J6SW9YNzlkd3pXMDJvYkJ4dlJ5UmNKdTNWeThpVTUzRjQ5M0c4VlN2UjB0OHJCOU1tQ3Rxd0ZWUUlnQW5DSUpRd1hXczE5YnF0TSt5Y3YzdVRmUDAwNEV0N1Q5cGY3ejdlRTVIWENCVG5jVjMrMzVqemtQVFMzdzhIaTd1L1BqTUYwNXRZNjJMWFY2cFdXbmN2UmZQamZnSWd1K0VFaFIraHVTTWUzaTZlTkNoWG1zbWRaOUlwL3B0OFhUeHdHQXdrS05WazVxVlJvNU9qVWFqUWExVms2UFZVTm5OaThrOUh1Ym53eXM1RTNHUmwvOTRpNFhqNXBSSlFYbXRYbS9zSkdZd2dNUTQ4Vllpa1FJR0pLYlhTR1JneVB0YWt2ODFBQklrRXN5dnBVaFF5bVRJcEZMa0Vna3lpUlM1VElvYzAvOGxVdVJTS1RLSkJKbFVpa0lxUTU1M1hkUFhjcGtNbVVUS2lSdkhTLzFua1pkYXEySDdCV1A5d29FdGV0dnR0amF5M1dEV250eE1Xblk2eS9iOHhQS25GaGRhUXlxdjNIb3djcm4xWUlsS29YSmdRblIrT3IzT1ptT0p2TDdiK3d2TmF6V2xaK011eUtReW52dlpka09WZ3FiLzhaYk5aVmZ1aEpqM05YT0lNVUI0N3RZbEFFYTNHMEx6V283VmExTnJOV3c0dlQzZmV3TmE5T2JWd2M4NTlUTXVhZi8xODhaZ01MQnc0K2RjaUx3Q0dMT3F4bmQ2aUNlNlR5ajJ2NHRLcm1UYXdHZm8wcWdqbjI5ZFRtSkdFb0ZoUWZoNVZtYmF3R2Q0WmZCelZQZXV4cW53Y3lYMk81Q2pWVHNWQk4xeWJqYzVtaHlHdFJtQXU4cU54ZHUrNGRMdFlJZTJ6VzBjWW8xV3B6T2ZOLzJhOStTeGJ1TlllV3dkWU15ZW50QmxKRUhoWngwNnpxSGd3SHcxNHhyNTErZmQwYlB0ZGljV2hOSXdvR1Z2enQyNjZQQzFuVWFuNFgvN2pmWE5SclFkYkpIRjdhNXlZMGlyL213NnU0UGwrMzdsMjZjK0xmYUQyNzhDMTNIamJnU1YzYjNOZFU3RDR5TFllbTRYTHc2WVVxS1pzZGxxWXdCT3FjZ2ZhTXVkbWxxd1czU3VhN0hYeWN6SnBIbk5KcVVTZkJNcU5oR0FFd1JCRU94YWM5SllPTGVXVHczYW1XcTEyZEtpVmxNR3RPak52aXVIMlhmbE1MMGFkNlZiSTl1RjhTdUNsTXhVSGwvK29zWFRVcWxFaXBlckI4SFJZVnlJdk1xeVBUK2gwYW9kQ29ia2lrOU40TFdWN3pIbm9WZm8zcWhUU1EvZFRJR0d0enQwdzAzcGdnU1FTU1JJSlJLa0VpbFNpU1RQYTRucHRSU0oxZmNsU0pFZ2xVcVFsOUwwMmNqSW80V3ZWSUwyWGo1SVNtWXFVb21VNFcwRzJGM1hYZVhHMUg2VCtITEgvNGhLaXVIM0k2dnNkdU10U0d1d2Y5SDl3ek5MOEs5VTFmSEJBL3V1SEdieHRtL3NycE9sem1iTCtiMXNQTHVUVndkUDVhRzJnd3NOYU9UV2pnRmIzWUIxNlBUR3hpSzVXYTh5bVF3L1QyTURpd0MvT2p6dFlGYnV4Y2lyTE4zOUEzZVNvczN2ald3M2hPbURublZvKzlJaXpodmoxS2wzeDh4bXhwL3ZVTE55ZFY3bzl4UXovNXJINXJNN1Mrd1kzdTZWV1A3MFlqN2YvaTBaT1psTTdXZWNhcFdiOWRpcGZqczJ6VnBoYnhjT2UvM3YrUTRIMEFEMlhqbE1TSFFvb1hmRG1UdHlCa3E1cXRCekp6ZnJKVzlkcGx4Nmc5NWNwaUIzUHlxWkVsOFBINVJ5T1FhRGpEZEh2R0xSeWRpYW1KUzdMTnZ6TTJkdW5qZS8xOWkvQVo4L3ZzRGNYVllReWxLYk9pMVlNUDR0dkIzTTdQOG5hQk5SeWJHNEtWMTV2TnQ0cStzODJtMHN1eThmSUR6dUZsdk83Ykk2cGRSUnA4TFA4ZmVKOVFETUhQSTg4OWN2QnVEcjNUK2lOK2k1ZENlWWQwYk5zc2hrYzBSazRoMU9oWjluWUl2ZTVwa05xVG5HVEhFWFJmNjZsV3FkOFcrQVVxN2d1VjllUTErZ0czTnVKdXVOdUFpZS9Tbi8xTnM2UGpXWlArNk5mTyt0UHJtWi9WZVBXSXdwTGR2MjFQMlB0M3hsODFvRUxPc2xDMldud2dYZzBuSXlPSG5yQW5GcGlZV3ZMRlE0a1duM2lJNE5SV3ZRcy9PeWhxdWVGYU5lamVBOFgvZktkQTVvU3lVSHArOEpwZWRzeENXYTFtaUltOUtWakp4TUVndE1XVW5OTmw0QTZIUmFtOVBPOHY1TmpVdUx4MVdaL3diRHo5UFhhdUhyM05wbkFDTWRiQUR4UXY4bk9YM3pIUGN5MDFpNiszc2FWcTluMFhYU1dUcFRwOFc4YmQ2LzMvODdweU11Mk4xdTV1RG5hVkdycWQxMXZOMjg2TnFnUFJkdVg2R1NteGZ1U2pkVUNpVXFoUXN1Y2lVdUNoY1VjZ1VxdVFLbFFvVktya1FsVXlDWEsrNy9YNjVFSVZPZ2tNbFJ5QlFvNVFwa1VqbmJMKzVsNTRWOUxOandHUjgvTXEvVXBndEpNZEN5aWgrdWl2SXJYbDRScWJVYS9qcHV2Qmp2MXJBVGZqYUtNT2MxdEZWL0Rsd0o1SHprSlRhYzJVNkgrbTNwYUtQdVlVRzU5ZHljNmNSN0svRU9CNjRjUlM2VE1hbkh4TUkzc09MUzdhdm1BSEpiMCs5WVlRR052Tk5QL243NUI1dE5HTnJYYmNXaWgvTlBEMnhhb3pHdkRYc1JGNFVLcloxcFBuR3A4Znh4WkRWN3JoeXlXRmJEenRTWXNpTE9HeU5QRnc5elZ6K0FiSFdXVXc4YUNwT2p5Y0hiellzUHhyOUZsaWJiN2sxaGNja2t4bHNiUjVMZ01uSXl6VVhhMjlVeDFpSDlhT0xjUXJmTGJjTHd6cWhaTnBzd0tHUnlpM053Y010K05QS3ZUNTBxOWtzb1pLcXoySEJtRy8rYzJHU2VFcHlyaW1kbEVYd1R5bzFVSXFWaHRYb09yWHMxNmhwL21iSStKM1laWmJNY2g0KzdOK002UHNSZng5YngwOEUvYVY2alNaRUNaREVwZC9sazY5Y1lEQVpHdFJ0S3U0RDcxMXRQOTM2TXRhYzJFNU55bDFsL3plTzVmcE9kRHZTZHYzV0ZIdzc4d2U5SC8ySDlxNzhpbDhsSnl6UUd3QXFXcTlDWUhtNHBaVXJ1SkViYjdCYWVvOG5KOTJBS1FHbmwvQTZKRG5WcXJBQmhzZUZPYnlPVWpRb1hnRHQrOHl5ejFuMUFiRnJ4Mm5NTDVXOXg2UGJDVnhJcXJDcHUzbnc2NWkzR3RoNWMza1A1VDlQcXRYeXdhUWtZREV3YitEUXVDaGNXYmJJKy9USXFPZGFoYVdjZmJyVGNmc0c0T1JZM0VnQS9IZm9MZzhGQVpmZEtERzNWMzZFeFYzTDFZbHIvcC9sazY5ZDhNQXVjQUFBZ0FFbEVRVlFrWjl4ajRmclArZXl4OTRzMXhTaTNYbFRlQzVPNDFBUnpsejViSEgzQzk5N1l3bXQwRlVXVDZnMm81ZTFQUms2V3FOVlREamFlMlU2Q0tmajhXTGV4RG04M2MraHpQUC9MNjZpMWFqN2UvQlZMSjMxRUxaL3FoVzZYa1dYOFBmVnk0c0ZGWk9JZC9qNnhIb1ZNWHVRQTNObUlpNEF4bzhoZXpaZVM4dEhFdVhhbjhTU21KL0gzOFEzc3VMalgzS25SWGVYR3VFNGpXWEgwbjFJZm4rQzh2QTlnUHB3d0YyTkxDTnUrMmZNelVVa3hOSzNla0tkNjI1OUNwVEJsZTBra0VxZUMwMFdoa0J1UGxiZWp0UzBYSXErWTErdFl2L1RMUER6VjZ4Rzc1MDIySm9ldDUzYXordVJHYytNV3FVVEtpTGFET1huekxMRXBvbUM2OEdCSXkwN25veTFMMGV0MVZQWHlZMXhIKzExNkozUWV4YmJ6ZTBqSlRPV0RUVXY0NXNsUDhITDFkUGg0S1ptcHZMdjJFOUt6TTZoZnRTN1A5czJmbmQybVRrdjZOZXZCd28xTENJMjl3Zks5dnhJV0c4Nk1JYzg3L0VBZ05PWTZBTFY5YWlBM05UZElORTF4cmV5UlArRWtSMk1Ld0NrVS9EejFLd28rRHdnTURlTG5RMy9SckdaajNoaWVmenF2MGtyamhGY0dQVWU3QU1zWktEZmlJbXplRTN3MTZVT3J0WXJ2Zno4M2VIL0RZcHZMaGRKVDRRSnc0WW0zUmZCTkVDcUF4TXdVd3VKdWx2Y3cvdk91M0xsR3BpbFZ2V0NLZTJrTEREM0pxZkJ6QUV6b05OS3BBRnEvNWowNUVIeVVvQnRuQ1kyOXdaYzd2eXRTaHl1QTlhZTJVc1hUQndCWEt6ZHZydzZlU3IvbXZmSzk5L2JxUlU0L01aeTc1aVBVV3NlS2J6dkt5OFd6MUlKN2duM3g2WW1zUEc1OCt0NjVRWHVubnFoWDkvYm5xWjZQOE9QQkZhUm5aL0QrK3NVc25ieW8wTm94aVJuR0F0VmU3bzQzYjlDYkFsVFNZaFRaUDNQTEdJQXJxMXFSOW40TzhlbUpUUDF4cG5tYW5rUWlZWERMdmp6VDV3a2tJQUp3RDREY3J0VDI1QWJTdk55OEt0VERoZHpzc0N3SEdpbmtCcTdyK05ZeVQ2MHVUZmJPRzRQQndHc3IzK1hHM1FqemV5MXJOZVBsZ1U5VHYyb0E1Mys1WE9yakU0U1M4dVdPLzVuckZ1Wm1TOXZqcG5UbDVVRlRXYlRwQys3ZWkrZlRMVit6Y01KYitXWTkySktSazhrN2F4WnhPeWtLZDVVYjc0MlpqWXRDUlU2QjdxeCtYcjRzZVh3aDMrejVpVjJYRHJEbjhpSHVKTWN3Zjh3YkRuVVlEekVGNEpyV2FHaCs3MjdLWFFDcUZRaDA1Wmltb0tya1NxdlozcFZNMXdncW1jcnVRN01wUFI5bGJJZUhDUEN0YlRXRDBOZlRoeCtmL1FJWGhZcWpZVUhvOVFhV1RscUVUcStsaHJlL09WQm9UWWQ2YmZqOWhXOGNtZzR2bEt3Sy9ST3Y3bDJOQU44NjVUME1RZmhQdVowVVpaRU9MWlNmazZZaXpYS1pqQTRCclZISmxheDc5ZGNTUDQ1TGdTbXBHVG1aTE45blBFNjFTbjZNS2tKTmp0bkRYMkxHaW5lSVNibkx3ZUJqVkhiejVzVUJVeHplWHF2VHNuemZyMnc3djRjcHBnd0xYMU1nTGkrNVhHR1JWU0cxVTJqZmxpdDNnc25XNURoYy84ZmVlZ2FNVXdzY3VhZ1RTc2V5M1QrUnBjNUdLcEV5dGM4a3A3Y2YzMmtFVjZPdUVSaDJrdHRKVWJ5NzdoTStuUEMyM1F5ZXU2bnhBUGpiZWVwY1VJWTV3RjYwYVdXSjZVbm1UTkNPOWZKUGxmMyt3QjlzUEYxNE52cjRwVTlidkdkcnlreGgvRHlxTUx6dElOYWYya3FQUmwxNHN1ZEVBdnlNMTNMM01sT2QydGUzZTM2aFhVQXJPdFJySTZiZENRNVJtZjR1NTU1WDlweTFFYmcrSG5hYWhScy90N2xkN3JueC9vYlBrQlJvcTJLd3lIVnhqRVFpNGNrZUR6Ti8vV0lhVnF2SGt6MGZwa3VERGtYYTE3cFRXM0ZUdXRLOVVhY3k2Y0l0Q0huOWZtUVZnV0hHN3RLajJ3OHJ0SFp3cnQ1TnVuSzhSUy8yWHpuQzZZZ0xmTHoxYTk1NjZCVzdRYVNVekZUZVgvY3AxKy9lUkNhVk0zZlVUS3A3Mnc1b0tlVUtYaHMyRFM4M1Q5WUViU1k0S3BSWFZyek5OMDkrWW5kc0dUbVozRTZLQXFCcDlmdU5oMjZaUG50cis5VEl0MzZPSmhzQWxieDR6V1Z5UHpzTFNzL09RS2ZYNGFwMHBVNlZXdHhKaW1IeDFtL1FhRFc4OGRCMCtqZnZXZWkrbFhLRjB6VnBoWkpSb1FOd1hScDBZSm9UTjJ1Q0lCVGZpc0ExL0JtNHByeUhJWmljTkdXZ3RhbmR3dnowM01QS3hVaHFWaG83THV4amZLY1JWaTlXWXUvRmNTSHlDa05hOVhQb3VOL3UvY1U4ZFc5cTM4bm1JdXpPcU9UcXhZTHhiekp6eFR1bW1qYmJNV0JnMmdETG0vMWN1ZldrVXJKU2VmT2ZEOHpkVnkvZnVRWlFKaGNMcTEvNTJlYk5mbzVXemFndkpsbXQ3NU5YWW5veWp5OS9vYlNHS0JSaTU2WDlCRjAvQThCRGJRZFIxOWQrelNWckpCSUpiencwblppVjd4SWVkNHNyZDBLWXQvWmptMEU0blY1SHJPbHB1TCtwdUx3amtreEJxVXB1UlF2V25yaCtHZ0NGVEU2Yk92a3psL1I2blVPQnRLSUcyMng1dXRkakRHamV5K0ZhUWRZWURBYTJudC9ONW5NN0dkU2lENjgvOUhJSmpsRDR0NnJpVVJtQVpGTTJLaGovYnArOWVaRjJBYTNNRDA1dUowWVJsUlFEUUtjQzAwLzFCcjFENTRUQllDaHl3TTJhcmcwN3NuVHlJcHBXYjFTcy9RVGRPTU9GeUN1c1BMNmVGUzkrVzBLakU0VENiVDIzaDVXbXVxczFLL3Z6VEovSG5kcCsrc0JudVhRN21QalVCSTZFSENkSGs4TzgwYTladlNhN25SVE51MnMvSnNiMHVmdmEwQmNjemdLZjJtY1Nya29YL2ppeW1sNU51dUx0NW1XKzVyWG1XdXgxODlkTmF4alB6eHl0bWh2eHhwbENlUU5sZVJ1eHFFcWd1L081VzVmNDlkRGZERzgzMEZ3S1p0YktkNGxNdU1QTUlTOHdyTTBBYWxTdVJ1Y0c3VGtTY3B6UHRuMkRWQ0toYjdNZU52Y1pIaGZCVnp0L1lFS1hVZlJ1MHJYWVl4U2NVNkVEY0lJZ0NQOWxjYW54NXN5V0xnMXRQd25YNnJVczJ2UVY1eU12Y1RRMGlDK2VXSml2cGtWOGFnSXovNXhIY2tZS3Q1T2llTGIzRTBqc1pJanR1WHlJZlZjT200OWJuQS9udWxWcU1YZlVUTjViOXlsNmc1Nk5aM2FnMVd1Wk51QnBxMm52VWNuR0c2TExwaTUySGk3dXZEWjBHcjhkL2h1QWhsVURMTDkvcmNhaTFwdmVrUXJjd3IvU3JjUTdmTGZYbUwzcDYrSEQwNzBmSy9LK1hKVXVMQnozSnErc21FdHlSZ3BYN29Udzl1cEZMQnczeHlLejVIWlN0UG1pdTU2TnA5Wld4eHQvQzRCYTNvWFhtTFBtNkxVZ0FGclViR2JSU09YcDNvOHp1Y2ZEVnJjTGpnNWwzdHFQQWZqenBlOXdsZWZmOXArZ2phd08ybFNrTVNubGltSUYzOERZWENZM0NGTEZTdWFySUZpVE81WDA3cjE0ODN0SjZVbTh2MkV4U3JtQzlUTitReUZUY0RUTWVONm9GQ3BhMW15V2J4OWRHclMzbTJrK2NkbXo2QTE2NW82Y1FZY0NOL3lYN3dTYk95OFdSWEdEYjJETUNnSmp3d1pCS0N1Qm9TZjVadTlQZ0hGSzZmeXhjNXl1L1pzN2hYVE9xZ1ZrcWJNNWVlTXNTM2Y5d0p5SHBsdXNtNXllUXJLcEJ0djBRVk1aMkxLUFU4ZDZvdHNFbWxSdlJBY0hwdERuWHBONnVuaVlzOTJ1UmwxRHE5UGhvbERsKzh6UFVtZWJ2N2JXM014Wm04L3M1RnJzZGFxRVZiWlppMWtxa2ZMV1E2K1FwYzdtZFBnNUZtLzdGZzlYajN3TnBKWnNYMDd6bWszbzNiUWJ4MitjNWxyc2RUN2YvaTAxdktzVisvTmFjSTRJd0FtQ0lGUlFSOE5PbWIrMk5SWEZZRER3OWE0Zk9SOTVDWUJocmZ0YkZKVDE4L0tsVDVPdWJEeTdrelZCbTBsSVMyVDJzSmVzRnA2OUdYK0xaWHVNRjFBZUx1NjhPdWk1WW44Zm5lcTNZOXFBS1h5Nzl4ZkErSVQwZG1JMDc0eWFsUytJa1ppZXhJblErOTl6MHhxTmVXZlVET1F5QlpHbTFQL210WnBZN1AvcjNUL3g5ZTZmaWozT1hBOHZlN2JRZFRRNkxhTy9uR3h6dVFqL2xZOU1kUllmYmxoaW5pWThjK2dMaGRadEs0eWZseS96eDczTzIvOThTSlk2bTVEb1VLYi84VGJ6eDc2ZTc2TDE4dTBRQUdSU3VjUGxNekp5TWprZGZoNkEweEhuK1hMbi94alhhUVIxQyttU21DczlPNE1McGh1RFR2VXRPN1c2S0ZSZzR3WW83NDJCdTlMTklxdXZVLzEydUNoVjFLaFVQdDFLbzFOaXpWOVhxK1Q0bEY3aHZ5MDNTem9qSjVPRXRDUjhQWDNNQVNtNVJHYiszQXNNTlU2UmExT25oVVdHdDF3bXQ1cHBYcEJLb2NMRHhUM2ZlL1g4NnZKa3I0Zk4zVmpMbXNGZ0lQYWVzVm1EdnpodmhESVVIQk9Ld1dCQUtwRXlkOVRNSW1XZUF6VDJiOEM3WTJiejd0cFA4WGIxWWxMM0NWYlhhMTJuT2UrT2ZaMTdHZmNZMEtKM2tZN2xhSWZ6c3plTjA5VWJWNzlmLyszQTFhTUF0S3paTkYrdHV0eW1ZUktKcE5nZHR1TlM0emx4dzVqTlA3NnovVVlXY3BtY2VhTm04Wm9wYXo4eU1jcjgvZWtOZWc0RUgyWDM1WU5rYWJKNXJPczRMa2NHYy9iV0pkN2Y4Qm5Mbi9yVXFhWVhRdkdJQUp3Z0NFSUZkU1RrT0dBc0VHMXI2dVYzKzM1ajE2VURBRXp1TVpIaGJRZFpYVy9hd0dlUXlSV3NPN21GQTFjRFNVNVA1ZjF4YitTN0NVL0tTT0c5ZFl2Sk1RVXZaZzk3eVdyTnRhSVkxWDRvY3BtY3IzZi9pTUZnNEVMa0ZWNVo4VGJmVGZuTUhDQkp5VXhGWTVxQ09yenRRRjRlOEF4eW1ady9qNjBGb0pLYko0MzlHMWpzMjllak1tNEZib0p5RmFYalhwdTZMVzNXa05NYkRBUmRQNE5FSXJIYWtTcVhXcXZsek0zelRoOWJLRHFkWHNkSG03OHlCMnZIZGhoT3AvcnRTbVRmemFvMzVwTkgzbVBlMm85Snkwb2pMaldlV1grOXkrSkgzNk5aRFdNOW1OTVJ4dW5peldvMnluZEQ3KzlkamE4bWZRaUFqL3Y5akJTOVFjL1h1MzhnMDFRclJxM1ZzUFBpZm5aZTNFK24rdTBZMzJrRTdlcTJvbU85dG53MTZVT3J4YWlQWHorTnpuVE9kS2puMkkyRW8xclhiazdyMnMxTGRKLzVGSktsZWp2eGZpM1NndlYxQk1HV3ZEZkl3VEdoOVBMc2FtNk9VdG5ER3pCbXg0WEZoZ01sZjk1VXErVEhFOTJzQnd4S1FtSEozWEdwQ2ViUDhGbytSUXVBQ0VKUlRPMHppZlRzVE9yNDFpcjJaMitIZ0RhOE9XSTZkWDFyVzIxaWtNdlJBSm9qRERaT3JveWNUSzdGM2dDZ3VXbjY2YjJzVkE1Zk0xNmpkMnZVT2QvNnVkbTNuaTRlZG1lYk9HTGRxYTNvRFhxYStEZWtaYTFtaGE3dnFuUmg0ZmkzQ0xwK2xoSHQ3dDhQM0U2S1JxTXpYaXMwcmQ0SXFVVEtteU5uOE9LdnJ4T2Ztc0NTSGQreFlOeWNZbzFWY0p3SXdBbUNJRlJBQ1dsSlhJMHkxajNyMHFDOXhYS2RYc2MzZTM5bSsvbTlnREZnTmFuSFJMdjdmTDd2WkpSU0JYK2ZXTS81eUV1OHRmcERQcG80MXh3QSsyclg5OFNaaXNpUDZ6U0M3bzA2RlRwT3JXbktuVlFpTFhUZDRXMEc0cUZ5NTlOdFg2UFY2UmpSZG5DKzdLUUdWUU9ZUG1ncUdwMldrZTBHQThhTXB0d2k4djJiOWNwM0hJbFVpbFFpWlVydnh4bms1TlFEZTk0Wk5hdlFHbkJ5cVl6M3g5cStXQkUxNE1yZXhqTTd6RjE3bTFWdnhOUytoVGRlVU9zZC8vMXRXcjBoU3g1YndOdi9mRWhpUmhMdEFscVpPNnVtWnFXWmo5MHBJUCtVTkJlRnloeWt5eFdUY3BldmQvM0EyVnZHek5YbitrNm1rWDk5Vmg0em5wdW53czl4S3Z3Yzlhdlc1ZUhPbytuZHRKdlZBTnpSVU9NMHVpcnVQdFR6cTF2bzk1Q1hyWnVOMHVTbWNrVXFrYUkzNklsS2liRzc3cWtieGdZMEVvbkVaaUZxUVNqSTI4MkxtcFg5aVVxTzVlVDFzL1JxM0pVN0NjWmdiaTFUSURmUWRONkE4VWIvUWVEcDRnRkFUTEw5OHliSWRONEExQmZualZER1pneCtydGhCcDF4OW1uWXYxdllTSk9ZcHNESnA0Wi94RVFtM3pWL25uVHA3OXRaRmN6bUVKcVlBLzZyakc4aFNaNk9ReVdsU3ZRSG5iMTNHdzhVZHRWYkR6NGRYQWhEZ1Y5dm1zWEt2bldWUzJ6K3JpSVRiYkQ2M0c0REh1bzNMdHl5M2hFdU9UbTJ4blo5bmxYekJONERMdDYrYXY2L0dwdXNXYnpjdlpneCtudmMzTE9iRTlkT3NQN09kY1IyRzJ4eVBVSEpFQUU0UUJLRUN5cTFQQTlDbGZ2NEFYSlk2bThWYmwzSHN1bkc2WnQ5bTNaaytzUEJwa3dCVGVqK0t6cUJqZGRBbVFxSkRlV1BWKzN3OGNSNlYzTHg0c2Q5VGhNYmNvSkYvZmFiMmVhTFFmZVZvMVlTYW5ncDYyc2hBSzZoMzAyNjRxVndKdW42V2g3dU10bGcrdEhYKytoYXJUMndpTFRzZHFVVEtRNmFnWEs1NW8yWTVkRXpqV0kwWE94SUhBaTNDZyttaHRvTTRmdjBVZCs4bDhONjROK3gyVHN0MUpiZXVpNnVIUThlbzYxdUxMeVl0NUlmOWYvREdROVBORjhIYkx1eEJxOU1CMEtlWjlac0dnOEhBcFR2QjdMNTRnUDNCZ2ViTXRZZTdqbUZDNTVHQWNUcGNjSFFvSzQrdjUrU05zNFRIM2VLVHJWL3pSK0JxSm5ZZXhhQ1dmZkpOSGM4MlpjOTFxRmQ0RFp1Q1lrelQxS1JTV1pHYXJCU0ZRcWFndW5kVm9wSmoyWGx4UDVYZGZXamlYeCtaN0g1d1VhMVJjL3JtQlE1Zk93RkFzeHFOemNFSG9mU01YVG9GdlY3bjhQbzVXdU9OMytudzgzYW40eGZrNWVwVjZvMEJ1alRzeVBwVFd6a1Nlb0twL1NZUmtXaThzYTVqbWhLWGxwMkJUQ3JIMTlQSDZlekt1L2ZpelRmanJrWElzQzZxMmxWcWN1Vk9DTGNTby9oODI3ZjBhTndGbGZMK2d5SzlYcytOdXhIOGZjSllBRjhoazlPMmJrdGJ1eE9FVWxGU3diZVNvSlFyckRiTE9oeHlITDFCajd2S0RibE1qbFFpSlRJeGlqOERWd1BnNDFFNTM4UGhzeEVYelY4M3FkNlFrSmpyYkRxN0M0QytUWHVRcGNubXpYOFdXaHhuYUtzQjVxODNuOTFKZGU5cTFQS3BqbHdxNTBCd0lBQytwcHFWMWl6Zit3dDZ2WTVXdFp2UnJWSEhmTXY4dktvUUhoZkJyb3Y3YVZlbkZYNWUxdmVqMFdxNEdoM0tDbE56dmM3MTIrVzdOdXJXcUNNRFcvVGhYbFlxUFIxNDZDNlVEQkdBRXdSQnFJQ09oQmh2UHQxVmJqU3ZlYi91MmUya2FCWnUvTnpjbkdGTSs2RzhPT0JwcHk1Nm51M3pCS25aNmV5OHNJOGJkeU40NCsvNWZQM2tKOVNvN004bmo3eExWUzlmaTJ5YmpXZDNFSmVhUUNVWFQxeVVLckxWT1J3TkRTSWhQUW1BNWdVeWZPenBXSyt0UTUycVRsdy9iYjZaR055eXIwTTNTbHE5bGt1M2cvRlF1ZU9xZEVXbFVLTFg2OWw2em5peFZObmR1OUI5aUJwd0R5WVhoWXIzeDg0aE9TTUZud0wvenFjakxuRHEraGtxdVZmQ1Jla0tCZ09YYjRjUWFBcDBONnZoZU9Gei8wcFZlVy9zNitiWGllbkpyRDI1QllCMmRWdFIzZFFCVmF2VGNqc3BpdURvTUM3ZkNlSE16ZlBtV2xRQVZiMzhlR25BMHhZWDFzMXFOT2FEOFc5eC9lNU4vZ2hjVGREMU0wUW54N0owMXcvOEZiaUc4WjFHTXF6TlFGeVZMbno2eUh0RUpOd3VOSEJ5TE93VVdlcHMzRld1dUt2Y1NFeFA1bytqeHB1TmFsNitWaHVpbEpaSHU0MWp5ZmJsYUhVNlZoejl4KzY2VXFtTXAzc1Z2WW1HNExoc2RYYVJ1dUhxRFhwenpVVkhLT1RaaGE5VVRNTmJEMkQ5cWExa3FiTjVaODFIUkNZYXA2VzNxTkVVZ0tkNlBjTEk5a09JaUw5dGJ6ZUV4SVFSbVJpRnU5TE5sTjJpNXArZ2plYmw5cWJHbGJRSm5VYXk3L0loTkRvdGU2NGNZcytWUTNiWGY2TEhoQ0tWWUJDRWY3dkRvU2ZNSlY2c0dkOHhmNjIxQzdjdUE4YXVybDZ1bm55eVpTazZ2UmE1VE1iajNjZmo3VjRKZDVVYmVvTWVDUkw4dmFzeHJIVi9CclRvWmQ1SFVQZzVUcHV5NVBQcTF0QjYwQ3RIcTZaT2xWcGNpUXJoK1g1UFdpenYzNnduUWRmUEVCNTNpK2QvZWMyaDcxc3BWekxSeW9Qdm1VT2Z0MW9UV2lnOUlnQW5DSUpRd1dScmNyaGpxbVBWdmw2YmZNR3cySlM3eENRYmk1TlA2ZjBvajNVZFozVWZoWmt4K0RreXN6TTRHbmFLOFoxSG1kUHRBM3l0cDh3bnBpV3h6aFJrS0toYXBhcjBiZDZ6U09Pd1JhdlQ4dFd1SHdEajA4aG4ranJXeWw0dWxmUGhwaS9NUlhBTGF1ZEFSa0REYXZVcDdrTmNqVTVIU0hSbzhYWWlPTTNEeGQyaUtEcUFRYTluNDltZFZyZVJ5MlJNN0d4NVVlcW9vNkVuekw5dmozY2ZEOEQ2TTl2NStlQUtjMVpjWGdGK2RSalZiakNEV3Zhem0zbldzRm85Rm81N2s2dFIxL2o1OEVvdTN3NG1JVDJaN3cvOGdVS3VORS9UdG5YTzVuVTg3QlM3THgrMHVteFUrNkdGYmwrU0JyZnNpNnZTaFUxbmRoQ2RkSmNNZGY1elZTS1I0T1hxUmYycWRYaTQ4eGlhMTNROHVDOFUzUWNUMzhhZ2R6NEE1eXhITWxPTHEzYVZtdlJxMm8wakljZk50ZDZxZXZuUk1VK2pFaDkzYjR0QWZVRzNFNk5ac24yNTFXWGRHblUwZDF3dEM3VjlhckIwOGtmOGVYUU40UW0zdUplWmFqR04zRTNsUmcxdmZ4NXFPNGorSmZ5WkxBai9GazJxMWVmb3RSUDV6aCtKUkVJZG54cU1hRGVVVWUySDVGdC83cWhaTE52OUl6VjhqSjNLbis3OU9CZHVYK0hoem1QTVFmajFNMzZ6ZTh6YWxhdHptblBtWTFYMThtVk0rMkVXRCtCeXFlUktwZzk2bHNlNmphV0toMlV0NXI3TmVwQ1duY0dXc3p1SVRybHJydTltamJlYkYwMnFOK1N4N3VPczFsRVd3YmV5SndKd1pVU2owNGhmOEZLV3BjNUdyVlhuNjZvb0NBOGlGNFdLdjE3NkgyZHVYc0JEbFQrWTBLbCtPK2FQZllQRWpHU2I3Y2dkSVpWSW1UUGlGY2JHaHVmTHNMUEZXbGRIVDFkUE90WnJ6Yk45SnBYNGszYTVUTTRML1o1a3lZN2x2RFhpVlNxNU9uNWVONjNSbURNM3orZTd1RklwVkhRTWFNTXp2UXNQNUgzMDhEczJhOEE1U3RTQXExaXMxUkJUS1ZRMHE5R0lwM28ra3ErYnFiTkd0UnRLV0V3NE9UcU51V25Ca0paOStlZjRlbEl5VTgzSGFWdTNKZDBhZG5Jb1lKWlg4NXBOV1BMWUFrNkZuK1BYSTMrajBXa1oxc2E1YzcrQmZ6M0lFNENUU2VYVTlLN0dzTFlER2ROaG1GUDdLZ205R25lbFYrT3VaWDVjd2JhU0xHWmVFY3dhWXZ6N2UrckdXV3BVOXVlMW9kT2N2ZzV2V0MzQTRqMC9MMSs2TnVqQTA3M0xQak96UWRVQTVvOTdvOHlQS3dpMnJIM2xaNmUzbWRMN1VhYjBmdFRwN1ZSeUpidm1ySFo2dTRJbWRobk54QzZqTVJnTTZQUTY5QVlEQ3BuYzVreVNodFhxOGVXa0Q0bFBUUVNna1g5OTVvMmVUV2NuR2syOE9HQUtMdzZZWXM0eWRxVHVMR0ExK0paclpMdkI1Z2R4d29ORkJPQksyWlU3SWZ4OVlnUFJLYkg4OFBTU0VuL3l0L1BpZm5LME9YUnYxTm51azdoMXA3YlNvbFlUR3ZzM2NQaWtkOVNoNEVCU3NsS3A1VlBEb3BodFlucVN1VWgwejhaZDdQNGhLWTcxcDdieTk0a050SzdkbkhmSHpDNlZZd2hDV1pKTDVYUnAwTUhxc3BMcTdLaVFLUndLdmdFTWFOR0xBUzE2WVRBWWpHbjJFa21KL3kwcHFGL3pualNzVm8vYVZXbzZ0ZDJpQ1c4RHhrWVZHcDBXZzhHQWkwSlY2RFJkYTdWQ2lxcUtSK1VTdVZBVVNvYWZaeFh6djRmZW9NZGdNRmh0YWxBVUVvbUVXY05lSkV0OWYycWR1OHFOUlJQZlFTNlZVYnRLelJJNVZxZjY3ZWhZcnkzSm1mZWNuakk2dXQxUVJ1VHBrQ3lUeUVxc1ZvOWNLaGUvNjBLRjQ2NXljNnBPcURYMS9PcXk3ZldWNXRkU2liUkVQL2UrZk9LREV0dVhJQWpPa1Vna0R0K1hTeVZTcWxYeU03L3UxdEI2NXBvait4RUVFWUFyWlJLSjFOd1piY2ZGL1NVZXFmN3AwRitrWmFWUnUwcE5td0c0K05RRWZqandCd0NMSDUxUG16b3RTblFNcTRJMkVSNFhRYi9tUFMwQ2NERXBkMW0rOTFmQStPU3V0QUp3OGVsSnBHYWxjVFEwaUl1M3I1cXpFSW9qTVQyWm1YL09LNEhSM2ZmVnBBK3A0bEc1UlBjcENHVkpJcEVnazVSTTRNSVJ6Z2JmOHBKSlpTVVdaQkgrUGFRU0taUnduV2laVkdZeDliVTRXWFcyU0NTU1FxZk4yZHBPTGhHWGZJTGdyTEtzanlnSWdpRDgrNGxQRlNjNFcyZ1dqQzJJdXpic3lJbnJwL25yMkZwNk4rbUt3b2x1WTNLcHZOamR5UzdmQ1FHTTNXQ2FPbEZvK2tFeXFmc0U5bDg1VEVwbUtyOGUvcnRFbmlycURYcmlVdU5MWUhUNTl5a0lnaUFJd3YvWnU4L0FxS3F0QWNQdnpLUjMwa2dJdlVQb2hONnJnQ2hTeEk2OVg3c2lGcngyeFhKVjBNOXJ1V0pCVU9tOVMrOFFla0lJa0VKNnI1Tk0vMzRrR1FtWnlVd2FTV0E5ZjB6TzJYdWZQVGdubWF5ejkxcENDQ0dFRURjV0NjQlZ3YVcwT0o3KzVkVnE5ODh1ekdIbTE0OVVxYytvcmtPWk0vbFpBQzZreHJCNC8zSTZOK3ZBVEF0VlRLdzVrMWdTZ09zVzBybkdlWTJ1bGJuTFA3YWFSTjJhc3UwMEVZbFJQUHZyNjZoVTlxOThlV0RZblpXdURIeGwwdFBWWHMxd0lUV0dUemQ4VTYyK1FnZ2hoQkJDQ0NHRWFQd2tBRmNGamlwSEFyMENiRGNFY292eTBKU3VsZ3Z3OGtkUnpmMHVQbGNrSGsvSVNtSmY5R0V5QzdLcUZJQTdmTEZrQyt6Z2pnT3FOWWY2RUprVVRYNVJmclg3UjZWY3FGTDdYQnZYQ3ZJSnRKakUyeDRGbXFvRkVvVVFRZ2doaEJCQ0NIRjlrUUJjRmJUeWI4NXZUMVMra2lraThUeExENjFtLzRValFFbmx0V2ZHUFV5MzVsMHN0aS9VcU5seVppZWp1Z3pGeDBiMXpvejhMQUNhK2pTMWU4NVJ5UmZOMnloejFibXNPNzdWWmg5WEp4ZkdoQTZ6K3hwMTRkV2IvNFZXcjdONFRtL1VvOUZyY1hkeXMyc3NnOUdBVXFWRVliSWVCTzBVM0w1YTh4UkNDQ0dFRUVJSUlZU3dSUUp3dFVDcjE3RW42Z0Jyd3pjVG1SeU5tNk1MRTdxUFprS3YwWFFKN21peFQzWmhMbXZDTjdJNmZCT0ZHalVyajY3bm81bHpDV2tTWlBVNlNUa3BRRWwxUGJXMnFQd2NkRnJ6TVFVS1hKMWNBTmdiZmNqYzVyZDlTKzE2UFlGZUFlVUNjRHFEanAyUisybmhGMExuT2doVW5ib2NRV2hJcDNMSjBxMVZlWXpMU0dEZSt2bjR1amZodmVsejdLcml0dmpBY3NKalQvSFN4S2NJcmtMd1VnZ2hoQkJDQ0NHRUVLSTJTQUN1bW5RR0hTY3ZSM0FvK2hpN292YVJYNnltYitzZXpKbjhMSU02OU1Ob01xTFdGQkdmbVVDaFZrMmhwb2pDNGtMeWl3cUpUcjNJM3hGN3pDdThlclRzeXJTd3lUU3pFUnlLeTBnQVlNV1JkYXc0c3E3Y3VYK3YrTVQ4dFZLaFpPTXJmMkF3R3RnUnNSZUFUa0h0OGJ5cVFsdVpjeWtYS0NndXBLVnZDSUZlL3ZoY1ZXRnQ5aC92RXBFWXhiRE9nMnBjMHYxcUNWbkp2TExrYmZ3OW12RE0rRWNaYUtPczg1Nm9BMXhNamVVaXNTdy9zbzRaL1crcHRIMk9PbytsaDlhZzFoWXgrNDkzV2Zqb1YzYVhuQlpDQ0NHRUVFSUlJWVNvRFJLSnFLYnYvdjZWdGNjM203LzNjdlVrSmkyVytZbFJ6RnUvQUpQSlZHbC9SNVVEWTBLSE15M3NacnVUKzhkbGxnVGdQRnpjVVNpVUFPWThhVzVPcnFoS0Ewc095cEp6K3k4Y0lUMHZBemNuVno2NTY5KzRPRHBiSFBmaEg1K25vTGlRKzRiZHdmQk9BeXVjNzllMkZ4R0pVZXcvZjRTc3doeDhyd3JRMWNTVzB6c0F5Q2pJSnNETDMyYjdPd2RONWRERmNNNm5YR1RobnNYMGJ0MmRkb0d0cmJaZnRHK3BlV1hnNDJObVNmQk4xSm44b253U3M1UHJleHJpQnBLanpqWC9yckZuTlhCREpQZU51TmJrdmhHaTZxNkgrMFlJSVJvQ2lVWlUwNVMrRTFsM1lnc21rd2xsYVRETXpjbU5JSjhndkZ3ODhITDF4R2d5Y3ZoU09EbnFQSE8vUUs4QWJ1NDFqb2s5UnVQdDVrVjQ3R20rKy9zWEhobDViN2t0bUZkTHlrNGh2eWdmcFZMRjcwLysxeHhNbTdIZ1lmS0w4cGs3OVNYNnRPcFJycy9hOEpJQW9ZUEt3V3IxVTZQSlNFcHVLZ0RCM29FVzI0enJQcEpmOS82RndhaG55NmtkM0Rsb3FwMy9TcFV6bW94c1A3c2JnSTVCN1NvTnBKVnhVRG93ZS9JelBQWHpLMmoxT2o1ZC93MExabjJJbzhxeFF0dUxhYkdzUDFHUzgyNUN6ekVNN1ZEOUloUWF2YmJDdHQrcTlCWFh2ODJuZDdBNzZrQjlUMFBjUURRNkxUcER5VXBxV3c5OUdpcTViOFMxSnZlTkVGVjNQZHczUWdqUkVFZ0FycHBhK0RiamkzdmV3OXZWaTZiZUFlV0NaK2VTbzFrWHZvVmRVZnZSNm5Vb2xTb0d0T3ZOeEI1ajZOZTJ0emxnbDVhWHpyOVhmSXhXcnlNbEo0MVhiM25XNmlxMXlLVHpBTFFKYUdHMXpaWE9wMXprWkY0U2s4a0FBQ0FBU1VSQlZQeFpBUEtLOG9uTFRLQzFmNHNLN2RMek10RWJEQUJXODZNRmVQalJwM1ZQanNXY1lNT3BiY3djT01YOEdtb2lQTzQwR1FVbGhTVW05UnhyZDc4V3ZzMjRZK0EwZnR2N0owYWpucHpDM0FxcjUwd21Fd3MyLzREUlpDVEVONWduUnQxZm83bSsvdGNITmVvdnJrK09La2NVQ2dVbWs0bGluWWJpMHNySFFseHJUZzVPbFQ3RWFVamt2aEVOaGR3M1FsUmRZN3B2aEJDaW9aRUFYQTEwYWZaUGdZVkNqWm9kRWZ0WWYzSUxsOUxpQUFocEVzVDRicU1ZMTMwa2ZoNU5LdlFQOUFyZytadWU0TE1OMzdEL3doSG0vUFVlNzA1N0ZTOVh6d3B0enlTZUEreXYxcmx3MStKeTM1K0tqN0FZZ0lzdjNkYnE2ZUtCaDVVY2NRQVR1by9pV013SlVuUFRPUlp6MG1xUmhLclljbm9uQUc3T2JvenNNc1JpRzdXMmlDSnRjWVhqNDdzTko3TWdrNW45cDZCVXFzZ3N5QzUzZmxmVUFTS1RvMUVvRkR3K2FoWnFiWkhWRld3dWpzNjRPOXRYVVZXSUt3MXUwNGNCclhxU1dMcUtWRlNOUXVtSXlza0xoVUtCWHBPTHlXaTU4ckdvWEJOWGI4WjBISXlUaFpYQURaSGNOelVqOTAzdGtQdm1CcU4wd01ISkc0VkNnVTZUQjBiWm5WQWRqZTIrRVVLSWhrWUNjRFdRcTg3alpQeFo5a1lmNXRDRm94VHJOSGk2ZUhCenIzR01EUjFCMTVCL0FuUTZnNDRpYlRIRnVtS0t0QnJVT2pWRjJtS2NuWndZMUw0Zis2SVBFWmw0bnBjWHY4V0hNK2ZpNytsYjdscEhMNTBFb0Z0SVo1dnpPaGwvbHZDNDB3Q01DUjNPOXJPN09SWjdrbHY3M0ZTaDdlbkxrUUIwc0pHSGJsQ0hNRHhkUGNrdnltZmp5ZTAxRHNEbEZlVnpJUG93QU9PN2pUQlhiYjNhWHdkWHMrVGdDcXZqYkRpeHJkTHJtRXdtM2xvK3I5STJ0L1dkeUpOakhxeHczRW5sU0Zqcm5nQThPbnFXeFFDbVBXSXpMdlBEMzcrYXh4VFhqMzZ0ZXZENy9WL0tOdU5xaXN6TzRwc3pKOUNaakR6ZnZROWRtdmphN2lRcWNGUTU0T1hzVWQvVHNKdmNOelVqOTAzdGtQdm14bkloTDRjdlQ0YWpNeGw1dW10UGV2Z0gxUGVVR3FYR2R0ODBCRW5aeVJ5NWRMeStweUhFRFNXcEFlZEpsUUJjTmYyeTUwOFdIMWhlN3BpRFNrVklreURPcDF6a1ZId0VSYnAvQW00R285NnVjZU15RTNscHlWdDhQSE91ZVV0b1hHWUNhWG5wQVBScTFkM21HUG1hQWhRS0JYM2I5T0srSVRQWWZuWTM0YkVuVVd1TGNITnlMZGUyYkdWZHQ1WmRLaDNUVWVYSXFNNURXSE44RTRjdUhTTzNLQTl2VnkrN1hwTWxHMDV1TjFlQm5keTdZbURRRW51MjNsYUhvNFBsb0ppM214Y2Z6SHlqeHVPMzltOVJLK09JaGtlcFVPSlRnL3ZnUnBlcU1hQlVLRkdZVFBpNmVkUFUwM1loRnRINHlYMVRNM0xmM0pqa3ZxbVpMRDNtKzZhSjNEZmlHdG9adVo4OVVZZnFleHBDM0ZBTVJrTjlUOEVxQ2NCVjA4U2VvMWw2ZURVNnd6K0JOYjNCd0xua0MwQkpzTWpWeVJWdlYwK0N2QU54ZFhMQnhkRUZGeWNYM0J4ZHJ2amVHV2RIRjF3ZG5ORVl0UHk4ZXdrcE9XbTg5UHUvK2ZxQmovRjE5NkdwVndDMzlMNkpzNG5uTEc1bHZkclFEZ040Y2VLVHRQUUxJZGduaUpBbVFTUm1wM0RrMG5GR2RCNXNibGVvVVhPK2RMN2RRN3JhSEhkRWwwR3NPYjRKdmNIQXpzaDlUT2t6c2FyL2JLWC9UbnJXaG04RUlLeHRiMXI0TnJQWko5aW5LVDgvdHFCYTF4TkNDQ0dFRUVLSWE4SEQyUjFIbFFNNmd4Nmp5WWpSWUt6dktRbHhRMUlwVlhnNFcwK3pWUjhrQUZkTmdWNEJ2RFA5VllwMHhYZzVlK0xwNm82Ymt4dHV6cTY0T2JsV096bHB0NURPdkxmNmMrNFljQnUrN2o1QVNURHZYK01lSnJzdzEyby9vOGxFZU94cGRrYnVSV2ZVOCtyTno1alBEZTgwbUNVSFY3RDF6SzV5QWJpOTBZZlFHZlE0T1RqUnFabnQzSEtoSVozeDkvQWxveUNMYldkMlZ6c0F0enZxSUJtbE9kdW1oVTJxMWhoMTZZSHZuOEZndE84WDVmc3pYcU9WZjNNQTRqSVNlSFBaUjNaZjUrZkg1a3NTV3lHRUVFSUlJYTRqWXpzTklTNHJrVXVaOGZVOUZWRU4rVG90RjNPeU1HS2lnNDhmbm81TzlUMGxVVTJ0ZkpzenRwUGxYUFAxUlFKd05aQ2VuOG5tVXp0cWRVd1BGM2NXUGpyZllwWFJKdTdlVnZ1OXUvSXpOS1VWc1ZyNmhwUTdOeVowR0VzT3J1Qm96QW1TYzFJSTlna0NZUHVaM1FBTTZkZ1Bad2ZiUDFnVUNnWERPdzlpeGRIMW5FKzVTRnhHZ2puNFZCVXJqNjRIb0pWL0MvcVc1bGl6eG1ncUNZUXBsVFd2dW1xdjFOeDA4M1Z0S1N2Slh2WjEyVlpoZTVpUU11NUNDQ0dFRUVKY1R6b0d0dUh0U2MrWjArMkl4dVZNWmhxZmh4OUFaelF3SjJ3bzNmd0M2M3RLb3BxY0hCeHhkYlNjYTc2K1NBQ3VCdEp6TTRoSWpLclZNVDFkUFMwRzM2NTBLUzJXWGVjT3NPdmNmdktMOGdITXdiZHV6YnN3dnZ2SWN1MWIrSVVRMnJ3elp4UE9zZXJZUnA0Yzh5QnhHUW1jdWh3QndQanVvK3llMy9BdUpRRTRnRzFuZC9Id2lIdnM3Z3R3SmlHUzh5a1hBWmpaLzFhYjdYV2x1Zk1jbE5mK3Jmcml4Q2ZwRk5TdXd2Rml2WmJuZm51OTByNWYzZmNoTGhhQ21wZlM0NW0zYm42dHpWRUlJWVFRUWdqUnNMZzZ1alM0UC95RmZUeGMxRGc2dW1BeUd2Qnc4Y0RiMWJPK3B5U3VJeEtBcXdVanV3em1rWkgzV1QwLzU4LzNTTWhLNG8xYlg2RExGWlZScnhTWG1jQWJmMzFnZFl5NHpBUjJSKzVuMTdrRFhNNUtySEIrY3UveHpPdy9oYWJlbHFzNlRldDNNMmNUenJIK3hGYW1odDNNd2oyTE1abE1CSGo1MDZ0bE54dXY4QjlkZ2p2UzFEc0FyVjVMZ0tlZjNmM0tuRTBvQ1ZnR2VnVXdzcXZ0NWFCbGdVVW5LNFVTNmxLUWR5Q3RBMXBXT0s3V0Z0bnMyOUl2cEVMQkM0QWlYWEd0ekUwSUlZUVFRZ2doaEJDTmh3VGdhb0dMZzB1bHdhaXk3WlBlYmw1VzIrV3E4Nnoyajh0STRMR2ZYaXgzek5QRmc1RmRockR0N0M2S3RNVU02ZGpmYXZBTllIRDdmalQzYlVaQ1ZoSWZyUDdDdkFydDdvRlRiYTY0dTlyY0tTL1J5cjlGdFlKaWR3eThqWUVkd3NncXlMWnJWVnRlY1FGQWcwdWVLSVFRUWdnaGhCQkNDR0V2Q2NBMUFzMmFORVdwVkdFeUdlblR1aWNUdW85aVlQc3duQndjMlhsdVAyQjdWWlZTb2VTUmtmZnk5b3BQek1HM1ZuNGgzTlJqZEpYbjB5R29iWlg3WEttVlgzTmErZG1YT3k0OUx4TUFMemV2R2wxVENDR0VFRUlJSVlRUW9yNUlBSzRXN0k0NndNbkxaNjJlVDgvUEFHRGUyZ1U0T1ZwZU5hWXo2SzMyZDFRNThzelloK2pYcmsrMXRuMldHZGl1TDBFK2dhVGtwQUV3Tld4eWc2L0NtWlNkREVDUWwvWFZmVUlJSVlRUVFnZ2hoQkFObVFUZ2FrR3hUb011UDlQcWViM0JBRUJPVVI1S0s0dlZiRlhFbk5SclhMWG5WMmJCMWgvTndUZUFYL2Y5UlkrV29ZUTBDYXJ4MkhVaEtUdUZ2TklpRTYzOFc5VHpiSVFRUWdnaGhCQkNDQ0dxUndKd3RXQjh0NUc4TVBFSnErY2YvZWxGNGpNUytHam1HL1JzR1dxeHpZWFVHSjcrNWRVNm1aOUdyMlgrNWgvWWRuWVhBRzBEVzNNNU00R3NnbXhtTDNtYnQ2Zk5ydkcyMHJxd1AvcUkrZXZ1TFRyWDQweUVFRUlJSVlRUVFnZ2hxazhDY05lNWxOeTBja1VYdW9SMDVNUGIzK0JVL0ZuZVhmVWZNZ3F5ZUhIeFhKNGUrekFUcnNvSHA5WVdFWmR4MmVZMU5LV1ZQZlBWK1VRbW5TOTNMajRqb2R6WHRyYTh1anU3MGRLdk9RYWpnZlVudHdMUU1hZ2RnZld3QmJWUW83WllIS080dERKclpVd21FM3BqeFczRlJxT3hWdVltaEJCQ0NDR0VFRUtJeGtNQ2NMWEFZRFNnMWhaWmIyQXMyVjZxMVd1dHR0UHFkYlU2SjZQSnlPcndUZnk4ZTRrNVlEU2dmVjlldmZrWjNKeGNHZGcrakhlbnorYkROVjlTcUZIenhhYi9zajFpTjArUGVZaldBUzBCaU11NHpQT0wzclQ3bWtkalQzSTA5cVRWODE5dCtjSG1HR0d0ZS9MQnpEZFlkMklMU2RrcEFOemN1K2JiYjZ2am5aV2ZWcnZ2dEs4ZXFNV1pDQ0dFRUVJSUlZUVFvakdUQUZ3dDJIcDJGMXRMdDNkVzVzMWxIMTJEMmNEUm1CTXMzTDJFQzZreEFDZ1VDdTRjTUpWWncyYWlWQ2pON2NMYTlPS3Jlei9nL1RWZkVKc2V6Nm40Q0I1ZitESUQyNGN4YStoTUZBb2xMbzdPMTJUT1pad2NuTGlRR3NOUHV4WUQwTUkzaExHaHc2L3BITXE0T2JtaVVsbStSZkpMYzlOWjQrZnVpMEpSTWErZnpxZ25WMTE1WHlHRUVFSUlJWVFRUWx4ZkpBQlhDenhjM1BIMWFGS2pNWFI2SGNrNXFUV2V5L29UVzVpLzVVZno5ODE5bS9IU3hLZm9HdExSWXZzV2ZpRjhQZXNqbGh4WXdaK0hWcUUzR0RnVmR3YVhVYk5vRnhqRTZoZCtxL0djcXVyUXhXTVU2elFvRlVwZW5QZ2tEc3I2ZVp1K1BXMjJ4Wng5YW0wUlU3Kzh2OUsrUHo3NkJXNU9yaFdPUnlhZHI5S3FRaUdFRUVJSUlZUVFRalIrRW9DckJVTTdES2kwQ0lNOWFxc0l3MDA5UnJNamNoOHg2ZkhjT2VBMnB2U2RoSk9EWTZWOUhGV096QnA2QnhONmpPYjNmY3ZwMGJKcnZWWkdIZEN1TC9jTW5vNkhxNmZWd0tFUVFnZ2hoQkJDQ0NGRVl5RUJ1QnE0YitoTTdoczZzMWJHYXQrMERadG4vMVhsZnN1ZStWKzU3eDJVRHN5OTdTVlVDaFVlTHU1VkdpdlFLNkRHZ2NUYWN0K1FtU2dVaW5xNTlzWlgvcWowdkp1VHE4WC9WL2I4UCt6U3JHTzEvajhMSVlRUVFnZ2hoQkNpOFpJQTNIWEkyOVdydnFkUVkvVVZmQk5DQ0NHRUVFSUlJWVNvYlVyYlRZUVFRZ2doaEJCQ0NDR0VFTlVsQVRnaGhCQkNDQ0dFRUVJSUllcVFCT0NFRUVJSUlZUVFRZ2doaEtoREVvQVRRZ2doaEJCQ0NDR0VFS0lPU1FCT0NDR0VFRUlJSVlRUVFvZzZKQUU0SVlRUVFnZ2hoQkJDQ0NIcWtFTjlUNkF5QmNVRnhHY20xdmMwaExpaDVLcno2bnNLUWdnaGhCQkNDQ0hFZGFWQkIrQjJSTzVqNy9sRDlUME5JVzRvZW9PK3ZxY2doQkJDQ0NGRW81U3R6bVhQeFNNazVhWFY5MVJFTmFTcUM4aE11NHpCWkdUVjhWd091SG5VOTVSRU5UWDE4R05raDRFMGNmT3U3Nm1ZTmJnQW5MUEtDYVZDaWRGa3hHQTBZREFhNm50S1F0eVFGQW9Gemc1TzlUME5JWVFRUWdnaEdvM3Q1L2Z6eHRyUHlDak1ydStwaUJvNmRhNitaeUJxd3NmVmkzbFRYbVZHcjRuMVBSV3pCaGVBNjlleU82TTdEdUppUmx4OVQwVlVnOVpnSUV0VGhBbndjM2JGU2FXcTd5bUphbXJ0MTRKaDdmclg5elNFRUVJSUlZUm9OQzVseEV2d1RZZ0dJS2NvajBzWjhmVTlqWElhWEFBdU5MZ2p2OXo3R1hwWitkWW9uYzVJNDlQd2ZlaU1SbDRQRzBaMy84RDZucEtvSmdlbFNsYkFDU0dFRUVJSVVVMmRnenZRdVZtSCtwNkdFRGVVYzBuUm5FdU9ydTlwV05UZ0FuQUtoUUlYUitmNm5vYW9KamRuVnh3ZG5ERVpEYmc1dStMaDdGYmZVeEpDQ0NHRUVFS0lheTZzYlMvdUczSjdmVTlEaUJ2S2IvdVdOdGdBbkxLK0p5Q0VFRUlJSVlRUVFnZ2h4UFdzd2EyQUUwS0l4aUpibmN2TzZJT2tGbVRXOTFRYXBYU3RDYlhPaEJFVHEwOXZZNytUb3I2bjFDaDVPWHN3cXVOQWdyMGF4NVovdVc5cVJ1NmIyaUgzelkwbFUvZlBmYlArN0E2T1hwRDdwam9hMjMwamhCQU5qUVRnaEJDaW1yYWYzOCtycStlUlU1UlgzMU5wbEpRcUoxeGRmREVwNEhCUkZrYUR0cjZuMUNpNU9ycnc4dWhIZUg3VVEvVTlGYnZJZlZNemN0L1VEcmx2Yml4S3BTT3VybjRsOTAxeE5rYTlwcjZuMUNnMXR2dEdDQ0VhR2duQUNTRkVOVjNLaUpjL2htckFhTkJTV0poUzM5Tm85SXAweFVTbngxS2tLOGJWMGFXK3AyT1QzRGMxSS9kTjdaRDc1c1ppTk9ya3Zxa0ZqZTIrRVVLSWhrWUNjRUlJVVF2YUJyYWlYV0RyK3A2R3VJRWtaYWNRbVJTTjBXU3M3NmxVbTl3MzRscVQrMGFJcXJzZTdoc2hoR2dJSkFBbmhCQzFZSENIL2xMbFNseFRXMDd2SkRvMUJxMis4VzVCbFB0R1hHdHkzd2hSZGRmRGZTT0VFQTJCVkVFVlFnZ2hoQkJDQ0NHRUVLSU9TUUJPQ0NHRUVFSUlJWVFRUW9nNjFPQzJvT1pyQ2prY2Q1SzBmQ216M2hpbGFmUW9UVG9jRmJEei9INGk0aHJjVzB6WXlkKzlDZjFiOThMYnhhTytweUtFRUVJSUlZUVFRalJxRFM0NmNpQW1uQmVXdjBkS2ZrWjlUMFZVZzFMcGdLT3pGNkJnaHlZWG8xRmYzMU1TMWVUbjVzTzgyK1l3dGNmNCtwNktFRUlJSVlRUVFnalJxRFc0QU55bHpNc1NmR3ZFakVZOW1xS3MrcDZHcUFXWjZoeWkwMkxxZXhwQ0NDR0VFRUlJSVVTajErQUNjRmNLOW1sS2EvK1c5VDBOSVc0b2w3TVNTY2hLcXU5cENDR0VFRUlJSVVTam90RnJjVlE1b0ZSWVQ3ZGZxRkhqNXVTS1FxRzRoak1URFVHRERzQU5hTmVYSjhjOFVOL1RFT0tHOHR1K3BTemF0N1MrcHlHRUVMVk9iOVRqb0d6UUgzMkVFRUlJMFFDdENkL01rWmpqREdqYmw4bTl4MWxzY3premtmZlhmTUdRRHYyWU5mUU9xMk85dStvemlqVEZQREhtZnJxR2RMTHIrcHRPL1kzZVlLQlhxMjQwOXcydXRPMkp1RE44dCtOWHZGdzhtWGZuWEx2R0Y5ZUdmQW9WUWdqUjRDdzV1SUo5NXc4enNIMC83aDA4dmI2bkk2NERKcE9KRDFkL1NWeG1BdU5DUnpDai95MDRxT3JtWTlEcHl4Rjh2dkZiZXJZSTViSFJzM0IzZHF1VDYxUkZRWEVoNjA1c1plT3BiWHd3NHcyYkg5NkZFRUtJeWl3L3NvNGRrWHRyZmR5dlozMWNvLzVKMlNrc1BiS21XbjBmSDNVL0xvN09Gcy9GWk1SeCtHSTRUYjBDclBiUEtzd2hOajJlMlBSNHVqYnZURmpybmhYYWJENnpneE54WndDNGtCcHJkd0J1MGY1bHBPZGxNS0huR0Y2NDZmRksyeFpxMUZ4S2k2V0p1N2RkWTR0clJ3SndRZ2doS2lqVXFNa3J5aWUzS0krY3dseXlDckxKTE1nbUxTK0QxTHgwN2g0MG5SNHR1N0lqb25vZnZBSzkvT25lb3F2RmN5YVRpVTJuL2lZbEo0MVFPeitVQ0dITEg0ZFdzaS82TUFEcEJabDFGbndEMkhKNko4azVxYmc2dVRhSTRCdEFVazRLUCs5WmdzbGtZc0hXSDVoM3gxczFIbE9yMXhHWmRMNFdabGVSaDRzNzdRSmIxOG5ZUWdnaGFpNHRMNTNvbEV1b2xBNDRxbFExR3NzRWFIUWFxK2ZQcDF6RVlEUlVPb2FYcXhjaFRZTElLc3htdzRsdDFackh3OFB2QVNzQk9IdjBiQm5LdExDYldYRjBQWjl2K0QvKys4Q25lTHQ1bWMrbkYyVHkvZCsvQW5CVDkxSGMydWNtdThhOWtCcERlbDVKbnZ5eFhZZFZlMzZpL2trQVRnZ2hCRkR5Uk82SEhZc28xS2d4MnZpUTQrcmtTcGVRam55eS91dHFYV3RveHdGV0EzQ25Ma2VRa3BNR1FIak1LVjc0dlhhWHprL3JkelBET2c2czFURkZ3N2JuL0VGKzJmTW5BRjJDTy9ERTZQdnI3RnFGR2pWN3poOEVJTGN3cjliZnY3MWFobkwvc0RzQlVHdUw3TzdYM0xjWjQwSkhzT1hNVGs3RW5XRm41RDc2dCt0VHBXdTdPYm1XK3o2M0tJL1pmN3hUcFRIczFhdGxkOWsySTRRUWpjQ1V2aE40Zk5Tc0dvMlJucC9KdmQ4K2FmWDg2MHMvSkw4b3Y5SXhobmNlekJ1M1BsL3UyRzE5SjlxOGRrR3htbTFuZDlrM1VUczhNUHd1anNhZXhOdlZFNlBKWkQ1dU1wbjR6L3IvbzZDNGtNN0I3Zm5YdUVmc0h2UGd4WEFBQXIwQzZOYThDeTh1Zm91WTlIaXI3Y3VDbGRtRnVVejl5blpLci8rN2Z4N0JQazN0bm8rb1BnbkFDU0dFQUNEWXU2bjV3NDJUZ3lNZUxoNW85Vm9LaWd0cEhkQ1NIczI3NHVQaFJSTlhiNXA0TkVHbFVESXVkQVJSeVJlSXowcWtwVzhJbllMYlYzcU5JekhIeVZIblZib3E2SytEcTh4ZngyY2wxczZMdThMSUxvTnJmVXpSY0IyTk9jSEhhNy9DVlBvaCtFSmFERFBtUDJSMy84VlBmVmVsVld4cmoyK2hTRnNNUUdaaEZwbUZ0VnNaM05mZEJ5alpVanA5L29QVkh1ZWp0VjlWdWMveVp4Zmk0ZUp1L2w2Qnd1cFduYW95bWt4bzlkcGFHVXNJSWNTMW85ZnJLU2d1ck5FWWFvMzlENVNzc1ZUUTRNa3h0bjlQeG1jbTFDZ0E5OFhHLzdMejNMNXl4M1FHQXluS05CNzQvbC9tWTFldThydVlGc3Z0QzhwL0ZubHh3aE9NNkRMRTRqWDJsVDdZR3hzNkRJVkNRWkcyR0xWR2JkZjg3R2wzWmFCUTFDMEp3QWtoaEFDZ2EwaEhGajN4ZjNpNGVPRHE1QUxBdDlzWHN1cllSZ2ExQytPQjRYZFc2UFB5elU5ejZuSUVyeXg1bTN4TkFVK09mZEJxc09Kc3dqbTJSZXpHUWFYaTlnRlRMTFk1bDN5Qm83RW5BZmpzcnJkcDE3Uk5MYjI2ZnppcEhHdDlUTkV3SFk4N3pUc3JQME52K0dkRnA4NmdSMmZRMnoyR3FRb2ZTb3QxR2xZY1hRdkFnOFB1NHRhK0UreWZySjFVeXBKdFBncUZBcmRydkwzMTZqOXUvRDE5V2YzQ2J6VWVOeWs3aFhucjVuTXUrUUlBd1Q1TmVXQ0U5ZVRWUWdnaEdvNDF4emV4NXZpbU9yM0dzbWYrWi9YY095cytaZitGSTdnN3UxcHRVNWMwQmkzRk9nMXVUcTRFV1ZoRmxwU2RUTEZPUTVCUElHNU9GWDl2cCtTa290WVdvYmV5KytSQ2FneVgwdUpRS3BSTTdEa0dnQy91ZVEranlXaDFUb2N2aHZQUjJxL3djZk5pNFdNTGJMNEdWMGNYbTIxRTdaQUFuQkJDQ0FBS2k5V3NQN0VOTjJkWFpsb0prQUY4di9NM2ZOMjhHZDk5RkY2dW52Um8wWlcrclh0d0xQWVVDN2IreUp6SnoxYm9rNTZYd1FlcnY4UmtNbkgzNE9tMDhHMW1jZXlGdXhjREVOYTJ0OVV0cWtMWVkvZTVBM3l5ZmdFNmd4NFhSMmZlblBJaUxmeENiUFpiZG5ndGE0OXZCdURtWHVQS3JmaXkyZmZJV25MVitYaTdlVEtsNzBSeklMc3V1RHU3c2ZLNW40R1NJR0dScm1UVlhkazIwZDhQTEtOZFFHdjZ0TzZKazBQbFFlZnN3bHhXSDl0STk1WmQ2RnVhTURwWG5RZUFwNnNIU29XeXJsNEdtOC9zNE50dEM4MnJCc2VHanVDcFNnTDVRZ2doR3BhVy9zM3AxTFJkamNiUTZEWHNqanBZcmI3cEJaa0ErSG40Mm15MzVsaEpvUEQrWVhmVWVsWDBucTFDZVh2cTdBckhYMTd5YjA1Zmp1UmZZeCttWDl2ZUZjNi92ZklURGtRZnRUcnVwbE4vQXpDZ2ZSOENTd3RBMkZwOTdsajZzRm1oVUZSSUh5SHFsd1RnaEJCQ0FLQTE2dmpyOEJvY1ZTckdkaHRoM3VwMnBiUzhkRlllV1k4SkV3UGE5Y1hMMVJPQVoyOTZqQ2NXdnN5T2lMMjA5QXZoN2tIL1ZDNU55VTNqOWFVZmtGbVlSVmpiM3R3MWNKckY2MjgvdTVzVGNXZFFLQlE4TVBRTzNsajJFWWxaU2JYMit0NlovaXF0L0pyWDJuaWk0VnB4YkFQZi8vMExKcE1KRjBkbjNwMCtoNTR0UTIzMjIzeG1oem40TnE3YkNKNnBRbjZXeE93VS9qeTRFb0E3QjAxbitaRzFiRHU3dTNvdndJSzdCay9qcG02akxKNUx6VXZuL3U5S3RybHNudjBYa2NubitYWFBYd0M0T2JyUXYzMGZoblVlUkw4MnZYRjJjREwzaTAyUFovWHhUV3c3c3d1dFhrZGNSai82dHU2SlJxOWw1dGNscjMzUms5OFM0T2xYYTYralRINXhBZk0zZjIvK2c4dk4yWTNueGovS1NDdmJiNFFRUWpSTVlXMTYxVW9PdU9vRzROTHkwZ0h3YzI5U2FidXMvQnorT3JRYWdIdUgzSTZEaldkTEJxT0I5UHhNOC9kRnBYbFhpN1RGcE9TVzVDcTI5S0R0Uk53WjlFWTlZVzE2V1J6WGFETHk5ZGIvY1ZQMzBYUUtyanh3cWRGcnpaVm1iK2xkdm1DRDBXU2syRXJoQ3AxQkI1UThvS3NzWDZ3RTU2NDlDY0NKQnFWSVc0eFdyeTFYTFVZSWNXMEVlUGd4dlBNQWRrVHNZK25oTlJZL1RDMC92QmFqeWNqbzBHSGxWaE1GZVFmeTZ1Um5lV2ZscC95eTUwK0t0Um9lR0g0bkorUFBNbS9kQXJJTGMrZ2Ewb2szYjMzQjRtcWFISFVlMys4b3JRclZiUlFkZ3RxU1U1aER4aFVmZkdyS1VJVnRoNkp4S3RacCtIckxqMnd0emVYaTRlTE9lOU5mbzJ0SVI1dDk5MFlmNHN1TjN3RXdvc3NRWHB6NHBNVjhNcFlZVFVibWIvNEJyVjVIQzk4UWJ1MDFuaDkzTHFyVjkyOXg2UW94ZTNRSjdzai9Idm1LZ3hlT3NEZjZNRHNqOTdNemNqOXVqaTRNNkJCR2wyWWQySFh1QUdjVHpnSFF1VmxIN2hwNEd3UGJoOVhhZkN0ek12NHNuNnhiUUVaQlNYNjhiczI3TVB2bWY5SFVPK0NhWEY4SUlVVHQyUkd4aDlPWEkybzB4cFdwSWlxVG5KTmFybGlBUnE4bFYxMlN2empBcTNZZkZtVVY1cGdmYmwxcDI5bGQ1cHh4azNxTnJkQm43dktQY1hOeTRidUgvb09QaGI5cE41L2F3Zm9UV3prUmQ1cnZILzVQcFhQWWZtYVhPYjlldCtaZHlwMkxTSXppcGNYL3JyUi9qanFQcVY5YUx6eTFlZlpmbGZZWHRVOENjQTJZV2x2RTJ5cytvVzFBSzhaM0gwbmJ3TloxZHExZGtmdklLY3FqdVc4ejgvYVRNcGtGV2V3OWZ3Z29xVnhvYTNsdmRhMDRzbzRsQjFmU28wVlg1dDcyVXAxY1F3aFJ1VnQ3VDJSSHhENDJuTmpLM1lQS3IxUkx6VTFuL2NsdE9LaFUzRHY0OWdwOUI3VVA0NldKVC9HZlRmL2x6ME9yT0hEeEtQRVpDUUQwYjllSE9aT2Z0ZmlrMEdneTh2SGFyOGhSNStIbDZzbURJKzRHNEp2NzU5WEJLeFRYcStTY1ZONWQ5VG1YMG1JQkNQSUo1TjFwYzJqbGIzdlY0NEVMUi9sb3paY1lUVWFHZE9qUDdKdWZydEsyeThYN2wzTWkvalFBL3hyM01BNHFCNTRZOHdCUGpMRmRlYXl1TlBjTlprYi9XNW5SLzFiUzh6TDQ3OSsvc1BmOElYWkU3R1ZIeEY1enV3ZUczMmwxVldwdDB4djAvTEx2TDVZZVdvM0paRUtwVkhIUDRCbmNOZkEyYzI0N0lZUVFqVXRlVWFFNWpVQjEyY3EybXBHZnhmdHIva05jV2p3L1AvRTEzcTVlNXVObFFwb0UxMmdPVjd1NjBKRFdvTWRvTktCU091Q29Ldm1kNWFSeXBJaC9YcnV2dXc4UGpyaWI3N2IvekxmYmYrSzFXOHBYWmMwcXpPR24zWXRSS0JROFArR0pTcmZCNm8xNi9paGRzV2VMdjBmbHEvK3VaREFaeVM3TXRidTlxRjBTZ0x2R2ZqK3dqRXVwY2J3MDZTbWJTejcvdDJzUkorUFBFcGtVemVTcmxweld0ajhPcmVaU1dpeWp1ZzZ0RUlCTHprbmwvN1l0QktCZFlPczZDOENsRjJTUlY1VFAzdk9IT0hVNWdoNjFrUDhwc3lDYjV4ZTlXUXV6KzhlWDk3NlBYeFYreUFuUm1IUU42VWhMM3hDU2NsTTRseFJkN3R5U2d5dlJHZlRNNkg4TElVMkNMUFlmMHJFL0I2S1BzaS82a0RuNDFzVGRod2VHM1drMXA5T1cwenM1SGxjU3ZIaDY3RU40dUxpaE45YmVhaldWUW1YM1NpYlJlTGs2dVZMMkViNVBxKzcwYk5XZDUzKzM3K2Qva2JiSVhHemhlT3dwYmw5Z2ZldnBuTW5QTUtCZFgvUDNsN09TV0xSL0dWQ1NNNjViaTg2MSt2NVZLcFRWeXNHbU4rbzVjL2tjQjZJUHN5ZnFzTGthcTdlYkovM2E5T0hrNWJPazUyWHc4KzQvMkhabU4rTkNSekNtKzNBQ1BHcC91eWxBUWxZeTg5Yk41M3pLUmFBa1FEcG44ck4wYVdaN2RhSVFRb2lHYTByZkNWYTNvTWFreDdIMDhGcTgzYndxM2FhYW5wL0p2ZDgrYWZXOGo3c1h1ZW84MUxwaS9qeTBtc2RHM2dkQVFsWWlBRTRPanJXK2l2cnFRa05mYmZtZURTZTJNYW5uR1A0MTdtSHo4WS9YelMvWDc3WStFOWdWc1pjVGNXY3FCTHBXSEYxSFhsRSt0dys0MWViZnV0c2o5cEJhdXRXMU1tN09idnorMUhmMnZDU2dKUDNFNHd0ZnRydTlxRjBTZ0x1R0loTC95Y2tTbjVIQTNLa3YwZEpLUHFLREY0Nnk3dmhXQU80YU5CVmZENTlLOTI4N096ZzErcWZIOXc2ZXdkOW5kNU9qem1QaDdpVjhjYzk3TlI3VGFES2E4d0xVbHNvcXpnaHhQWGoycGtjSjhtbEtnS2NmUjJOT21JOC9NdUllZ3J3Q3VLVlB4UWNDY1prSmJEcjFOMXRQN3lTL3VBQ0FRSzhBMHZMU3lTN000YW1mWjlPK2FSc0dkZWhIanhaZDZSalV6dnhVY1ZpbmdTdzV1SUxlclhxd1BXSVBINjM5cWxaZnoyT2paakc5MytSYUhWTTBQRDV1WG53OGN5NDd6dTFqU3U4SnJEbStDYlZHWGVWeDFMcktuK0pmdlUybWhXOHpoblVjUUVKMk1yNGV2dHo4MmQxVnZtWmxCclR2eTd2VFhxMVNueDkyL3NhR2s5dk5yOTlCcFdKUWh6REdoWTVrUUxzK09LZ2NPa3dxTlFBQUlBQkpSRUZVTUpxTWhNZWRadE9wdnprUWZaaUZlNWJ3ODk0LytPYitlVFMzVWlTbEp0WWUzMlFPdm8wSkhjN1RZeCtTUWd0Q0NOR0lQVEx5WHU0ZmRpZU9LdXNoaGN5Q2JMYWYzWTFTcVdKU3o3RldpM0Q1ZS9peTh2bGZySTdqb0hUZzNzRXorR1Q5MTZ3TjM4ejBzSnZ4OC9BbHFyUjZkblBma0NvOXJGSlFkdzltbFFvbGMyNTVGZzhYRHp4ZFBNcWRlM2o0UGZSc0VVcnYxdDBySFVObjBQSEhnWlYxTmtkUmZ5UUFkdzExRGVuSWN6Yzl4b0t0L3lNK0s1SG5mbnVEMTI5OXZrSTFsUGpNQk9hdCs2ZGM4Qzk3L3VTWFBYOVdPdlpidDczTWtJNzk2MlRlMVRWMytjZm1QZXYyS2x1bEVwRVl4Yk8vdm81S1pYOVE4WUZoZDFhYVpQdVZTVS9Udm1tYktzMm56SVhVR0Q3ZDhFMjErZ3JSV0t3N3ZwVkRsNDZWT3haWHVvcHRWOVIrTHFhWGJPMDdteFJGYUxOTzlHcmRuYU14SjloMy9yQjUyeCtVckd5NWQvRHRqQTBkem9YVUdIN2J2NVRERjhPNWtCckRoZFFZb09SZUQvVHlaKzZVbCtnUTFKYTNwNzVDU0pObS9MVHJkem9FdFVWdk1KQ1VrMEpMRzFVclk5UGphZVhmd3VJS3Qvak1SRFE2amF4K3U0RjR1M2x4VzUrSjVZNTV1TGd6Lzc2UGFqU3UzcURuc1o5ZXRIcitYK01mUWEwcElpSXhpZzVCYllHUzkyWUx2NUJLSDQ0bDU2VFN4TTBIRjZlSzFjd3k4alBKTHN4RldZMzNiNDhXWFZrVHZvbEJIY0lZMm1FQWd6cjBxeERzVWlxVWhMWHVTVmpybm1RWDVyTGw5QTZpMDJKb0Y5Z2FqVjViNVd2YXk5UFZrOWszVjh5cEk0UVFvdUc3a0JyRFM0dmZxbkkvbzlIQUV3dGZxbExsMFg1dGV2SG1GV21KUm5VZHloOEhWaEtmbGNqaUF5dDRadHdqbkVzdWViRFRzZlIzYjJVTVY2eE9yeXhvV0YzbmtxS1p1L3pqQ3NkajB5OEQ4TnZlcGF3cExmUlU5bCtBNk5LSFUxZGFlbmdOU2RrcEJQa0VrcEpUK1NxNFltMHhML3crMSs1NWF2U1dDemVJYTBNQ2NOZllwSjVqQ2ZacHludXJQcWRRbythdDVmTjRiUFFzcHZhZEJKVHNZMzlyK1R6VTJpTGNuZDN3ODdTKzNWTmRYRWhHUVRZQUttWFZ0NmZVdGNpa2FQS0w4cXZkUHlybFFwWGE1OXE0VnBCUElLMERXbFpyTGdXYXFnVVNoV2lNWWpQaU9Yd3gzT0s1cE93VWtySlR6Tjg3cVJ3NUZuZVNVL0gvSk4zdDFyd0x0L1llejlCT0F6R2FqQlRwaW1ucDM1eDNwNzFLY2s0cVc4L3NaRy9VUWVJeUV6R1pUTGc1dVptRDRtMENXZ0dZYzJhOXRmeGpZdExqR0JNNjNQeno4V3JienV6aTB3M2Y0T1RneE50VFg2bFF2T1daWDEvamZNckZHeUlBWjBUQjZjejBjaFV1RzZvODQ3WDlmYVZRS0sxdW1RWllFNzRaclY1RDl4YWhWcXVSMlFwSWVidDY0ZTNxUmJCUFU4YUVEbWY1a1hWOG4vSXJJYjdObURQNUdZdC9jTVJsSnZEc3I2OVJyTmZ3OHMxUDBUbTRRN256MysvOGplV0gxNktrYXY5ZXE4TTNBakJyeUV5Y0hKMG8xS3JOeWFJcjQrTGtUUGZtblZrZHZoR0Q4Y1pZNlMzM2pSQkNWSTJEVWtVVGQ1OXJjaTEzMS9Lcng1UUtKZmNObmNrSGE3NWc0OG0vbWRIdkZ2UEthbnZTR1JTWEJwNmNISnpxNUxOaGRtR3UxYy9SWVAvZnRxbTU2U3dwWGYzMjBMQzcrTkRHemhDanlVaEVZcFQ5RXhYMVNnSnc5YUIzcSs1OGR0ZmJ2TDcwUTdJTGN6aWJHTVdVUGhQSVVlY3g1OC8zU001SnhkUFZrOC92Zm9kV1ZyYW9GbXJVdkxUNDMyUVVaRE9nWFo4S3ErZ2FnbGR2L2hkYXZjN2lPYjFSajBhdnhkM0p2dTBuQnFNQnBVcUp3bVQ5aDJXbjRQYlZtcWNRb3NRZGcyNWpRby9SNXU4VHM1UDVjTTJYQUV6b01icGMrWE1QRjNmVUdqVmZiUHFPUVIzQ0dORjVTTGtneCtLOXkxbTBmeG45Mi9YaHZlbHpDUFpweXF5aGR6QnI2QjBrNTZSeTZuSUV3ZDVOclg0QUd0ZDlKSWN2SGVlLzIzOUdxVkF3NWFwVlRaZlNZbG13OVVjQTJnUzByTFJ5OG8wUWdOUGl5T2ZIRDlYM05PeGkwam5XOXhUSytYWGZYK1FYNWZQb3lIdXRCdUNxYW1EN01QNDh0Skk5NXc0QThQb3R6NVhiR2xPb1VmUEJxczhwMW1sbzZkZWNGcjRWVjNvcUxIeGxqN0tjclhVbE5qMmVsLzk0cDhyOU5LVmJlL09MOHBteDRHRWJyY3NMRGVuRU85Tm1WL21hdHNoOUk0UVFWZE02b0NVL1A3YkFkc002TXF6VFFGcjV0eUF1NHpMLzJmU3RlYkdIUFFFNGpiYmtZZHFWaFJWcTA0QjJmWmh6eTNOVjd2ZngycTg0ZEVYZ2JsWDRSclI2TFVNNjlLZHI4ODQyKzdzNXVkcXNwbnFseTVsSnZQWlh6Vk05aWVxUkFGdzlhUnZZbWkvdWVaYzF4N2Z3eUloN1NNL0w1TTJsSDNJNUt4RTNKMWZlbi9HYTFlQ2IzcWpuZ3pWZkVwTWVSNmVnOXJ4KzZ3czI4Ny9wRERwMlJ1Nm5oVjhJbmVzZ1VIWHFjZ1NoSVozS3pjTmFVREF1STRGNTYrZmo2OTZFOTZiUHNldVA0OFVIbGhNZWU0cVhKajVWcnZTMEVLTDJCSGo0bFV2QXZpdnFnUG5ySm00K3RBbG9XZUZuellKWlZkL2FGK3pUMU9aOVBLempRQjRiZlQvZmJmK1psTnp5ZVJ5ekNuTjRhOFVuRk9zMGpPODJzbHdpM0N1VjVmY3cybG5hdmpGVEtCUm9qWTNqZFRwVW82QkFZeFBTSkloM3ByM0s3RC9lSVUrZFI3Rk9ZeTY4WkRRWitYamRmT0l5RTJuWHREVWYzUDY2eFZ4b1piOGJEU2JiLzE4OVhUeDRkT1M5TnR1ZHZCeGhmanAveDREYjhMcHFkVUVadmRISXd0MkxyWnd6MUdoMU8xRGwvb1YxdEFwZDdoc2hoS2crdlZIUGdzMC8xdXFZclFKYU1DM3NacXZuRlFvRjl3NmV3UWRydmpEdnd2RDNhR0pYeGZQc3dwS2RZMlVWVkd2TG5NblBNbWZ5czlYdS8rNzBPZVcrNzlPcU94dE9iT1h4MGZmYk40QkNRWUNuL1FXVUNxdVlJa3JVTGduQTFhTmdueUFlSHpXTDZKUkx6RjMrTWRtRk9YaTR1UFBCN1c5VUdpVDdadHRQSElzNVFiTW1RYnc3WTQ1ZFVmelpmN3hMUkdJVXd6b1A0czFiWDZqTmwwRkNWakt2TEhrYmY0OG1QRFArVVFhMkQ2dTAvWjZvQTF4TWplVWlzU3cvc280Wi9XK3B0SDJPT28rbGg5YWcxaFl4KzQ5M1dmam9WempVd2I1OUljUS9ERVlEZjUvNVo5dGFURVk4ai83MEluY011STJidW8rcTlldnRqejdDd2oxTEtoeDNWRGx3Tk9aRXVXSVErVVg1NXFwUzU1S2lMVlp5K25ER1B6a2tiNFRDS1k0bUxhLzFIZHdvdHRJdERWL0QzL1U5aVZxV2taL0ZhMHZmcjNEY1FhRWlJeitUNXhhOVlUNm0xV3ZOK1Z6eWl3cDVhY20vSy9TYk5YUW1Eb3FTMzNQMnZIL2RuZDJZMGYvV1N0dVlUQ2EybnQwTlFGamIzancwd25xeENMMVJUN0cyWk1YYTFSWGJnMzJhOHY2TTEyek82V29iVG14ai80VWp1RG01OHZxdHoxZXByNmVWUUdGTnlYMGpoQkRWWnpBYTJYUzZkbjh5aGJYdVdXa0FEc3F2Z29PUzMybjJTQzZ0S0JyY3BQWVhjNlRscGZQVDdvcWZZKzMxMFBDN0NQUXFxZUxhdDAxUG5oMy9HRTI5QTBqUHo3U3JmMlhGR3E5V1hJZDVYb1Z0RXNXNGh0YUViMlpnK3o3bW02dk16blA3eUM3TUFVcjJ0bisrOGYrc2ptRTBHa25JU2dLZ1dLZmhsVC9lcnREbTdhbXpLK1M3NmRlMkZ4R0pVZXcvZjRTc3doeDhhM0h2L3BiVE93RElLTWdtd012Zlp2czdCMDNsME1Wd3pxZGNaT0dleGZSdTNaMTJnYTJ0dGwrMGI2bjVoOHJqWTJaSjhFMklhMkJQMUVFeUNySnhjbkJFcTlkeE9UT0J4T3dVdnRqMFh4eFZqb3p1T2hTQUp4YStRbkpPU29YK3V0SlZaMGN2bldES0YvZFp2TWI4V1IrWlYvb1dhdFFrWkNaWmJGZDJ2Q3dRb1ZBb3pOdjVFcktUTGZiUkdmUTRPWlJzMmRJWXJ2OFBHa3BNZFBjTHdOWFJwYjZuWXRObVpVTU5pRlovcTdMQmFMRDYvazB1RGJaZEdVZ3JlLzltV1BsZ1hhaFI0MUQ2L3RYcUxLZHlxS3FERjQ0Um14NlBRcUhnNGVGM1ZkcldRZW5BQThQdnRIak8zZG10V21rdnlvTG9LcFZEZzBtYklmZU5FRUxVamkvdmZiOUdsYTMzbkQvSXIzditzcXV0UXFIZzl2NjM4bGxwZ2J3ZUxhd1g0YnRTWWxiSjU5Vm0zb0hWbTJRbDhvb0syQkd4dDlyOVovUzd4UndqVUNxVWpBa2RabmRmdFViTjFDL3RYQzBuNnAxRU1xNlJ6V2QyOE0yMi8vSEwzajk0ZWVMVERPcnd6eXF4ZXdmZnpwbUVLSXAxeGNTbXg1Tm41OWFNcklKc3NrcUxNRnhKWnlHcVBhNzdTSDdkK3hjR281NHRwM1p3NTZDcDFYOHhWekNhakd3dmZhTGVNYWhkcFlHME1nNUtCMlpQZm9hbmZuNEZyVjdIcCt1L1ljR3NEM0ZVVmN4dmNqRXRsdlVudGdJd29lY1lobllZVU8yNWF2VGFLajBkdUxxdkVEZVN2dzZ2UnFWMFlHRDdmdXcrdDUvaG5RWlRwRld6S253VG4yNzRCazhYZC9xMTdVMnhycGhpbmZWcVNrYVQwZXA1MHhXSjNzZDFHOEc0YmlNcW5kT1VMKzZqV0tmaDdhbXYyRnhwQ3lWSmRnR0tkWEwvQ3VzTWhwS3FhSTRPMWY5STFOUTdnSTJ2L0ZGcG03bkxQK2J3eFhDbTladk00Nk5tMlJ4ejJlRTF3RCs1MDZ3NW0zQ09mNi84MU9aNFY0NHorOCtxNVg3NTdNNS9WN3VJa1JCQ2lPdGZNNStnU3ZQeDJ1THIxcVJLN2FOVExwbS8zaFcxMzJiQXltZ3ljanFoWk12cTZ1T2JXWE44Q3gvT2ZJUGVyYnFqNEo4SHV6WE5HK3p1N01aLzduN1g3dll2TG42TFFvMjZSdGRVS0JTMDhLdVlTOVlhdlVGZnJyQ2F1TFlrQUhlTnVEcTQ0T1RnU0VGeElXK3YvSVRwL1cvaDRlRjNvMUtxY0hWeTRjdDczdU9kVlo4U214N1BZNk5tTWJIbm1BcGp2UHJIdTV4UHVjZzcwMmJUbzJYRlNQODkzejZKMnNvTkhPRGhSNS9XUFRrV2M0SU5wN1l4YytDVWNnbWhxeXM4N2pRWkJWbEFTWVZYZTdYd2JjWWRBNmZ4Mjk0L01ScjE1QlRtVmxnOVp6S1pXTEQ1QjR3bUl5Ryt3VHd4cW1hUi9kZi8rcUJHL1lXNFVleVBQc0xGMUZpR2RSNkVyN3UzK2Zoam8rOG5Qak9SOExqVExOajZJejg5OGhXZjMvMnV4UzF5SzQ2c1k4WFI5ZlJxMloyWGIzN0s0bldhWERGMlhYQXQzVHBYcEtsZTRGMWMvL1JHdmZuQmpFc0RXd1hsNmxReW4wSmQ1ZS9mcXVaa001bE1WYzdCcG04a2VkS0VFRUxVai9UOFRJcHNQRENxakwwTFVBRHlpd3ZZWExyMTFjM1JoVU1Yam5FbUlaSnV6YnNBMEt4Sk1NL2Y5SGk1UHVkVExwRlhsSStmdXk4R2s1NGNkUjRtVEFDMDhBdXgrUkROR3BQSlZDNW9wMVNxcXZUQVNta2pqN3M5WEoxYytlRWgrNHN3eEtiSFcwemZJcTROQ2NCZEk4TTdEOExmMDQrM1Y4NGpWNTNQOHNOcnVaUWF5K3UzUG8rWHEyZTVHOWRCcGFxUWN3VkFXZHJHeWRISjRubGJKblFmeGJHWUU2VG1wbk1zNW1TdGJBSFpjbm9uQUc3T2JvenNNc1JpRzdXMmlDSnR4Ui9JNDdzTko3TWdrNW45cDZCVXFzaThhalhmcnFnRFJDWkhvMUFvZUh6VUxOVGFJcXNyMkZ3Y25XdTA3RmtJVVVKdjBQUGp6dDhBbU5GdmNybmw5Q3FsaWxkdmVZNjV5ejdpNVVsUDQ2Qnl3TS9EOGhQTHNwOVJUbzZPZGllR1hSMitrZjNuajFvOVgxWlYrWmU5ZjdIeTZFYUxiWndkSGMzSmJOMmRTK2FRVzhPRThlTDZsWnlkYXY0NndOTjJDb1hLbkw0Y3dhSjl5NjJldjVRZUM1UnM3NzZVR21lMTNiL0dQMHdMMzJhNE83c0Q5aGNzY0hGMFp2bHpGU3VnRm1zMVBQYS9sOGdzek9LSk1ROXdTKy94NW5NbWt3bXRYb2V6WThVY2FFYWppVnYrYzQ5ZDF4WkNDSEZqZS9xWFY2L1p0WllmWGtleFRrUDNGbDNvMGFJcnYrOWZ6djkyTGVhTGUwcFdkL3U2KzFSWXpMSW1mQk1BUXpzTllIZlVmcXRqWDg1TXRHczEyWVhVR0xhZTNzR0Z0RGcrdjd2cWxjSEZqVXNDY05kUTE1Q09mSFh2Qjd5NTdHTVNzcEk0SG5lYVhlY09sUHN3WEpjR2RRakQwOVdUL0tKOE5wN2NYdU1BWEY1UlBnZWlEd013dnRzSTg5UDZxLzExY0RWTERxNndPczZHRTlzcXZZN0paT0t0NWZNcWJYTmIzNGs4T2ViQkNzZWRWSTZFdGU0SndLT2paOUhhdjBXbDQxZ1RtM0daSC83KzFUeW1FTmVyVmNjMmtKaWRRcDlXM2VrYzNLRkNQZ3NmTnkvbTMvZGhqWmZvVzNJNU00a1Q4YWR0dHJ1VUZtdjEzSlZGYVh4S3ExemxxblBOeHpJTHNxMEdEY1dOSnp6dWxQbnJKUWVYbzFJcTZXbGhoYms5c3RWNWRyMS8wL015U00vTHNIcGVYYnBpMDZ2cy9WdFVnTkZrUktsUWtsdVVoN3V6R3c1S3l4L2ZMQjFmdEc4Um1ZVlp0QTFzemEyOWJ6SlhNaTdVcUptM2ZnRWFyWmIzWnN3eDUwd3NvMGR2ODdVSUlZUVFBQ082RE1ISnl1K21NNG5uU001SnBaVi9Dem8yYld1eFRVSk9NcEdKNTIxZUp6VTNuZVZIMXdKd2UvOWJhUmZZaGlVSFZ4R1JHTVdCQzBjWlpDRkZTVnhtQWpzaTl3RndTKy94bFFiZzNsb3hEMjhYVHg0YmZUOWRRenFXTzFlV2szWHo2YjlaZTN3ekFFMnV5cXRlcUZIenIxL0xWeld0VEUyM253SVVhNHQ1MlVKQkoyczBrcHFsWGtrQTdob0w5Z25peTN2ZjU1MlZueExpMit5YUJkOEFIRldPak9vOGhEWEhOM0hvMGpGeWkvSnFWSVo1dzhudDVoVXBrM3ZmWkZjZmV5cTJWb2VqZytXZ21MZWJGeC9NZk1QaXVhcG83ZCtpVnNZUm9pRzduSm5JTDN2L0JHRFc4RHVzdGxNb0ZPZ01PdktLQ3F5MlVaZHVROURwZFJWV3QxN0ozZG5OL0hQaGlUSDM4K2dveXdVYkFHWXVlSmhpbllhNVUxK2lYeHZMRHhBVVZ5VFNiK0plRW1oTHpVczNIL3Q4NDdkazVLWHo2S2haRFNZUnZLZ2Jqa29IWEJ5ZHJTYlkxK2kxTER1OHp2ejlxZmdJWnNlL1Eyanp6dHc5YUJwaGJYcVp6eWtWQ25OMWNtc1ZPWWQyN00rYUZ4ZFpuYys3cXo3bjZLWGpUTzA3aVFjcnFVQmE5cENuTEZCc05Cckl6TThpd011ZlRTZi9adVd4OVV3UG04enRBNlpZSGVQSzE3UTZmQk5LaFpMbmJuclVISHlEa3UyM2x6TVRTY3BPNGNPMVgvRG1sQmV0QnZhRXFDK1pCVm44ZC92UFpLdHplWERZWFlRMjcydytaekFhK0hIbklpSVR6ek91K3dodTdsWCtNL1dtVTMrejhkVGZkQTVxeTZPalo1VjdmMGNrbm1maG5zVjRPbnZ5MU5nSDhmZjB0ZXVhbFowVDRrYmpwSExrbDhlL0JpRFF5OStjM2loWG5WY3VIOXhuNjc4aE9TZVZBZTM2OFBDSWtwWFZ1VVY1WEVxTG8zZXI3a0RKanFtOG9ueHovbDVydnYxN0lWcTlqbzVCN2VqZnRnOEtoWUloSGZ1ejU5d0JmdHE5bUFIdCtwUkxzNlRWNi9oNDdWY1lqUWJHaFk2d3VicXRVRk5JVW5ZSzBha1g2ZEtzQTVGSjU5a2JmWmg5NXcrWks1aVgvZjNyNytuSDhNNkR5dlUzR2czRXBzZmIvTGU3c24xTkdVMUdUbCtPclBFNDR0cVFUMXIxd05QRmc0OW12bWwxQmNtaWZjdFllWFJEaGVObDFkSStXL2QvT0RsV0REZ1YyVkZnWUVTWFFhdzV2Z205d2NET3lIMU02VE94aXJNdm9UZm9XUnRlc2dVc3JHMXZXdmcyczlrbjJLY3BQeisyb0ZyWEUwTFV2UjkyTFVLcjF6R3E2eEM2Qkhlc3RPM3BoRWhlKy9OOW0yTWVqenZOM2YvM3VOWHpqNCsrMzF4dTNrSHBnSU1kcVNrZEZDcWNiWHhBQXdqeUxxa21sWmFiUWJGT2c0dWpNOW1GMmNSbEpwS2NrMnFqdDJqc0p2VWF4NlJlNHl5ZUs5U29lWC9WNTZTVkJtZW45NytGaU12bmlFeU81bXpDT2Q1WStpRWRnOXB4OStEcERHb2ZocVBLa2EvdSs3RFM2eWtWeWtyZmwyVnBKQlRLeXR1VkNid2lMMnA4VmlJQlh2NWtGK2FRWFpoTFZQSUZtLzBqazg3ejd1clBNWnFNekJ4NEc1MkRPNkRWNnlqV0ZhUFJheW5XYVhodzJGMTh0RzQrQjZLUDh1V203M2g1MHRNMnh4WGlXdnBsejUvc2pqb0l3SWRydnVUM3AvNXJQcmNqWWk4cmpxNEhJREk1bXA0dHU5UGNOeGlBbE53MHZ0ejhIU2FUaVhOSjUya1QySm9KUFVhYis4NWJQOS84eDdTemt4T3YzdnlNWGRlczdKd1FOeHFGUWtIUUZSVkZUMTJPNEpjOWY1S1NrOHIzRC8rbjB2UkFLNDZzNTQrREsybmZ0QTNUKzkzQzhNNER5NDFseVlhVDJ6Z1FYWktxNU5HUjk1bi9scjZsMTNqMm5EdEFmRVlDMjg3dVpueTNrVURKZzZaUE4zekRwYlE0Zk55OGVHeTA3UUpJWlN2U21yZzM0ZFRsQ0diL1VYNTdxYTlIRTRaM0dzaUl6a01xckpBRDhIVDFaTmt6LzdONW5USXpGanhjNWJ5c1YzTnpkT0hiaHo2enUzMUNkakp2U0c3MGVpTUJ1SHBpcWVKbm1ieWkvRW9UVVdZV1psWDd1cUVobmZIMzhDV2pJSXR0WjNaWE93QzNPK29nR2FXcldxYUZUYXIyZk9yS0E5OC9nOEZZTVRHOEplL1BlSTFXL3MwQmlNdEk0TTFsSDlsOW5aOGZtMTl1UllFUWpWbUh3RGFjdmh6Snd5UHZ0ZGxXcFZCVnVxSlZaekJnTU9wUktwUVZ0clpkeVVIcHdNRUxSL256MEdxYjF5eXJSdnpUcnQ5dHR1L1ZNcFJ4cFIvQWpDWWpGMU5qQ0czZW1ZejhrcCtmTmMzM0pSb25rOG5FanNoOS9HL25Jbk1Cb1JGZGh2RFl5SktWbDRjdmh2UHJ2citJVHJuRStaU0x2TDNpRTlvR3R1S2g0WGRiWFRHWlhwREpoNnUvdEhudCtNd0VBSFpIN3VOY1VuU2xiVDFjM0hsditoeno3K3VvNUF2MGJkM1QvQ0R1NnFKRlZ6TVlEY3hkOWpINXhTV3JWRmNkM2NEU1E2c3htVXhXKzJ3OXM0c0FUMy91SDJaOTlhc1ExOXFWRDVmVnV1SnlDYy9WVitVWExyNGlBYnhHcHkzM2ZyKzZTRm01Y2E4cTFGUFpOU3M3SjhTTjZreENKTC90WFdaT3c2QlVxamg0NFNoalFvZGI3WE9odElycGhkUVk1cTJiejArN0Z6TzE3eVFtOUJodE1YQjNLUzJXLy83OUN3RERPZzZnUjh1dTVuTTlXNGJTeWkrRXkxbkpaQmZrQUNXcjFPYXRtOC9lODRkUUtSMllQZmtadkZ3OUszMGRoUm8xZWtQSmlqUi9EMTg2QmJlamliczNhbTB4UXpzT1lIVG9NSHEzN05idy92WlRLbTBHTDY5VWJDRTN1N2gySkFCWFQ3UjZuZFUvU3V1aUNtb1poVUxCOE02RFdIRjBQZWRUTGhLWGtXQU9QbFhGeXRJbmpxMzhXOUMzTk1lYU5XVVZFcFhLbWxkZHRWZHFicnJGeW95VzZBeTZjbCtuWGJGZHpaYXk2amxDWEEvR2RodEJnTGMvQVI2Mml5YjBiQm5LNmhkK3Mzcit0NzEvc1dqL01zTGE5dUs5NlpYbnd0aDRjanNSaVZGMnp6TXVNOUZtRzE5M0g0SjltdUxoNGs1QmNTRUhMaDZscFg5ejg4T05ZQi83UDZpSXhpKy91SUMvSS9hd09ud1RpVm5KNXVNVGVvem1tZkdQbUwvdjM2NFAvZHIyWnZlNS9meTg5MCtTc2xPNGxCYkhtOHMrb2srcjdqd3k2ajdhQmJZdU43WldwNnZTK3plaklOdjhBTXNhejlJL0Vqb0V0eVVqT291RDBjZTRlOUIwTG1lWHpEM0l4dnRYcFZReHBFTi9OcFZXaWRQcXRUaXFISEIzZHNQZHhSMFBKM2ZjbkYxeGMzTEYxY2tWbFZMSmxqTTdXWEp3QlNNNkQ2cFNCVGQ3NlkwbE9lVWtWQ0dxNHA3Qk03aVVIazl1VVQ1UGpuNmdYTEJyYkxmaDdJOCt6TG5rYUc3cU5wTDJUZHVZejdYeWI4NjBmcFBaZUhJYm5ZTGJjOU1WcTk4QW5ocnpFRjl2K3drdlZ3OW1EWjFwOXpVck95ZkVqU1k4OWpSTERpN25WSHdFVUJKNEd4YzZuTHNHVFNQWXA2bTVYYkdoTk9mWUZmZkxCelBmSURMNVBLdU9ibUJQMUdIUzh6TDRmc2V2TE5xL2pJazl4ekMxN3lSekVhLzB2QXptTHZzSWpVNkRwNnNuVDQvNzUvZDJtUWVIMzBPQWx4L3RtN1loSVN1WkQ5YjhoMHRwSlFXUFhwendlTG0vVjUwY1NoNGdGeFFWbGh1ajdFRVpsS3hDVnlsVi9IdmFLN1R5YTFHbEFvaldpZ1lLQVJLQXF6ZXZMWDJmNWsyQ21kSHZsZ3A3MGV1cUNtcVo0VjBHbVpmc2J6dTd5N3dYMzE1bkVpSTVuM0lSZ0puOWI3WFpYbGY2b2JzK2NzdThPUEZKT2dXMXEzQzhXSy9sdWQ5ZXI3VHZWL2Q5aUl1RmJVS1gwdU9adDI1K3JjMVJpSVlpMktkcHVROU0xOHE0N2lNWTBXV3d6WFozZmZNWXhUb05iMHg1a2JBMmxRZitWVW9WQ29XQzNxMTdzT2ZjQWRZZjM0cTNTMGxRUTZGUUVOd2txRmJtTGhxdWxOdzBqc1djNE1DRll4eVBPMlYrcWczUTFEdUFSMGZkeDdDT0F5djBVeWdVak9neWhDRWRCN0R1NUZZVzdWMUtmbkVCNFhHbmVmcVhWeGtiT3B6N2g5OXBEbFEzODJuS3l1ZC9zVG1mOTFkL3diR1lFOXpXWndMM0Q3K3IwclpsdVF6N3R1N0ZnZWlqUktWY1lNV3hEU1NWQnVCQzdFajdjTy9RMnhrVE9oeC9UMS84UEgxdGJudHQzN1FOZmg2KzV1Q2JUdjlQRVFabExRUVp6aVdWYkp0MXJxTmNzT0w2MURxZ0pmOTd4UElLVXpjblZ6NitZNjdWdm8rUG1zWGpveXh2T1J2WlpRZ2p1d3lwOGpVck95ZkVqY0JrTXJFLytnaC9IbHhGVkVySnozV2xVc1hZcnNPNGUvQTBQRjA4T1p0NGp0eWlQRndjWFVqTFRlZFl6RWtBbWx5VmU3eExjRWU2M05LUlIwWmxzdmJZWnRhZTJJSmFvMmI1NGJXc09ycVJHZjBtODlDSXU5bHdjcnY1d2RXejR4NmhpYnQzaFhrTjZoQ0d3V2hnVGZnbUZ1NWFqRnBYaklOS3hmTTNQY0hZYmlQS3RRM3lEaUExTjQybGg5Zmc3K21MbTVNcmhSbzFQK3dxeWVQcTUrNXJ6Z3RwS3lYTDFmS0w4cG42NWYxVjZsTVZGMUpqS2xTY1ZXdlUzUFRKVENzOUtsZldyM053ZTV1cE5rVHRrQUJjUFNnb0xpUWlJWW96bHlOeGRuRG1xYkVWcTNmV3BTN0JIV25xSFlCV3J6VS9XYWlLc3drbFQvb0R2UUlZMmRYeWg1Y3JhWFFhZ0VxM29kV1ZJTzlBaTAveTdYa3kwZEl2eEdLZ3MwZ255M2FGcUUwT1NnY2NuT3ovZGVTa2NyRDdJY1NrSG1QWmMrNEFhbTBSUCs3NkhZQzJnYTNzeXNFbEdwOVY0UnVKVEl6aWJPSjVpNVZHVy9xR01EVnNFbU83amJUNU84bEI1Y0J0ZlNZeXVzdFFGdTFieHRvVFd6QWFEV3c5czR0ZDV3NXc5K0JwM0RWd0dncUZ3cTczbzZwMEZiaXlDdS9ma1YwRzg5T3UzMUZyaS9odSs4OUFTWURRMG9PbHF3VjQrbFhwZC95SXpvUFpFM1dJWGVmMjQ2aHk1RmpzQ2ZNNVB3L2ZTbnIrSTY4b242KzMvWVNmUnhNOFhkeHhLUzJBRVI1N2lndXBNUUMwcVlQVmRVSUlJYTROclVISFQ3c1hrNUNWaEZLcFlrelhvZHd6ZURyQlBpVVBOZ3MxYXQ1YVBxOUNQNFZDUWM5VzNTeU9HZURoeDBNajd1YU9nYmV4OHRoR1ZoMWRUMzV4Z1htUnloMERiMlBudVgwTWJCOVdvZWhCbVV0cHNYeTY0Zis0bEJZTGxPUmNmK3UybDh0dFZTMHp0dHNJVHNhZjVYektSVjc0dldJUS82WWVvK3o3eDdCQXFWU1ppemJaNDF6eWhTb1ZZbEFvRk9XS1ROUVdaVVBiVm5zZGt3QmNQVGdlZjlxOFBiSi8rejcxTW9lNVUxNmlsWCtMYWdYRjdoaDRHd003aEpGVmtHM1hxcmE4MGh3MEhzN3VWYjZXRUVMVVJKL1czUm5WZFFnN0l2YVpqdzN0T0tBZVp5VHFVbEpXQ2pzajk1YzdGdURsejZCMllZd09IVXFYWmxWN2tnM2c1VnBTSlhGU3I3Rjh2ZlZIVGwrT1JLdlgxcWlLdUwwOFhUeDRkTlI5ZkxYNWUvT3hYaTI3NGVsaXVSSnJUVGlvSEZpdzlZY0t4ME9iZHk1WHphNHlIaTd1SElnK2JLNFFkeldGUW1FdXVpS0VFS0x4Y1hadzRwbHhqN0R0ekM3dUhqeWRabGZ0S0hCM2RpT2tTUkNKMlNsQVNZR2lJSjlBN2hvMHJVSUtoNnU1Tzd0eDcrRHBUTzA3a2Uxbjl6QzY2MUFBWEJ5ZGVYdnFiSE9SRlV2OFBIM1JsdVlLN3RXeU95OVBldEpxdnRSeG9TUElMeXBnL1lrdEpPZWttZjh1OS9mMFkzVG9NTzRaTXQyK2Z3d3JyK0dMZTk2enUzMVZpekMwQzJ6TnhsZitxTTdVUkFNaEFiaDZjQ3ptRkFDdVRpNzBiRkV4S3YvSHdWV3NPN0cxd3ZHeWFrMWZidnJPNGhZT2U2cWdsdWtRMU5idXRwYTA4bXRPcS85bjc3N0RveXJ6Tm83Zlo5STdDWVRRQ1MzMDNnVkVLU3BLVVZTc1dGNlhYVm03dTJJdjZOcXdycjJ1QlZGQkZBdFZtbFRwb1pmUVFpQWhJU0c5WjJiTyswZkNTRWdQbVV5QTcyY3Y5NXFjODV4emZtZk1qRE4zbmxLL2NuUEhKYVlYVGhvZFdNa1A4QURPZlY0ZVhncndDWkNmVi9XSHk5ZVVoNi80cDN3OWZiVjg5MnBGTkc0M2NvMXJBQUFnQUVsRVFWUlQ3Y1ZuVVBmZFB1UUdiVHU2UzgyQ0c2dHpzdzdxMmJLTFdvVzJySkZ6aHpkb3J0ZHZtcXFsdTFacGQ5eGVYZGw5UkkyY3R5SlhkaDhocTgybTc5YjlKRTkzRDkwOS9BNm5YTWZQeTFmOTIvUlNRbnFTN0RhYlBEMDgxYlpSYTkwMnFQTERXaXlHUlkyREdpb21PYTdZQlBpZTdoNXFFOVpLdHd5OFZqMWJkblZHK1FDQVd0S2paUmYxS0tNM215VDliOUk3TWsxVGR0TmVyUjViZmw2K0d0dnI4bUxiS3BxelBNZ25VTTljODI5dGlkNnVxM3VOS25kK1JzTXdkRzNmMGJxMjcrZ3ExVldldG1HdHRHaktyQ29mVjlHS3FhRUI5YXQxWHRSZEJIQXVzQ1c2Y0J4OHI1YmRTbDBOTlRrelJjbmxUTkNja0ZiNVJRTHFnbE56MWpRS0RIVnhKUUNxYXZMd096VjVlTldIeVUvb1AwNFQrbytyMFZyS1cvU2hQSjd1SHJyL3NrbTYvN0pKTlZvUDZoNC9MMTk5Zk9mclRyM0c4TTVETkx6emtDb2ZWOUZpSk9VWjIrdnlFbDlHVHVuZW9uT05mVGgvL2l4cVBPV1R1OTV5UExZVkRhdXBjeXZHQVFDY3lqQU11Um0xKzk1ZmxRNGlnS3NRd05XeW1KUEhIQUZhV2NOUHkxb0Z0U0tWV1FXMXRzV2x4RHRXSFd6Wm9MbUxxd0VBQUxXRjRBMEFBT0F2QkhDMWJPWGVQeDJQKzdicVdXemZoSDVYYTFpbmk5VzJZWGkxVmptZGN1VzlLckJieXh6djdncHI5MjkwUE83YXZJTUxLd0VBQUFBQUFIQU5BcmhhZG1weTZJaEdiVlRmUDdqWXZrNU5xejQ1OU9rR3R1dFRZbHQyZm82T0pCMnQ4Tmk4b3BVOU03SXp0Q2N1cXRpK21LUmp4UjVYOUJkdFB5OWZ0YWpmVERhN1RmTzJGYzVsRjlHb2pScTZZQWhxVmw2MjByTFRTMnpQTFZxWnRUeW1hY3BxdDViWWJyZmJhNlEyQUFBQUFBQndZU0NBcTBVSEVnN3JhSEtzSktsLzI5Nk83WW5wU2JLWk5SL3FoQWJVMTVHa28zcndtNmNxZmN5bTZHM2FWRFJIWFduKyszdkpGZExPMUNlOHUxNmM4S1RtYnYxZGNVVXI0RnpWYzJTbGE2aEpVK2U4VnUxangvL1hPUk5kQXdBQUFBQ0FDd3NCWEMzNlkrOGF4K01CYmY0SzRDWi85V2lWbGgrdXJHOG1meWpEc01pN2xCVlRuY25UM1ZNSEVnN3JmeXUrbFNRMUQybXFFWjB2cnRVYVR2SDE5SkdiVyttLzVoVTk1L1g5UW1RWVpvbnRCWGFyMHJKci90OFhBQUFBQUFBNFB4SEExYUlWZXdybmYydmdINnkyWWEwYzJ6czNiYStzdkt3YXY1NkhtNGM2Tkc1YjdaVUR6OGI2ZzV1Vlc1QW5pMkhSdzZNbXk5M2ltbCsxNThaUFVmY1duVXRzejg3UDBUVnYzMTd1c1o5TmVxdlV1ZmoyeEVWVnFWY2hBQUFBQUFDNHNCSEExYUxIUnQrbkh6Zk9WYkIvVUxIdFU4ZFBjVkZGenRPL1RXL2RjdEcxOHZjSk9PdTU3UUFBQUFBQUFNNWxCSEMxcUhPekR1cmNySVBzVHBqdnJTNmFPR2lDRE1Od3liVVhQUEo5dWZ0OVBYMjBhTXFzRXR2YmhyVXFkZnZwT2phSnFMQU5MandaT1JtS1RUbnU2akp3QVVuTlRwTnBGZzZUZDlWNzdkbmlkWVBheHVzR3FMcno0WFVEQUhVQkFad0xXQXlMcTB1b0Zmd0hHaGVTUlR1V2ErVytQMTFkQmk0Z2VRWDVLckFWU0pMamk5RzVodGNOYWh1dkc2RHF6b2ZYRFFEVUJRUndBRkJOSG00ZU1neERwbWtxdHlCUHVRVjVyaTRKRnloUGQwKzVXZHhjWFVhbDhMcEJYY0hyQnFpNmMrbDFBd0IxRFFFY0FGVFRSYTE2cVgvTDdvcE5TM0IxS2JpQUJmc0VhWGpFUmZKMDgzQjFLWlhDNitic1dOeDk1T25YV0pLaC9LdzQyYTA1cmk3cG5NVHJCcWk2YysxMVV4Y3daQnlvZlJrNUdhNHVvVXdFY0FCUVRYMWJkdE9NMjk5V25qWGYxYVhnQXViaDVxNUFMMzlYbDFGcHZHN096cDZVWkwyL2M2c0tUTHNlN05wTEhZTkRYRjNTT1luWERWQjE1OXJycGk1Z3lEaFErM0x5YzExZFFwa0k0QUNnbWl5R1JmVjhBbDFkQm5CTzRYVnpkaEx5YkxJWUZobW1xUkRmSUlVRk5IQjFTYWdGdkc2QWM0ZUhtNGNzaGtWMjA4NlFjY0NGRE1PUVJ4M3JzVXNBQndBQUFBQkFEYmlvVlM4TmF0MWIwY25IWEYwS3FzR3dlTWpOTTFDR1ljaWFseWJUWHVEcWtsQk5MWUtiYUZEcjNxNHVveGdDT0FBQUFBQUFha0RmbHQzMDFhMnZLOWRLejdkekVWTTluRCs4M0R3VjZGTzNoczNYNlFBdU16ZFRNU2RqWFYwR2NFRkp5MDUzZFFrQUFBREFPY2xpV0JUa0U2QWdCYmk2RkZSRC9HbFRQUVF6MVFOcVdKME80SmJ2V2FQVlVldGRYUVp3UWJIYXJLNHVBUUFBQUFDQTgwcWRDK0M4M0R3ZGsxYmE3RGJaN0RaWGx3UmNrQXpEa0plN3A2dkxBQUFBQUFEZ25GZm5BcmkrTGJwcVdNUkFIVXc2NHVwU1VBMkd4VU51M3ZWbEdKSTE1eVNUVnA3RHd1czMxNUEyL1Z4ZEJnQUFBQUFBNTd3NkY4QjFiaHlocjI1OVhWWjZ2cDJUZGlZbjZzMnRHMVJndCt2UlhnUFVKU1RVMVNXaG10d3RidlNBQXdBQUFBQ2dCdFM1QU00d0RIbDdlTG02REZTVGo0ZTNEQm1PeC81ZXZpNnVDQUFBQUFBQXdMVXNyaTRBQUFBQUFBQUFPSjhSd0FFQUFBQUFBQUJPUkFBSEFBQUFBQUFBT0JFQkhBQUFBQUFBQU9CRUJIQUFBQUFBQUFDQUV4SEFBUUFBQUFBQUFFNUVBQWNBQUFBQUFBQTRFUUVjQUFBQUFBQUE0RVFFY0FBQUFBQUFBSUFURWNBQkFBQUFBQUFBVGtRQUJ3QUFBQUFBQURnUkFSd0FBQUFBQUFEZ1JBUndBQUFBQUFBQWdCTVJ3QUVBQUFBQUFBQk9SQUFIQUFBQUFBQUFPQkVCSEFBQUFBQUFBT0JFQkhBQUFBQUFBQUNBRXhIQUFRQUFBQUFBQUU1RUFBY0FBQUFBQUFBNEVRRWNBQUFBQUFBQTRFUUVjQUFBQUFBQUFJQVR1YnU2QUp5ZlRGUEtzUllvc3lEZjFhVUFBSERleUxFV3lKVHA2aklBQUFCUVJRUndjSXBjbTFWZjdka21QdzlQVjVjQ0FNQjVJeU0vVDJsNWViTEwxSHZiTnlyUTA4dlZKUUVBY043SUtzaFhSbjYrdk56ZFhGMEt6a01FY0toUmZoNGVjcmU0eVc2YU9waVc0dXB5QUFBNHI1aW1LUm1GajZQVFVpVERjRzFCQUFDY2gzd05EM2xhQ09GUXN3elROQm5IZ0Jwak5VMXRUb2pUc2F4MFY1Y0NBTUI1WjNWc2pIYWVQQ0VaVW5QL0lIVUthZURxa2dBQU9PODA5UEhUZGUwNnlkZmR3OVdsNER4Q0R6alVLSGZEVVA5R1RkVmZUVjFkQ2dBQTU1MjRySXpDQUU1U3o0YU5kRiszZmk2dUNBQUFBSlhCS3FnQUFBQUFBQUNBRTlFRERnQUFvQTZ5bWFic1o4d1VZcDd4dU1CdUw3YmZZaGh5WTE0NEFBQ0FPb2M1NEFBQUFPcWdlWWYzNjhjRHU0cHRTOG5QVTJaK3ZtUVk4dmZ3VVBBWnE2Q09hZDFSMTdScFg1dGxBZ0FBb0JMb0FRY0FBRkFIQlhwNjZWaFdab250UmxFUHQ2eUNBbVVWRkJUYkYrVGxWYUk5QUFBQVhJODU0QUFBQU9xZ0lVMWJ5Q2dhcDJDYVJmOVh5aitueGpJWU1qU3NXYmpMNmdVQUFFRFpDT0FBQUFEcXFHNmhZWklrdzVCTXd5aDhjTm8vNW1uenZiV3RGK3lxTWdFQUFGQUJBamdBQUlBNjZycDJuVTViZUtHMGFYdk53bkJPMHFpV2JXdXRMZ0FBQUZRTkFSd0FBRUFkMWRRdlVPN2xyV3BhbE1sNVdDeUtDRzVRTzBVQkFBQ2d5Z2pnQUFBQTZxaEdmcjZxNytQckNOck1ZdjNoVEtrb213dng5bFo0UUpBTEtnUUFBRUJsRU1BQkFBRFVVZTZHbXpxSGhNbzB6TUlRN3ZSUnFLZjkzRFVrVEo1dWJpNm9FQUFBQUpWQkFBY0FBRkNIald2ZFFZYitHb1pxRnYzUDhiTXBqV25kM2hXbEFRQUFvSklJNEFBQUFPcXdUaUVORk9UbEplUFVYSENuOVh3ekRFTitIaDdxRk1MOGJ3QUFBSFVaQVJ3QUFFQWRkMlY0UkpuN3JtcGQ5ajRBQUFEVURRUndBQUFBZGR4dEhicEpabUdQTnhtU2pNTEhwbW5xL3pyMmNIVjVBQUFBcUFBQkhBQUFRQjNuWmhocUVWUzB5dWxwUTFBYitRZkl6VERLUEE0QUFBQjFBd0VjQUFEQU9lQ0tGbTBsRmZaOE96VWYzSWptclZ4WkVnQUFBQ3FKQUE0QUFPQWMwQ08wVWJIVlVBMUQ2aElTNnNLS0FBQUFVRmtFY0FBQUFPZUFwbjcrOHZmMGRJeEE5ZmZ3VXV2QVlGZVhCUUFBZ0VvZ2dBTUFBRGdIK0xoN3FGVkFQWjNxQk5jcW9KNkN2WDFjV3hRQUFBQXFoUUFPQUFEZ0hER3VkWVJrTi85NkRBQUFnSE9DdTZzTEFBQUFRT1VNYk54Y1h1N3VzdGxORFd6YzNOWGxBQUFBb0pJSTRBQUF0U0lyUDBjNzQvYnBaSGFxcTBzQnptbXRmRDFVWUpyNmZlOUtWNWNDbk5QcWVRZW9hOU1PQ3ZEeWMzVXBBSUFMZ0dHYXB1bnFJZ0FBNTc4bCs5Ym9vWi8rbzdpMEJGZVhBcHpURERkUFNaSnB5M2R4SmNDNUxTeWdnVjRkOTZqR2RCbnU2bElBQUJjQTVvQURBTlNLZzBreGhHOUFEVEJ0K1lSdlFBMUl5RWpTbnZpRHJpNERBSENCWUFncUFLQldtUHFydzNWWVlLakNna0pkV0EwQTRFS1ZrSmFvaFBURW9wOFlEQVFBcUIwRWNBQ0FXamV5NnlXYU9PaDZWNWNCQUxnQVRWL3pnNzVaODRPcnl3QUFYR0FZZ2dvQUFBQUFBQUE0RVFFY0FBQUFBQUFBNEVRRWNBQUFBQUFBQUlBVEVjQUJBQUFBQUFBQVRrUUFCd0FBQUFBQUFEZ1JBUndBQUFBQUFBRGdSQVJ3QUFBQUFBQUFnQk1Sd0FFQUFBQUFBQUJPUkFBSEFBQnFSWjQxWDNNakYydHU1R0xsRnVSVjJEN3l5QTU5K3NkMExkNjVvc3JYT25naVduTWpGMnZqb2NqcWxGcGx4MU1URkowWVUyRzdtSlBIZE5NSC85Q0x2N3lwckx6c0dxL2g2UjlmMGJNL1RhdjJPZktzK1hyNngxZjA5SSt2S0RZbHZrckhwbVduNi9WNTcrdjFlZThySXplenhQN29wS042NXNkWDlQT1dCYVh1cjY3bHUxY3JOVHU5MUgycFJUV3RPN0NweHE0SEFBQlFIUVJ3QUFDZ3h0bE51LzdjWHp6MHlNM1AxYnVMUDlXN2l6OHRGajdaVGJ0KzNEaTNSQ0MxTm1xalptLzRUYjl0V1ZUbDYwZEdiOWU3aXovVnI1SEZqN1diZG1YbjU1ejFQOFh1cXlCUHovLzhodTc1K2xGOXQrNG5XZTNXTXV0YXVXK2Rrak5URkgzeW1QeThmS3Q4WCtYSnlzdldob05idE9IZ2xtcWZ3MmEzT2M2Um1adFZwV056Q25LMWVOY0tMZDYxb3RTQWRmVytkVnAvY0lzK1d6NjkydldkNmM4RG0vVEszSGMwOGFQSnBRYWd2Mnhlb01XN1Z1alYzOTdSa2FSak5YWmRBQUNBcW5KM2RRRUFBT0Q4ODlUc1Y3VDU4RmI5WS9nZEd0Lzd5bkxiZnI5dWpyNWFOVk8vUlM3U1IzZStMbThQTDBuU3Z1TUhKRW1kbTNlb3Nib09uVGlpZTc1NjlLelA4K1A5WDhqZjIwK1NaTFZaMVNnd1ZJZE9ST3ZMbGQ5cmJkUkcvZXZLZnlxOFFmTml4OWpzTnYyKzR3OUowc1VSQTZvY2NFbVNqNmUzM0N4dVoxMi9LNnpadjFHU05DaWlud0s4L2MvNmZCbTVtWHAzMFdlU3BMNnRlaWs4dEVXSk5yZGNkSzNXSGR5a1F5ZU9hTnE4ZC9YZlcxK1V1eHNmZndFQVFPM2pFd2dBQUtoeEE5djIwZWJEVy9YcDh1bHExekJjWFp0M0tyWGQ5cU83TlgzTmJFblN1TjZqSE9GYnZyVkFoeEtqSlVuZHl6ajJiRFh3RDY1U2U5TTBkRElydWNSMmYyOC9QVHYrRWMzYitycytXdmExb3VJUDZ0NnZIdFdrU3lkcVhLOVJqbmFyOTYxVFF0b0pTZEkzYTJmcm03V3pxMXp6KzdlL3FyWmhyV1N6MjdSazkwcnRqbzNTUTVmL284ejJ4NUtQYTliNm45Vy9UVzhOaXVnblNkcHlaTHQrWFArYkhyNXlzdXI3aDFTNWh1cUlPWGxNaDA0VS92dTh2T3Z3c3o2ZjNiVHIxYm52Nm1SV3Nudzl2SFhueFRlV0dXaE91dVEyUGZuRGkyclhxSTNTY3pQbDZlWlI0Zm5QNWFBVEFBRFVUUVJ3QUFDZ3hvM3BlWmsySG83VStnT2I5ZUt2YituOTI2ZkovWXhBNDBSNm92N3p5eHV5MjIwYTBYbW9yam10cDl6V0l6dFVZTFBLdzgxZFBWcDJkVXFOTS83NWNaWGFaK2ZuNkpxM2J5OXovMVU5TGxQbnBoMzB3aTl2S2k0MVFTM3FOM1BzeTdjVzZLdlZNeVZKQVQ0Qjh2SHdMblpzWWthU1ROTlVvRStBdk0vWWw1T2Y0NWd6N2RSemFERXMrbTd0VHpxZW1xQXJ1bDZxamswaVNxMXA2YTRWV3JSanVZNG14MmxRUkQ5WmJWYTlzK2hUSFU5TjBPUXZIOUVqVjk2cnZxMTdWdWw1a0tRWGYzMWJrblRIa0J2Vk5MaFJoZTBYYkY4bVNRb0xhcWllTGJ0VStYcG5tcjc2QjhmOGZ0a0Z1ZnJiNXc5VlhNTzJKVnF3YlVtbHpuOHE2QVFBQUtncEJIQUFBTUFwL25YRlpQM3p5MGMwck10UUJma0VsSmpqN1VSNmt1eW0xS1Y1UnoxNHhkK0w3VnR6b0hDNFlyZm1uZVR1NWxidXZHcHVocHNLYkZaRnhSOXdiSXRQUzVSVU9FeHg1N0U5aGUzYzNPUmhxYmozMDlrSUQyMmhkMjk3V1h2aW90VHp0T0J3MW9aZkZac1NMeThQTDMxNDV6U0YrdGQzN012S3k5YTE3OXdwU1hycCtpZlZybEhyWXVkOGJPWUxpanl5UTIzQ3d0V3lhRmlyWVJnYTBXV29wcStlcFo4M3p5ODdnTnU5V3BKMFZmY1JraVIzTjNlOWR2TnplbkhPbTlwemZMK2VtdjJ5Smc2K1FiY01IQy9ETUNwOW55djNycFVramU5elpZVUJYSUd0UUV1S0Z0TG9HZDVWUjVLT1Z2bzZrdFFzcEVteFlhTUx0aTNWdDMvK0tFbnk4L0pWNjRZdHl6eldhcmRwVDJ5VUpLbHI4NDZWdnFhUHAwK1ZhZ1FBQUtnSUFSd0FBSENLSU45QWZYTFhXMlV1TnRDbFdVZDljUHNyOHZid2xzZHB3d0x0cGwzcmkxYXQzQnk5WFZlOWZuTzUxL25Ic050MVVidSsrdGUzejViWXR5YzJ5ckU5d0NkQXIweDRxcnEzVTJtK25qN3FIZDVkK2RZQ1plVmw2M2hxdkdZVURUZWQwRzlzc2ZCTmtsYnNYU3ZUTk9YdDRhVldEWXZQWTdieFVLUWlqK3lRSk4weCtNWmlJZG53VGtNMGZmVXNyWTVhcjVTc3RCSjFiSXZacFlTMEV3cnc5dGVRRGdNZDIwUDk2K3UxbTUvVGU3OS9yb1U3bG1uNjZwazZsSEJZVDR4N3NNYWVnMkwzdDJldDBuTXlKRWtMdHkzVndtMUxxM1Q4Vi85NFQ0MkNHa3FTbHU1YXBmLysvb2xqWDd1d05ucjF4cWZMUERZdE8xMFQzdnViTElaRnI5ODB0UnJWQXdBQTFBd0NPQUFBVUtPbS92U2FZcEpqUzJ5M20zYkg0MzkvOTZ3c1J2SEYyTHUzNkt6N0w1dWtOZnMzT0FLbE05dWNlUjZMWVpGaEdQSjA5MVNmOE82TzdmSHBpVHFXSEtjZzN3QzFhMWpZbzh6SHUzZ1ErTy92U2daMjViR2JacVhieHFlZDBIOStlVk5OZ2hzckxMQ0I3SGFiV29XMjFBMERyaTdXTGkwblhUT0s1c0RMTGNqVFY2dG42YTZML3dvYzUyeGVJRW5xMkRSQy9kcjBLblpzNDNwaDZ0QWtRbnZqb3JSb3gzTDFhZFc5MlA1NVJjTXRyK2crVEY3dW5zWDJlYmg1NktGUmQ2dFpTR045dG1LR3d1bzFsTHZGWGZrcXFQUTlWb1pwbXBxMTRkY2FPZGZQV3hib282VmZ5alJOMWZjTDBjbXNaQjA5R2F1M0ZueFU1akg1OXNMN3NadjJjdHVkNHUvanAwbVhUS3lSZWdFQUFFNUhBQWNBQUdyVXFmQ3JQSEVwOFNXMk5Ta2F5amhuMDN4SjBzWHRCK2pKY1ErWGFQZnd0ODlvMTdHOXVyYmZHUDM5dExEa3hRbFBPaDdQM3ZDclB2M2pHN1Z2M0U0dlhQdVlZL3VCaE1PT3h6dU83cW5rSFZYTitvT2JOVzNlZThyTXpkTCsrRVA2WXRJNzZ0dTZwNEo4QW92MTlNdkt5OWJ6Yzk1UVVtYXk2dmtHcXNCbTFheDFQOHZidzFPM0RMeE9rdlQ4dFZPMDd1Qm1oZm8zS1BWYXd6b04wdDY0S0MzWnVhSllBSmVXazY2MVVldGxNU3dhMi9QeU1tdTl2djg0dFcvU1RsMmJWWDU0WmxXc083RFpNZVIwZU9lTE5lV3FlOHRzKyt4UDA3VHV3Q1pkM3ZWU1BUeHFjckY5WDYrZXFSbHJDNGVkZG1yYVhxTjdqTlMwZWUvcFpGYXlGdTVZVnFsYUt0T3VnWDh3QVJ3QUFIQUtBamdBQUZDalhybmhLVmx0dG1MYjFrUnQwRWZMdnBLdGFDNjNEKzZZcG5xK2daTCtHbExwNWU2cHZjZjNhOWV4dlpJSzUyd3JUV0w2U1VsU284RFFzNnJ6L2R0ZnJWTDdmR3VCSHBwUjloQldxODJxcjFmUDBzejFQMHVTZkwxODllRGxmMWVUNEVhT2NQR1VxUGlEZW0zKys0cEpPaVkzaTdzZUhYTy9QQ3p1ZXVLSEYvWDFxbGs2R0IrdGV5LzdtMEw4Nm1sd3UvNWxYbk5JKzRGS3o4N1FWVDB2VTNKbWltTzdtK0dtR3dkZXE0enNORFdzNEhucTVxUlZaaVhwKzNVL09SNG5wQ2VXMi9aVS9hV3R6SHBxanJ2V0RWdHE2dmdwMmhxelMxTGhNT1lueHBZOWREWXpOMHQvLzkvRHNoZ1dmVFA1d3dyclplVlRBQURnTEFSd0FBQ2dSZ1g1QkRvZW02YXBHV3RuYS9xYUg0b05KLzErM2MvS0xjalZJMWZlbzBDZkFFZmJqNWQ5N1doelBMVmtZR09hcGs0V0JUVmhRV2NYd0pXMXltWE15V09hT3VkMUJYajU2ZTJKTHpxMlcyMVdUYnJrVmttUzV4bERPbzhrSGRPMGVlODZldGgxYUJLaHg4ZmM3NWk3N0pSanljYzFjOTBjTGRtMVVuYlRMbDlQSHowKzVnSDFhdGxOa3ZUc05ZL281ZC8rcXpYN055Z3llcnV1Nlh1Vnh2WWFWUlJXbGhUaVYwOFRCMCtRcEdJQm5MKzNuMjY5Nk5vUzdhMTJxNzVhTlZOamUxOVJZaTY2bXJZcWFwMzJIdjlyWVl3VGFVbmx0ajlWZjJoQXlRQ3ViK3VldW12b0xicWkyekRINzRza3VWdmNWZDgvdU14em5yN3libm50QUFBQW5JMEFEZ0FBT0VWV1hyYmVtUCtoMXV4ZkwxOHZYejEweGQxNjhaYzNKVWs3anU1U1NsYWFKbjg1UlUrT2ZVaWRta1pveWE2VjJoMjd6M0Y4ZkdySllhcUpHVW1PWG5SaFo0UmJOU1hmV3FCanlYRUtPQzNva1FwWEVMMnUzOWhpMjB6VDFKd3RDL1RGaWhuS3R4Yk9OemFoL3pqZFB1UUd1VnNLUDJZbHBpZHA0NkZJTGR1enV0aXcxOTdoM1hULzVYOHZGdEwxYWRWREg5dytUUy85OWwvdGpZdlNqTFUvYXViNm45Vy9kUjhOYnQ5ZlBWdDJWYkJma0xMeXN2WG96T2VMMTEyUUo2bHd2ck43djM2czJMNDJvZUY2YU5UZCttcjFMTTFhLzR2bWIxdWllMGZjcFVzN0RUN0xaNnQwTnJ0Tlg2ejhUbExoS3FiSGt1T1VsSm1zUEd0K2lmbm9wTUp3TXlVN1haSlV2NVFBVGlwOFhzOTA1R1NNWHZ6MTdiTHJzQlgrcnRoTmU3bnRUZ24wOGRkOUkvOVdZVHNBQUlDcUlvQURBQUExYnVXK2RmcG95WmM2bVpXc0J2N0Ircy8xVHlqRTc2OGVTSy9jOEl3K1hQcUZ0aDdacVg5Lzk1d21ENzlEeDA0ZWt5UU5iTmRINnc5c1VXcDJ1aExUa3hRYStOZjhaMUVKaHlSSjdtNXVhbEt2K0xCT1Y5Z1hmMUNmTHZ0YWR0T3VBSjhBVGJueW5tS0xKY1NubmREa0w2Y29PeS9ic2ExN2k4NjZZY0RWNmgzZXZiUlRLaXdvVkcvZjhvSlc3dnRUWDYyZXFkams0MXF6ZjczVzdGOHZQeTlmZmY2My84cGlHTm9mZjZqTXVzN2NkMnJ1dWJFOUx0UDJtTjNhR3hlbFYrYStvdzJISTNYL3lFbnk4ZlErbTZlaGhFMkh0aWsyK2JnTXc5QmpvKy9YSTk4L3A1ejhYTzJPM2FlZUxidVdhSC9nUkxRaldHMVJ2MW1scjVPU2xhYVZlOWRXcW0xbDJqWHdEeWFBQXdBQVRrRUFCd0FBYXN5SjlFUzl0L2h6clQrNFJWTGhVTXlueGo2bzBNQUdTaXZxNFNSSkFkNytldkg2Si9UaDBpODBOM0t4M2x2OG1aNGJQMFhSU2JHNi83Sy82OUdUVXhXVEhLdmRzZnMwOUxRQWJ2L3h3bUNwYmNOVzhuVDNVRVVLckFWYXUzK2pWa1d0VTQrV1hkUW1OTnl4Yi9RYk41ZDZqS25DMVU0emNqTEtiQ05KZHd5NVVkZjFHNnM3aHR5b1AvZHYxSlBqSGlvV0ZrcFNvNkNHbW5MVnZmcGsrZGNhM0g2QVJuYSt1RklCazJFWUd0cmhJZzJLNktjTkJ5TzFaT2RLYlRpMFdROWNOa25CZmtHeTJXMGw1ckI3ZjhuL3REdDJueXlHUmUvZTluS3hmVDZlUHBLazBNQUdldU9tNS9UWkg5OW96dWI1V3JacmxmWWZQNlNueGoyazhOQVdGZFpWV2YzYjlOVE8yRUd5R0c1cTE2aTEyalZxcmUweHU3WDF5TTVTQTdqZGNWR1NwUHArSVdwY0w2elMxK25Xb3BPbWpuKzB6UDBaT1ptNjdlTjdaREVzK3ZHQkx5bzhYMm1yN2dJQUFOUUVBamdBQUZCak1uT3pGSGxraHp6YzNEVngwQVJkMTIrTTNDeHVNazFUTWlSdkR5OUpoVUdIdThWZDk0MmNwQVlCOVhVeUkwVUQyL1pSL3phOVpERXNhdE1vWERISnNkcCtiTGVHZGh6a09QK3UyTUlGR2pvMGFWZHVEVWRUamt1U0lvL3NVT1NSSFpLa3BzR04xU0trcWFOZFFkSHd4UEtVMThacXQwdVNiaGh3dGE3dE4xcnVGbmNkU1RxbUoyYTlVR3I3WlR0WGFObk9GUlZlODB5djNQQ01ucm5tWDhyT3o1RnZVWkRtWm5Fck5vZGRlazZHb3VML21tK3RyUG50cE1LaHRIY1B2ME50dzFycDdVVWZLeTQxUVpsNVdWV3VxMXlHb1FjdnYxdVp1WVhuN2RLMG83Ykg3TmFXNk8yNjgrS2JTalRmVTdUd1JxZm03YXQwR1l2Y0hNOUphUXFLaGdWTEtyY2RBQUNBc3hIQUFRQ0FHdE82WWJnZXVlbyt0YWpmVk9FTm1qdTJQemJyQmVWWjgvWFltQWMwc0cyZllzZmNOR0M4NC9HcEhrZzlXblRWOHQxcnRDWnFnKzRaY1pjc2hrVnBPZW5hZGF4d2pyaE9UWXNITllrWko3Vml6MXF0UDdSWk80L3RrOTFlZkJYV0xzMDdxa09UZG81NTJueTlmUFg5UForVWVnK0hFNC9vZ2VsUEtzQW5RRFBLV1RuejlBbitUODMzVm1BclVOSnBpeUhVQkZ2UnZaUVhJQzNmczdyWXlyT2JEbS9WcXIzcjlNQVZmeSt6VjllSUxrUFZ0SDVqSFQwWnB5N05PdFpvelZKaDJIb3FjQjNTdnIrKy9mTkhSY1VmMUlHRXc4VUN3cXk4YkcwNEZDbEo2bGJGT3FJU0R1cWhHVStYdWYvVTc0SGR0SmZiN2t4M0Q3dEQ3UnUzcVZJdEFBQUE1U0dBQXdBQU5lcmk5Z09LL2J4MDEwcHRQYkpUbnU2ZWFsbkorYjE2dHk2Y0h5MGxLMDA3anU1Ujl4YWR0ZTdnWnRsTnV6emRQZFNuVlk5aTdkY2QyS3hQLzVoZTRqenRHclhXcytNZmNhejR1U3BxblNUSjM4dXYxTVVBcEwvQ05FbGx0cW1NTjI2ZVdtekZ6cXBJeWtqUjQyWDBwRHVUM2JUcmw4MExIRCtiTXZYR2dnK1ZuSmtpVDNkUDNUUHkvOG84dG1QakNIVnNIRkhtL3F5OGJDV2tuVkJDV3BJODNOMUxQTytWMWJwaHVKcUhOTlhSNUZqOXVtV2hIaDQxMmJGdnhkNjF5aTNJazV2RlhVUGFENnpTZWJQenNvc3QzRkdleXJhVHBLejhHdTRSQ0FBQUxuZ0VjQUFBb01ZY1Q0M1gzVjg4VW16YnFWNW5CYllDVGY3eWtkSU9VNkJQb0tiZi9iN2o1MUQvK3VyWU5FSjdZcVAwNjVhRjZ0NmlzeFpFTHBFazlXM1ZTMzVldnNXT0R5MWFPYk5KY0NNTjZ6aFk2VG1aK2pWeW9ZTDk2am5DTjBsS3pVb3Z1cDcvV2Q1cHhSclhhNlQ2L3NFbHRpZG1uTlRyOHo2UUpFMFpmVytwYlR5ckVQeXQzcmRlc1NueGp1ZkxrS0hIUnorZ1IyZTlvRjhqRnlvMHNINnBLNGhLVWtadXBoTFNFaFdmZmtJblVoTVZlOXJLczQvT25LcWMvRnpIenoxYWRpa3pnTE9iZHEwL3VMbmNPa2QxSDY1UGxuK3Q1WHRXNi9ZaE42aStmK0cvc3dYYmxrcVNMbXJiVzhGK1FaVytiNm44T2VEeXJRWGFHeGNsZHpmM0VqMG1LM0kyd1NzQUFFQnBDT0FBQUVDTk1jMi9BamVwTUpnNXhaQlJiSjlVMkZ2TE5FMTV1dWZxVEZkMEc2WTlzVkZhczMrRDVtOWRyRDNIOTB1U0x1bDRVWW0yN1JxMTFwczNQNi9PelRwSWttWnYrTFhVK3VLS0FxYUdBUTFrTiszS0xjZ3IwZWIwR3JQemMwcnN0eGdXeDlESzZzakt5OWJXbU1KNTZleXlWOUM2ZkRhN1RkK3NuUzFKdXFyN1NPMkpMVnpNb0Z1TFR2cjdwUlAxMGRJdjlmbUtHV29hM0ZoaFFhRmF2R081NHRPVGxKQ1dxSVMwRTZYZTN5bW53amVMWVZHRGdQcHFHTkNnMUhZYkQwWHFzeFV6RkowWVUyNnRWL1VZcVpucjV5Z3RPME1mTGYxU1Q0NTdXQ3YyckZGVS9FRkowcWdlSXlwOTMxMmFkZEIvcm50Y2dUNkJaUTdOVGNsSzA3TS9UVk9BVDRCbTMvZDVwYzhOQUFEZ0RBUndBQUNneGpRSmJxUUZqM3d2U1RweThwanUrWEtLQ214V3ZYajlFNlgybm5wOS92dGF2SE9GdWpYdlZHTGYwUFlYNmZNL1ppZzlKMFB2TFA1TWt0U29Ya05kRk5HM1JOdjYvaUdPSGxYbGlVMk9LekVLSHpJQUFDQUFTVVJCVkR4UGNKZ09uVGlpZTc0cWJ3WE5ERjN6OXUwbHRqY01EQzNXVzYrcWNncitDcjE4UGM1dVlZQjVXeGZyU05KUmRXbldVYTNPV01YMG10NVg2a0Q4WVMzWnRVSUhUeHlXdTV1YmZ0NnlzTVE1TEJZM2hRYUVLQ3dvVlBYOVE3Ujg5MnBKMGdPWFRWTFA4SzRLRFd4UWJGanV5ZFBtdUh0dC92dUtUUzVjOE1Jd2pNTEZOc3JnN2VHbENmM0c2ZE0vdnRIS2ZlczBlTzlhZmZMSE41SUtWOHZ0MWJKYnVmZWFtSEhTTVIrZUpEV3ZYN2lnUm56YWlWTGJuOHhJbGlTWnByM01ObVVKOFBZdjBjc1NBQURnYkJEQUFRQ0FHbWMzN1hwendVY3FzRmsxb3ZQUVVzTzNiVEc3dExob1ZkQWJCbHhkWXIrUHA3ZHU2RjhZMkp3S2RtNGFPTDVZR0ZSVis0NFhyaFI2ZWxobEdJWkN5K2pkZGJvQ1c0RlNzbEtyZmUxVEV0Tk9TcEs4UEx6T0t1Ukp6a3JWMTZ0blNaSnV2bWg4cVczdXYzeVNCcmZ2cjRGdCt5Z2hMVkVqT3c5VldGQ29HdFlMVmFQQWhnb0xDbFZvUUgyNUZTMG9rWjJmNHdqZzJvUzFWdU42alVxY2Mxdk1Mc2ZqVStGYmo1WmRkSDMvY1hweTFvdmwxbngxbnl2MXg5NjEyaDkvU0svODlvN3NwbDBXdzZMN1J0NGx3ekRLUGZiaEdjL29SSHBpdVcxS2s1bWJwZHMvdnJkS3g5dzNjcEpHOXh4WjVXc0JBQUNVaFFBT0FBRFV1R1c3Vm1sdlhPRnd5T2lrR0szYys2Y0dSZlJ6QkQySkdTZjErdnpDZWRDdTZENWNFWTFLWDNHeVI4dXVqc2NXdzZMK3JYdFh1NmFqSjJPVm1sMDRCMXhFV0d0WmkzcFQrWHY3VjZwSDI4NWplL1N2YjUrdDl2VlBPVFdVdG5HOXNMTTZ6NXNMUGxSR2JxWTZOVzJ2M3VIZGRTRGhjSWsyWHU2ZWpsVm53NEpDOWUrcjdqbXJhMHJTb3UzTEhZL3IrUVpxMGlVVE5hTEwwRXIxTW5PM3VPdVJLKy9WUFY4VjlveVVwQ3Q3akNpMkttcFpPalJwcDdDZ2lvUFN3NGt4eXN3dGZSR0Zwc0dORkZMS25IdG5LbTFlUGdBQWdMTkJBQWNBQUdyYzhNNFh5OHZUU3pQVy9LZ0RDWWYxNHE5dnFWRzloaHJmNXlyMWE5MVRUODUrV1NmU0U5VWlwS251dnJUa01FK3BzT2ZTUzcrOTdmalpidG8xYmU0NytzLzFUemlDdktwWXUzK2pKQ25JTjBBdEd6VFh3UlBSMWJ1NXM1QnZMZERLUFdzbFNRbHBKL1RXb284MXRQMUY2dDZpVTVYdWFYdk1ibTA4RkNtTFlkRTlJOHBlNWRRWkhyemk3M3JnbXlmVUpMaXhwbzZmb2lDZndDb2R2eTFtbHlQOGxLU05oN2JxUU1MaENrTzRKOGMrV083K3pOd3NmYkw4YSswNHVrY1d3NkxMdXczVGdtMUw1T3Zwb3g0dHVtanRnWTA2bVptaTBUMHUwN2plbzZyMU93UUFBRkJkQkhBQUFLREdHWWFoSVJFRE5MaGRmNjNldjE3ZnJKbXQ2TVFZZmJEa0MzMmdMeVJKRGZ5RDljTDFqOHZIMDd2RThia0ZlWHAyempUSEVNZncwQmFLVG96UmxpTTc5TnI4OS9YSWxmZFVPVUJadW51VkpLbFBxNTRWRG5lc3JnQnZmMTNjb1hDUmlETVhhc2kzRnVqMUJSOG9LYk53YnJLYy9Gd3QzTFpVQzdjdFZUM2ZRQTF1UDBCRDIxK2tMczA3eU52RDIzRWVQMisvRXRlSmFOeEd2cDQrR3QzenNrcjFIcXRKamV1RmFkcU56Nmx4dmJBcXJSWnF0Vm4xK2NwdjlkUEd1WktrQUo4QVplUmtLQ0h0aEI2YThaUnV2ZWg2WGR0M3ROemRxdmJ4MUc3YXRYejNhbjMreDdjNm1aV3MwTUFHZW56MC9hcm5WMDhMdGkyUm01dTduaDMvaUdaditFMy9XL21kUGw3K3RaYnNYcWs3aDl5a3ZxMTdWdWxhQUFBQTFVVUFCd0FBbk9aVUVOZXJaVGM5OGNOTGptR3BrcFNlbTZVZk44elZkZjNHS0N3bzFMRTlPejlIei8wMFRUdVA3cEVrVFJod3RTWmVkTDBlK2U1WjdUMStRTXQzcjFaK1FZR21qTDYzMHF1UmJqbXlYVWVTamtxU0x1MDRxQWJ2c0xpd29OQVNQYldzZHF2V1JtM1U5Tld6RkpNY0swbTZ1dGNWNnRPNnB4YnZXcWsvOTI5VWFuYTY1a2IrcnJtUnZ5dkVQMWhEMncvVURmM0hsUm11ZVh0NDZSL0RiOWVJemhjNzdWN0tFOTZnZVpYYUgwcytybWx6MzlXKytNSTUrTUpEVytnLzF6K3VuVEY3OU1hQ0Q1UnZMZEQvVm43ckNNWUd0dTFUWVVocU4rMWFIYlZCMzZ5ZXFTTW5ZMlVZaHE3b05reC91K1JXQlhqN0t6WWx2bGo3Ni9xTlVaZm1IZlRmUlovb1lFSzBucHI5c2lJYXRkRU5BNi9XZ0RhOXoycHVRUUFBZ0lyd1NRTUFBRGhOV25hNjVtOWZvcDgzelhmTXYzWlIyNzQ2bkJTajQ2a0oralZ5b2VadVc2eGJCMTJyV3daZXA4VDBKRDN6MHpRZEtob2VlbFdQa2JycjRwc2xTYytOZjFTUGZQZWNqaWJIYXMzKzlYcmdtK042Y3V5RGFsRy9XWW5yWmhUTkFlWmhjWmRwbXZyZmltOGxTV0ZCRGRVcnZQaHFteGs1R1JyMzFzUUs3OFZlemdxZlp6cWVHcTk5eHc4cU1ucUgxaDdZcVBTY0RFbUZnZVMxZlVmcnJxRzN5R0pZMUxkMVQyWGxaV3RWMURyOXZ1TVA3VHEyVjhtWktacXplYjdtYko2djhOQVdHdGw1cUM3dE5MakV2R1JYZEIxVzZYcGNwY0JXb0pucmY5WE1kVDhwMzFvZ1NSb2MwVjhQajVvc1B5OWZYZHBwc0pxR05OWnJjOTlUVEhLc1lwS09hZXFjMTlTNlliaXU2enRHUTlvUGtLZTdSN0Z6Sm1hZTFPODdsbXZodHVXT1JSazZOSW5RUFNQdUxITXV3Vk02Tkc2bjkyOS9WWE1qRit2cjFUTVZGWDlRTDh4NVEwRytBYnEwd3lCZDBubXdJc0xhTUR3VkFBRFVPQUk0QUFCUW8wNW1waWd5ZXJ0V1JhM1hwc09Sc3RvSzUvdHFHdEpZZDE5NnUvcTE2U1dyemFxNTJ4YnIyN1d6bFo2VHFkN2gzYlhwOEZhOVB2OTlwV1NsU1pKR2RCNnFlMGZlNVRodnNGK1FYcjN4YVQwKzh3VWRPUm1yNk1RWS9mUExLYnBqeUUwYTJ1a2kvYko1Z2VyN2g4aG1zMm5ldGlXU3BBWUI5VFZyL1MvYUgzOUlrblJkMzlFMUhxNzhzV2VORHA2SVZtSkdrdUtTRTNRMEpVN1plZG5GMmhpR29mNXRldXVXaTY0dEVSTDVlZm5xaXE3RGRFWFhZWXBMaWRmaW5YL285eDEvS0NreldkR0pNZnIwaituNmZNVU05VzdWWFpNdW5haVdwUVNPZFk1cGF0bnUxZnB5MWZkS0tGcWN3ZHZEUzNjTnZWVmplMTFlckdsRW96WjY3NDVYOWZYcW1mcDU4M3haYlRZZE9oR3RhZlBlMVlkTHY5RGZMcmxWYmNOYWFjT2hMZHA0YUt2Mnh1MlgzYlJMa2pvMWJhOEovY2RwUUp2ZWxSNVdiREVzR3R2cmNsM2FhWkRtYnYxZHYyeGVxSlNzVlAyOFphRiszckpRdmw2KzZ0cXNnMjRiZkVPdEQrOEZBQURuTHdJNEFBQlFZNWJ0WHExWDU3NVRiRnVyMEphNnR1OW9EZXMwMkJGK3VidTU2K3Blb3pTeTgxRHRPTHBiNmRrWmV2ckhWeVJKRm91YjdycjRKbDNYYjJ5Sjg5ZjNEOUZidDc2by8vejhoclljMmFFQ20xWDFmQVBsNitHakg5Yi9XcUw5eFIwR09NSzRwaUdOZFdYM0VTWGFCUGdFYVBaOW4xZDRiMld0Z3BxZGw2MVo2Mzhwc2QzTHcwdWRta1NvWDV0ZUd0SitnRUlENmxkNGpTYkJqWFQ3a0J0MTY2RHJ0ZW53VmkzY3RrenJEbTJSM1c3VGdZVERhdUFmVXVFNTZvSWR4L1pxMnJ4M1pSYjFHdXdUM2wzM1hUNUpqWUlhbHRyZXk5MVRreTZacUt1Nmo5VG5LMlpvZGRSNlNZWERkN3MxNzZUbGUxZnI2MVd6SkVtZTdwNGEwTGFQcnU1MWhUbzM2MUR0R2dPOC9YWFRnUEc2dHM4WUxkdXpTb3Qzck5DdTJMM0t6c3ZXZ2Zob05RMXVYTzF6QXdBQW5Ja0FEZ0FBMUpoQkVmMFU3RmRQRmxrME1LSzNSblFlcW81TklzcHM3K2ZscXdGdCs4ZzBUUTN2ZkxHMlJHL1RFMk1lVXJjV25jbzk1c1VKVCtxN2RUOHAra1NNUm5RWktrbHFHOVpLcVZtcGtxU0dRUTAxcnRjVjZ0S3NvMXFGdHRTK3VQMTYrSXE3cXp6QmYyVmMzbTJZVnV4ZEo0c2hOUTFwb2xhaHpkVW1yTFhhTkd3cER6ZVBpazlRQ2plTG0vcTM2YTMrYlhvcktTTlpDM2NzVS9PUUp2THo4cTNoNnAyamEvT091bW5BTlZxNWI1MytOdlJXRFd6WHAxTEhOUWx1cEtldi9wZU9KQjNUclBXL3FIdkx6bW9TM0VnM0Q3aFdtYm5aYWhQYVVoZEY5Sk92cDArTjFlcnA3dUhvZ1ppVWtheVZVZXZVT0xCaHFZdURBQUFBVkpkaG1sV1kwQVFBZ0dyNmFNMjNldkszMXlWSnR3NjZYaE1IWGUvaWl1QXNKek5URk9KWHI4b3JqUmJZQ3BTZWs2SDZWZWpsWlpwbXBhNlRtWnNsLzFKV0U0WHpXTzFXU1dKeEE5UTUwOWY4b0cvVy9DQkplblRFUHpSbHhEOWNYQkVBNEVMQUp5SUFBRkNqemx3c29MSTgzRHlxRkw1SnFuVElSL2hXK3dqZUFBQUEvbUp4ZFFFQUFBQUFBQURBK1l3QURnQUFBQUFBQUhBaUFqZ0FBQUFBQUFEQWlRamdBQUFBQUFBQUFDY2lnQU1BQUFBQUFBQ2NpQUFPQUFBQUFBQUFjQ0lDT0FBQUFBQUFBTUNKM0YxZEFBRGd3cE9hbmFiRFNUR3VMZ01BY0FGS3pVNXpkUWtBZ0FzUUFSd0FvTmJOamZ4ZGN5Ti9kM1VaQUFBQUFGQXJHSUlLQUtnVlB1NWVjck80dWJvTUFBQWtTUmJESWg4UGIxZVhBUUM0UU5BRERnQlFLL3FGOTlCbEhZWm9mK0poVjVjQ25MUGNmSnZMTTZDeEpNbWFmVklGR1FkZFhCRnc3bXJib0tVdWFUZkExV1VBQUM0UWhtbWFwcXVMQUFDYy8welRWSjQxWDFhN3pkV2xBT2VzaDljc1ZYUjY0ZnhWQVY1ZSttcllWUzZ1Q0RoM3VWdmM1T1h1S2NNd1hGMEtBT0FDUUE4NEFFQ3RNQXhEM2g1ZXJpNERPS2Raakw5bUR6RWsrWHY1dXE0WUFBQUFWQnB6d0FFQUFBQUFBQUJPUkFBSEFBQUFBQUFBT0JFQkhBQUFBQUFBQU9CRUJIQUFBQUFBQUFDQUV4SEFBUUFBQUFBQUFFNUVBQWNBQUFBQUFBQTRFUUVjQUFBQUFBQUE0RVFFY0FBQUFBQUFBSUFURWNBQkFBQUFBQUFBVGtRQUJ3QUFBQUFBQURnUkFSd0FBQUFBQUFEZ1JBUndBQUFBQUFBQWdCTVJ3QUVBQUFBQUFBQk9SQUFIQUFBQUFBQUFPQkVCSEFBQUFBQUFBT0JFQkhBQUFBQUFBQUNBRXhIQUFRQUFBQUFBQUU1RUFBY0FBQUFBQUFBNGtidXJDd0NBODRuVmJsZEdRYjd5YlRaWGx3TGdQSlJ2L2V1OXhXNmFTc2pPY21FMUFNNVhoaUg1dUhuSTM5TlRocXVMQVlEemhHR2FwdW5xSWdEZ2ZMRStJVllmYnQra3VLd01WNWNDQUFCUUxSYkRVT2VRVUQzZWQ3QWFlUHU2dWh3QU9DOHdCQlVBYXREQjFHUWR6OHAwZFJrQXpsT21UUEdYVXdET1pqZE43VXBPVkhwZW5xdExBWUR6QmtOUUFhQUcyY3kvdmg3N2VYakkzOFBUeFJVQk9KOWs1T2NyMDVvdnlaQ1B1N3VDUEwxY1hSS0E4OHpKbkJ4WlRidnNKb0UvQU5Ra0FqZ0FjSkx4YlRwcVlvZHVyaTREd0hsa3pzRzkrbkRISmtuU3FKWnROYmxySHhkWEJPQjhNM241UEIxTVMzRjFHUUJ3M21FSUtnQUFBQUFBQU9CRUJIQUFBQUFBQUFDQUV4SEFBUUFBQUFBQUFFNUVBQWNBQUFBQUFBQTRFUUVjQUFBQUFBQUE0RVFFY0FBQUFBQUFBSUFURWNBQkFBQUFBQUFBVGtRQUJ3QUFBQUFBQURnUkFSd0FBQUFBQUFEZ1JBUndBQUFBQUFBQWdCTVJ3QUVBQUFBQUFBQk9SQUFIQUFBQUFBQUFPQkVCSEFBQUFBQUFBT0JFQkhBQUFBQUFBQUNBRXhIQUFRQUFBQUFBQUU1RUFBY0FBQUFBQUFBNEVRRWNBQUFBQUFBQTRFUUVjQUFBQUFBQUFJQVRHYVpwbXE0dUFrQ2hwTXdVTGQ2M1drZFQ0bHhkQ3FvcDNXWlJwcjN3Ynh2K0Zyc0MzZXd1cmdqVjBUaW9vVVoxdkVRTi9JTmRYVXFONDMzbTNKWmxONVJtYzVNaytWbnNDdUk5NXB6Vk9LaWhMdTl3c1JvRzFIZDFLVFVxSlR0TkMvZXM1RDNtSEpab2RWT0JhVWlTR3JoYjVXbTR1Q0JVeS9uOFdRWTRWN203dWdBQWYxbXliN1dlbnZlbVVyTFRYRjBLY0VFTDhQS1hoOFZkTi9ZZTQrcFNhaHp2TTBEZEVPRGxyM3hydnU0YWVJT3JTNmxScXc5dDRqMEdxQVBPNTg4eXdMbUtJYWhBSFJLVEVzY0hWcUFPeU1qTFZNeDUybnVEOXhtZ2Jzakl5OVNocEtPdUxxUEd4YVlsOEI0RDFBSG44MmNaNEZ4RkR6aWdqdXJXdkpPNnRlanM2aktBQzhyMm1GM2FmblMzcTh1b05ielBBTFZ2YjF5VU5oM2U1dW95YWtXSHh1M1VwM1VQVjVjQlhGQXV0TTh5d0xtRUFBNm9vN3ExNkt5Smc2NTNkUm5BQldXNmRFRjlhT1Y5QnFoOWN6Yk51M0FDdUNidGVJOEJhdG1GOWxrR09KY3dCQlVBQUFBQUFBQndJZ0k0QUFBQUFBQUF3SWtJNEFBQUFBQUFBQUFuSW9BREFBQUFBQUFBbklnQURzQTVKVE0zeTlVbEFEaUhwR1duS3lrajJkVmxhTy94QTBwSVM1VE5ibk4xS2NVVTJBcGNYUUtBODFpK2xmY1lBRGlGQUE2QXl5emNzVXpUNXIybm5jZjJWTmpXYnRvMVovTjhUZnh3c3BidVdsWGxhK1ZiQzNRcytYaDF5cFFrdlRIL0F6MDU2MFY5KytlUDFUN0hLY2RUNHpVM2NyRlc3RmxUcWZaekl4ZHIrdXBaaWp5eW84clgybmdvVW5NakYrdmdpZWdxSHd1Y0QrWnNtcTliUHJ4YjkzMzl1SElMOGx4U3c0SnRTL1hBOUNkMDI4ZjM2S3RWTTJ2dHVqUFgvYXhKLzN0WW42Lzh0dFQ5dTQ3dDFmWHYzcVVYZm41RDZUa1pWVHEzelc2VDNiVFhSSm1sMm41MHQ3WWMyYTZzdkd5blhRTzRrTmpzTm4yOC9HdDl2UHhycFdXblM1SU9ub2pXV3dzL3F2WjdZK1NSSFpyMHY0ZjE2UGN2bExvL3R5QlBOMzk0dC83OTNiUGFlM3gvbGM5dnRWbXJWVmRsSEU0OG9pMUh0dXRFZXFMVHJnRUFaM0ozZFFFQUxreDIwNjZaNjM1V1hFcThrak5UOU1vTlQxZDR6TnI5RzVSZGtLdi8vdjZKMm9TRks3eEI4MHBkS3lNM1U4Lzk5SnBpVGg3VHF6YzhyZFlOdzZ0Yzc0NWplM1E4TlVIZW50NVZPaTRyTDF2N2poOVVyL0N1am0zN0U2TDE3dUpQMVN5a2lZWjJIT1RZbnB5VnFyVlJHM1ZWanhFeURNT3gvZGZJaFRxU2RGVFg5eCtybmkyN3FpcCtqVnlrRFFlM2FOSWx0NnJOYWZkdHRWbVZmNVk5WHl5R1JkNGVYbWQxRHNDWlROUFVzajJGZ2IyZmw2OUxmbDkzeDBicHZTV2ZTWko2aDNmVGJVTW0xUGcxRWpOT3ltYTNxWjV2VUxGN1RNNUtVVXpTc1dLdi9kTXQzTDVNT2ZtNU9ucnltQUo5QWlwOVBhdmRxbGZudmllYnphb3BvKzl6eXZQNi9NOXZLQ01uUSs5TWZGbnRHN2VwOGZNRDFYVThOVUVmTC85S2wzWVlWT3kvNGFlejJxM0tLOGhYbmpWZmVRVzV5aTNJVTA1K25ySUxjcFNkbDZQcy9HeGw1V1lyTXpkTDZia1pTc3ZKVUhwMnVsS3pVblV5SzFYVGJueTJ6TmR0ZGJsWjNQVFR4cm1TcEZIZGhpbklOMUR2THY1TWUyS2p0Ty80UVQxN3piL1V1RjZqVW85TnkwNVhUa0d1ZkQxOWlyMVhaT2ZsS0NicG1MTDlTeCtkc0dyZk9tWGtaR2hYYkpRYStOZXZVcjF6TnMvWC9NakZldjY2eDlTNFhsaVZqcTJNYjliTTF1cW85WnAweWEyNnJ0L1lHajgvQUpTR0FBNkFTNnlPMnFDNGxIaEowaDBYMzFSaGU0dGgwWlRSOStrZm4vOUxXWG5aZXVtWE4vWE9iYTlVNm92Zm9STkh0UGQ0bEt3Mm14NmQrWUpldS9GWmhZZTJPT3Q3cUVoeVZxb2VtUDZrVXJKUzlQck5VOVdoY2JzeTI1cW1xZGZudmFmTjBkdTE0OWd1UFQ3bVFVa3ErbkljSzBucTByUkRqZFgyYStRaWZienNxN002Uit1RzRmcndqbWsxVkJGUTgzWWMyNk9FdE1MZURaZDF2YlRXcngrZEdLUG41cndxcTYxdzJHbWVyVUJUNTd4ZTZlUHZHSEpqcGI2RVB6empHWjFJVDlRelYvOWJneUw2VmVyY1dYblpXcm52VDBuUzZKNVhWTG9tU2RwNWRLOVc3MXNudTJuWGxPK202dm5ySGxNOTMwQkowdVhUS2g4d3pubndLL2w2K2lnMU8xMS83dDhvZng4L0RZa1lVS1ZhZ05yMng5NDErblAvSnUwNHVrZWRtbmRRNkduQjByeXR2K3U5eGY4NzY5Nmh2MjlmcHNrai91OXNTeTNCdzgxZEJUYXJZeWo4czFjL29tZCtmRVZSOFFmMXdpOXY2cjNiWHBIRktEbEE2dFBsMDdWNDF3cGQzWHVVSmcrL3M5TFhXN2hqbVNScGNMdSthaEFRVXVuajBuTFM5ZDJmUHlvdE8wTVBmdk9rcGw3N21EbzBiaXRKK3ZkM3oyckgwWXBIVGtqUzFQRlROS0J0SDBuU29wM0xaYmZaTmJ6enhmSjA5NmgwTFFCUWt3amdBTGpFRCt0L2tTUU5hdGZmOGFIS2FyZVdPMWVJbjZldjdyejRacjIzK0ROMWJOWkJ1UVY1Wlg3SVBiMTNWdmNXbmZYWW1BZjAwaTl2S3owblE0L09mRjdUYm5wT0xlczNxK0c3S2k3RXI1N2FOMm1yVlh2LzFBdHozdEQ3ZDB4emZFazkwL2ZyNTJoejlIWjV1TG5ybWo1WE9iYnZqejhrdTJtWHhiQ29TN09PTlY2anU1dWI2dm1VWGxOWjhteFdaVlJ4dUJyZ0NyOXVYdUI0L082aVQvVHU0czlxN053dlhQdG91YS9KUXllaTllak1GNG9ON2R4WnlTK05wMXpUNThwcTExZVJCZHVXS0xjZ1Q3NGUzaHJlZVVpVmp1M1Jzb3NlSFgyZlhwMzNudmJGSDlERE01N1NTeE9lVXFPZ2hvNDJ3WDcxNUhaYVQ5NVRUTlBReWF6aWMvSWRUNDNYMjRzK1Zvc0d6UWpnVU9kZDIyZU1mdC94aCtKUzR2WEd2QStLOWVCdkZkclM4Ym5FemVJdUgwOHZlWHQ0eTlmRFc3NWVQdkwxOUpHZmw2Lzh2UHprNiswcmYyOWZCWGo1eTkvYlh3SGVmc3F6NVNzaXJMVUN5L252Y2twV1dyVURQZzgzRHhYWXJFckpUbE5nWm9vazZZbXhEK2pqNVYvcmhnRlhLeVVyVFpMazQra3RYMCtmYWwzamxIM0hEenJlODhaVU1lUVA4Z25VdEJ1ZjAyTXpuMWRLVnBvZW0vbThucnI2WCtvVDN0M1J4dC9iVDk3dW5xVWVuNUtkSVp1OStQRFZkeGQ5cWdLYlZSZTE2MHNBQjhCbENPQUExTHExK3pjcUt2NmczQ3p1K3IraE56dTJMOXkyWE84dS9yUlM1MWk0YmFrV2JsdGE1djR6ZTJjTmlSaWdoMGJkclRmbWY2RFU3SFE5TnZNRnZYSFRWRFVKTG4yNFJVMTU4TEsvYTIvY2ZpV21KK21sWDk4cWRhanQrb09iSGZOQzNYdlozNHIxbEZ0L2FMTWtxVlBUOXZMMzlxdngram8yaWREck4wMnQwakhyRG16U3N6L1I4dzExMjdIazQxcTlmNFBqNSt5QzNCbzl2ODFlOWhmZzdURzc5Znd2aFVNbzJ6VnFyY2ZIUEZpcEwzeWJvN2ZwclFVZlNTb011VG8xYVY5ajlaNHV6NXF2MlVWRDBkemNQZlRTTDI5VjZyaDdMN3ZMTVVUdGtvNkQ1T2JtcHBkK2VWdXhLZkY2YU1iVGV1M0c1eHh0MzczdFpZVUdsQnh5bHBtYnBXdmZxWHdQR3FDdThYVDMwRCtIMzZtblpyK3N5Q003dEdqSGNsMWUxTU8yUTVOMm1uMy8veFNiRXE5ZzN5Q0ZCWVU2amt2TlR0Y1BHMzVSZ0plL2JoeDRUWW56L3I3ekQ3MjE4R05kMVgyRTdoMTVWNW5YditPVGU4OTZQc3ZIWi82bnhMWS85Mjl5UEo3UWY1enVHbnJMV1YzanUzVi96Wms3YzkwY3pWdzNwOEpqcnV3eDB0R0xON3hCYzcxMjQzTjY1UHZubEpLVnBtZG12Nm9ueGozZ2FQdlA0WGRxZU9lTFN6M1A1QytuNkJCejN3S29nd2pnQU5RcTB6UTFmYzBzU2RKVjNVZW9XVWpqV3J2MlpWMHUwZkdVQkgzNzU0OUt6a3pSdkcyTE5lbVNpVTY5cHIrM242WmNkYStlbi9PNlJuVWJYdXJRanZpMEV6Sms2UG9CNDNSRjEySEY5djI1ZjZNa3FVL3I3ckxheTUrTTJOM2lycFNzTk1XbXhEbTJaZVJtRmwwajBiSFlSVlhtZWdMT1ZUOXMrRVdtYWNyYncwdnZUSHhadmw1bjE1dmpURUZsOUZDWnMzbStQbGsrWFhhN1RlMGJ0ZFdMRTU1UWdMZC9oZWZiRXhlbEQ1ZDhJVW5xMGFLcnBvNmY0clE1Nnhac1g2cVVyRlJKVWtaT2hqWkZiNnZVY1ZsNU9jVitIaEl4UVA4YU5WbXZ6WDlmTFVLYVZXbUlHWEF1Njl1NnB3YTA3YU4xQnpicGsrVmZxMi9ybmdyeHF5ZUxZZEdlMkNoTi9mazF0VzNZU20vYy9MemMzUXEvYm1Ya1pPaW5qZlBrNWVHcHk3c05VN0Jma09OOEJiWUNmYlBtQjludE50VTdiWHQ1V2pjTWw2ZGIxYjdLUlNjZFZXNUJucG9HTnlyM2ZTazBvRUdWem51bVF5ZWlpd1Y2bFgyUDZkMjZSN0dmbTlkdnFwY25QS1ZIdnBzcUx3OHZ0UWx0ZVZaMUFZQ3JFY0FCcUZWTGQ2M1VvUk5INU8vdHAxc0hYK2ZZbnBhZHJsSGRoMmxrMTZFbGpsbXhkNjNlbVArQnVqVHZxRW1YM0twV2xmZ0FaaWxsNkpNazNUWjRndUpTajZ0ZFdPdGFtM1MzVy9OTyt1b2Y3OG5QeTdmVS9lTjZqVktYWmgzVitvejdpazQ2cXRpaWVmSytYUG05dmx6NWZiblhlZi8yVjNVd01WcHZ6dit3eEw3ZkloZnB0OGhGa3FUQkVmM1Z1Vm5OelNjSDFEVkhrK08wWk5jS1NkTG9ucGVwWlFQbkRqZVhwUFNjREwyLzVIUDlzV2V0SktsenN3NTZjdXhEY3JPNEtUcy9wOXhqNDFMaTlmVHNWNVJia0tmT3pUcm84YkVQeUc3YVN4eFhFd3VmcE9kazZKczFzeVZKd3pvUDBjQzJmU3Q5YkdrVG9ZL29NbFIrWG43cUdkNjExTnJpMDA1bzlvYmY1T1BwZmRZOWFvQzY1TzVodDJ0TDlEYUZOMmloblB4Y3FhaVRlc2VtRVFydzl0ZmU0d2MwWSsyUHVuM0lEWklLdzZSTE9nM1NzbDJyTkhQZEhOMDkvQTdIdVg3ZHNrZ0phWWxxNEIraTYvcU9xZFQxSHg5enYxcFVjU3FOS2Q5UDFiYVlYWm93NE9vU2YvQ3JTUjh2LzFxUzFDWXNYRGNPR0YvcDQwcWI4N0pWYUV1OWVQMlRDdkQySzNPUmlJK1dmaW1yM2FhYkJsNmordjc4SVFCQTNVVUFCNkRXWk9WbDYvT1YzMHFTSmc2ZTRPaEJzdUhnRmowMzUzVmQzS0cvSmwxeW0rcjdCenVPU2NwSWRpd1drSnFWcHVZaFRlVjF4cHdmZWRiOEV0dktZaGlHWTRFRFo4ckt5OWI5MDU4b2RWOU9YdUZRdVBpMEJOMzFXY2xhSnZRZnA4dTdYcXI1VzVjNHRwWFdjKzdVSERDR1ljaVFJY013MU1BL3BOZ2NLZnRQSEZKYWRvYWFoVFJSbzhEQ29UQnR3djc2Z0h2d3hCSDkrN3RucTNSdjZUbVpWV29QMUxhUGxuMGxxODBtYnc4dlhkZlgrVUg3eXIxLzZ2MGxueXMxTzkyeGJkZXh2YnI1ZzM5VStWeTdqdTNWRGUvOXJkUjlYWnQzclBLUThUTjl1ZXA3WmVSa0tNZzNRUGVPdUt2TVB3eFV4Y0IyZmNyY2w1S1ZxdDhpRnluQUo0QUFEdWVWeHZYQzlPN0VsMHNzNmhUZzdhL0p3KzdRUzcvOVZ6UFgvNkxMdWw3aUNLK3Y3enRHeTNhdDB0eXR2K3U2Zm1QVklDQkVTUm5KK21aMTRjaUFTWmRPckZMSW5wcWRyb0pLcm1nZUdsQmZJVVdmcjVJeVVvcnRPNUdlcUh5cnRVWkdKYXpZczBaYmoreVVKTjB6L1A4Y2YvQXpUYlBZQ3U5VlVkRkt5SE8zL3E0Q20xV2plNHdrZ0FOUXB4SEFBYWcxMDFmUFVuSm1pbHFGdHRUb0hpTWxTVGE3VFovOU1WMDJ1MVg3NHc4cjZMVGhrYVpwNnMwRkh5Z3pOMHUrSHQ1NjlwcC9GL3V5YUxQYjlQUG1CWnE1Zm81ZXYybHFsZjhTN0V5bWFlcFljbHk1YmF3Mlc2bHRNbkl5bEpXWHJkOTNMcGNrM1RQaUxvM3RkZmtaeDFvMStzMWJaSnFtcG82Zm92NXRlanYyOVQ0dGdIdjZ4MWUwNGVBV2plbzJyRmlQdjU4MnpaTWtaZWRsVjNvMU1lQmM4T2VCVGRwMEtGS1NkTk9BOFVyTlR0VWRuOXhiSStmK2YvYnVPejZLYWd2ZytHOUxlaU1ORXBJUWFpQUJRdSs5SXdJaUlFOUZWT3lLQ2paUXNXRVhDM2JCQ29vSXFJRDAzbnN2SVFRU1NpcnB2V2ZMKzJPVEpjdHVHcEFDbk8vbjh6NlBuYmt6YzVmMzlqSno1dDV6bk8yYytlT3A3MHkyWFVxTzVvT1ZoaHhxTmxZMkZCUVZZSzIycHI1eitVdTQ4Z3Z6U001T1E2RlE0T05hL2tOdmZtRSt5ZG1wNWJhcGpORFlzNnc5WVFqc1A5em5QdU40T24vbllpNGtSeko5eExPVnlqVzVJV1FiWFpvWWx0d0pjVHNycTZKNnY4QmU3TDl3bEU3K3dTWXpSNXZXYjh6L3VvMmh2WDliNDVMdCtUdi9JcmNvbjY3Tk90SS9zRmVWcnYvK2Y1OVgrdC93RGRPWDRsazhMc1dsWFRiWjkrZStaV3c4dVkwSCswemd2aXJNV0x0YVpsNFc4N2IrQWNDQW9GN0c0TnVCODBmNGJlZGlYaDMxUEkwOS9Dbzh6NG1vMDFoYldSSG9IWEROZlJGQ2lMcElBbkJDaUJweFBES0U1VWZXQXZEODBNZFFLdzNEejVyajRBQzN4QUFBSUFCSlJFRlVtNGxNaVFYZ3lRRVBHbk9sZ09HRzhNaWxrd0M4TkhLS1dZQ3RTS3RoL1lrdFpPUm1NWHZOdDN3NThYMlQ0d0ZTc2xNcDBwcm5Uck5XVzFmcnc2T0RqVDJMbnBsMzFWWTlDM1l0WWNNcFEyQ3RvYXNYcys5N0d5VktzMk5YSGwxdldOS0NvVkxwMVpLelU5SHI5UUEwS0ZWNXNLcGFlRFZsMnJDcXpkSUppUTB6NXFvU29pN0p5cy9tMjAyL0FPQlZyejVqdTR3a0tpWG11aE9XbDdCU214ZHlhT3poeDlBMi9Xbmc0a216QmsxNFo5bHNXbm8zcTNDbTJtODcvMkx4L3VXMDlRczBLVjVneWFFTHgzampuNCt1cSs4NUJibDh2UHByOUhvOUxiMmFNenpZc1B6c1hQeDVsaHhZZ1U2djQ1a0ZNM2p6cmhkcDRkVzB6UE5zRE5uT0YydC9vTDZ6SisrTm0xRm1BRUtJMjFtQnBwRFU3RFRXbjlxS2o1czNnUTJ2QkpKS0Y1OENlR3pBSkd5c2JiaTMyNWhLblZ0WC9HKy9BZ1VkR3dmallhSFlTVmthRjk5SFhVeUtORzVMelVsblM4Z09kSG9kemVzM3FmUzVMSm16Ymk0cE9hblkyOWp6YVA4SEFNZ3J6T2ZyRFQrU25KM0cxRDllNS9taGo1ZFpQS0drYis4c200MUdwK1dWRVZQbzI2ckhkZlZKQ0NIcUVnbkFDU0ZxeE1xajZ3RlFLbFY4dlBwck5Cb3RoYm9pY3ZKekFPamN0QU5kbTNVMHR0OGZjWmcvZGhzcWd6N1U1My8wYnRITjdKeTJWamE4TXZKWnBpNThnL0Q0Q3l6Yzh3OFA5NzNYcE0yN3l6OGo3SEtFMmJHZEc3Zmpnd2t6QWRoejdpQ3oxM3hUYnY5TEh1RDNoaC9pcmpubEYyNTQ0NjRYNmRLMGc4bFMycHlDWEQ1Wjh3MEhJbzZnVkNqUjZYVm90RnJlWHpHSDlvMWE4MkR2Q2FpVWhrQmJlbTRtaTB0VkM0dFBUelM3Um5KV2l2SFBEWnc5emZaWGxxMlZEYzBiV0w3aDNoU3lnOFg3bDlPNWNUQlBEMzdFdU4zQnhnNU4veUpjN0N1WEtGcUltdkxsK25uRzM4WnpReDdEV20xRjAvcitMSisyNElhY1g0SGw1Vk12alhnR2dLT1JKeXQxbnJ6Q2ZEYUdiQWRnYUpzQk42UnZGZmxwKzBJU01wS3dLUjQzUzVhMUIzZzE0NE43WnZMaHFpOUp5RWpraFQvZjRMbWhqeHVyT2w3TjE5VWJCeHQ3RWpPVGVPSFBOM2w5OURTNk5PMVFJOTlCaU5wVW9Da2tJY1A4MzJNWE8yZGM3RTJMc3Z5MWR4bkhJME5RS0JSc0RObk9sdE83eWoyM0FnVkxEdnhuL055cGNUdUxTN3MxV2cyRm1rSUFiSzF0dWIvSHVDcDloNmIxRGJsbUx5VkZrMU9RaTRPTlBVdjNyNkJJcTZHTmIrQjEvWmEzaGU1bWI0U2hjTlN6Z3gvRjA5RVFHTFN6dHVYemllOHhhL21uWEVpTVpQYWFid21OTzhmVGd4NDJ2b3d0emRuT21RWXU5Ym1ZRk1rSEsrY1FreFpYNWU4cGhCQjFsUVRnaEJBMW9tMmpJUGFFSDBTbjA1S1FrWVJTcVVLbjB3SmdwVkx6ektESnhyYm5FeS94eVpwdkFSalV1bSs1TjE0QlhzMFkzM1VVUy9ldllNbUJGWFJyMGRGa3lZSlNxVExKbjFhU042MDByVjVYNlJreXVrcTAxUlovcnhMUnFYRzh0L3hUSWxOaThmZndZM2p3UU9adFhVQjJYaFlaZVptRXhaMGpKRGFNMTBaT3hjUEpqVisyTHlTbklOZDRmRnhHZ3RrMUxoY0g1Wnp0bkxDenRxMVUzNnNxS3orYm1OUTRzK1VpM3ZXOGFxeUFoUkNWdFRsa0I3dlBIUUJnUlB2QmRHNWlxS2FuVkNpeHQ3NnhGVkFyY2lrcG1qZi8vYmpNL2VrNUdhUm1HM0l3YlF2ZHhjNnorOG85WDBaT1pybjdLMk5Tci9GRXA4WXlNTEFYZm00TlRmWjFiTnlXYngvOGlGbkxQK05DNGlXK1dQY0RVU2t4UE5wdm9sbit5U0NmbG54MjN6dTgvdmNIcE9WazhOYS9uL0Qwb0ljWjNYSDRkZmRSaUxyc1F1SWxwaTE4dzJ6N0F6M0hNNm4zQk9QblMwbFIvSDNJRUV6VDYvVW0rVndyeTg3YTFtSUFMcXY0cFNXQW80MWh1ZmczbTM0bU1UTzUzUE05TitSUjZqdDc0dS9oaDVPdEkxbjUyWnlNQ3FXZWd6TXJqcTREWVBKVkx6Q3JxbmZMYm95TUhVcFdmZzZEV3ZjeDJlZmxVcDg1RTk5bnp2b2YySDVtTDZ1UGJTUTI5VEp2M1BXaTJiSjNkMGRYUHJ2dkhXYis4eEZoY2VkWXNHc0pzYW54VEJ2K0JGWXFxK3Zxb3hCQzFEWUp3QWtoYXNUUU52MEo5Z3ZDeWRZQkJ4c0g0ak1TZVhiQnErajBPaVowdXdzZlZ5ODBPZzFyajIvaHQ1Mkx5QzNNdzFwdGpaZUxKd3QyTFNaZlUwaWhwb0NDb2tMRG40c0t5Qzhxb0tDb2dLd0N3dzJwVHE5anpycDVmUC9RSjhhbHFITW12bWZTajgvV2ZNZW00dXFJSlRvMUR1YW5SNzhvdC8rdi8vMGhTWm5KZEdvY2JGSzV6QkpQSjBPT2xTSnRFVXNQL3NmaWZjc3AxQlRSeGkrUVdYZFA1MmprS1FEY25OeDRiZFJVWmkzL2pKRG9Neno3KzZ2TUhEMk5pTVJMZ0tGYTZlNXpCd2lQUDI5MmpZamliWTA5Szg2bElzVHR3TWJha0xqYzE2MGhEL1FjVDBwMldnVkhWSTJqclVPbGk3MWs1V2R6OFB6UlNyVXRXV1pmM2R3ZDNaajl2N2VNTTIydjV1VlNuOC92bjhVSEs3N2c4S1VUL0hOd0ZUR3BsM2wxNVBObVFmNm05UnZ6NmIzdk1HUHhlNlRrcFBMYnJzWDBiTkhWbU5OS2lGdVI0cW9xeElXYUlyT1hlaW5aYWJ5MTdCTTBXaTJEVy9lalp3dlRLc05oOFJFczNiK0NSbTQrUE56M3ZqS3Y1WHRWa0x4RXlReGZwVkpsL0YyZWpBNGxLam1tM0w3bjlqVXNlMVVxbEhSb0hNek9zTDFzQ3RsT1ZFb3NlcjJlb1czNjA4WTNzTnh6Vk1SS1pjVnpReDVEb3pOUCt3R0dHZmV2alpxR3Q0c1hmKzFmeHJISVUweGRPSk4zeDcyS2o2dHBkVk5IV3djK21qQ1R0Lzc5bUZQUlo5aDhlZ2Q5V25hamUvT3lDNzRJSWNUTlFBSndRb2dhNFdCamIxSmVmdTdXK2VqME9ueGN2ZmhmOTdzQjBPbjAvTEZuS2JtRmVRQVVhZ3I1YysrL1ZicE9aSEkwU3cvK1Y2WGxDZzQyOWhWV0FsUVhQN1RhV2R0VnF0akQ2Wmd3dnRvd3o1amZibGpiQVR4YnZDU3V0T1lObXZETmd4L3h6dkxabklrOXgxdi9mTXlIOTc3QndqMy9NbVhJbyt3K2Q0RDQ5RVJTYzlKTmN0YWRUYmdBUUN2dkZwWDZqaG41MmF3N3NZWGRaL2Z6eE1DSG9EaUh6S25vTTR6OC9INkx4MmlMMit3SlAxaG1HNERQN3A5VjZYNElVVjI2TmUyRXU0TWJiNDE1bVg4T3JXYlpvZFUzOVB5dmpacGE2UVRwWmVWV1hIRjRyZkVGd0lqMmc3bXozWkJLblM4MDloemZiZjZsOHAwdFExbkJ0eEwyMW5iTUdqK0RMOWZOWTlQcEhSUVVGWlI1akorN0Q1L2QvdzV2L3ZzeDA0WTlVV0h3N2RwcUh3cFJkN1R5YnM1L0wveGgvUHplaXMrTnMyNEJORG9OYnkvN2hJU01KQUo5QXNxZHNlVm81MGl2Z0s1VjdzT1p1SE1BRm5QWWZqWHBReHE1KzVoc20vcjc2MFNseHBwczY5dXFPenZEOXJJbi9DQmd5SmRaOG1JeExpMmU3N2I4eHZndUkrbmczN2JLL1FNc0xpc3Q3ZUcrOStMaDVNNTNtMzhodjZqQWVIOTFOWHRyTzk0Zi96cXpsczJtVTVOMmxRdStYV09WVlNHRXFDa1NnQk5DMUxodG9iczVHUlVLd05SaFR4cG5sVmlyclJqY3BwL0pnM1BKVXRXR3JsNTBhOXJSR0N6N2RlY2lpclFhSnZXZVFPY203WEN3Y2VEWDdYK3lOK0lRZisxYlJ0K1dQZkYxSzcreVlIV0tUSWtoTWlVV04wZFhwZzU5M0hqanFOZnJVUlcvUlM5NWsxN1AzcG1QSjd6SjdOWGYwSzlWRHdLOUEzaHYzQXlVQ2lYdURtNms1S1J5S2pxVWZxMTZBb1o4ZE9jVERMUGt5Z3Q4SldRa2taNlRBY0RTL1N1TTIvK1hsMGxocWNJVWxvcFVsS2JYNjh0dFUxSU1Rb2phWksyMjR2T0pzL0N1MXdCcmxaWEpUSlhyVVpVQ0RyNnUzanplL3dFOG5keE5jaXRlU29yaWh5MExPQjUxeXJpdHBWZnpNdk12WHEyQml5ZSs3dDY0TzFnT2NsMWRtZlY2cUpWcVhyNXpDb0UrTFJqVXVwL1pTNFBTR3JwNjhlTWpuNWNiMkNzWk82NHVrQ1BFclVhdFZQUGNrTWRaZG5nVlV3WS9XaTNMSlVOaXp3TFEwcXVaMlQ1YnRiWDVjbnVsZVVDcVIvUE91RHJVSXkwbkhhVkN5YXNqbnplK2hEd1RkNDdERjQ0UkduMkdmNmIrWnZ4dHYzem5GRjYrYzhvTit4NGpPd3pCdzhrVlh6Y2ZHcmlVbmNmVzFzcUc5Kzk1dmNLWEI1cmkxQjhWdFJOQ2lOb21kME5DaUJxVm1aZkYzSzN6QWJpajNXRGFOV3B0c245c3B4RzA4bXBHWTA5L2ZGeTkrSHo5RDJ3OXZZdGczeUNUcFo4TGRpK2hTS3VoaVVjall4RHFvYjczc3UvOFlZcTBHazVHaGRScUFHNUV1OEVVYW9zWUdOZ2JaenNuQURMeU1ubm10K2swYTlDWWJ4LzhHTDlTYjZwdHJXeDQ2KzZYalo5TDhpNjFhOXlhcmFkM3NmdnNmbU1BN3NqRkU4WWt6SUUrVi9MZEFVUWtYR1JuMkQ0T1hEaktwYVFvazMzV2FtdTZOZTJBdTZNYlJjWEhkMnZlaVptalg3RDRIVllkWGM5UDJ4ZlNxMFZYWm94NnZzenZhaTA1V1VRZDRWMnZBUUNUKzk3SDVIS1dkMVhGc05rVEttNVVyTDZ6cHpFL29sNnY1MFRVYVZZZTNjRGVpSVBvOVhxVVNoVTltblZpYjhRaDVxeWZTMDVCTHVPNmpDenpmSG1GK1d3NXZZdGxoMWZSMk1PZnQrNStxVXA5SDl0NUpQMERlK0ZpNTF4eDQ2dmMyWDVvcGRwVjlNQmJNbFpaU1FCTzNPSldIRjNIbXVPYkFIanByN2N0dGltcGJuNCs4UktQLy9waWhlZDg1KzdweHVXWkdYbVo3QXMzRkRrSThHNXUxclpJcTZHZytQZFdRbUhoQmRtVzBGMWs1QnJ5U3FwVmF1eExyUUE0VnB3aW8yMmpvRW9GczRJYkJmSGxBKzlmVTdDeHNzdEpLeDVqaW93dkF1VitSQWhSMThuZGtCQ2lSbjI5NFVmU2N6TnA0T0xKNDhVbDZrdnpkUGFnbjdPSDhYTmU4WEpVZTV1S2s2ZzM5dkRqZ1Y3MzBMbEp1enF4SkhKTXh6dE1Qdis2ZlJISjJhazQyRG9ZQXdVVjZkS2tBMXRQNytMQWhXUGtGZVpqWjIxcnZBRVA4bWxwdGd4bDhZRVY3QW96VCtnK1BIZ2dUdzU4eVBoMlBETXZHd0JuRzhjeTgxb3BpMjk2RlFwRnBYTmZDWEdyS2FsYVhKbVpuaHF0aHREWWMrdzdmNWpkWncrUW1KbGszTmZCdnkxUERueVFKcDcrL0xEbE4xWWNXY2VQMjM3SHdjYWU0Y0VEVGM0VGtYQ1JEU2Uzc2ZuMER1T1MvTGowQk03Rm55ZkF3c3dYTU9TcExGbWVkcU9vbENyK2VhNzhwYThsNDFLWis0c01BWWVLbHZrTGNiTkx6ODZvTUJkYmlZS2lna3ExTFNvVlVGdDlmS014b04zR3Q2VloyMmQvZjdYQzh5MDd0SnA1MjM0SERQKzJGMm9LK1hqVlYzeDIzeXhVU2hVSEx4aHlWM1p1WWw0TmRkRytmL243NEtvS3IxRlZIOTd6T29FTkE4cmNYL0VZazJmODg5VUZIWVFRb3E2UkFKd1Fvc2FzT3JhUlhjWDVVdTd2T1k3UTJMUEVwRjBtTnZVeXNhbHg1QlhtOCtXa0QweU9LYWtHNm1UbldLbHJQTkJ6L0kzdDlEWGFHTEtkN3phWlByaVdMR1dMU2IzTXVLOG5XenFNbmdGZG1YSG5jOGJQM1pwMXhGcHRUVUZSQVJ0RHR0RS9zQmU3enUwSG9GOWdUN1BqUFozY0FVTndibUJRSDdhSDdTRWsrZ3grYmcxTmxxYWs1Um1XcGpyWk8xM0h0eFRpMW1lbHRxS2dxTUNzdW5HSjFKeDAxaDdmUkdqc1dVN0hualZac21xbFV0TzdaVGZHZFI1RkM2K201QlhtTTNmTGZGWWNXV2RzODgybW4yamwzUndiS3h0Mmh1MWo2NW5kSnJOWFczbzFwMzlnVC9xMjZsbHVuclc4d2p4eVMxVlB2aEd1cm9CNnRaeUNYQjZjTjRVNzJ3M2g3czUzNHVyZ1l0WW1NY05RbmRIVjNueWZFTGVTaWIzR01hSDdYZVcyT1hqK0tCK3Qrb3BXRFFQNGFNTE1Dczlac3BUK1VuSTBpL2NaVWtuNHVIclIycWVWV2RzZ241YllXMWtPVk9uUjg4SEtMOWtadGhlQUFVRzl1YlBkWUY1YitqNFhFaU41ZXY0cnVOblhJeU0zQzRWQ1lWWThBcUN3cU9pR2p6RmdYam4rYWpNV3Y0dVB1emNUdW82bWlhZS8yZjZTTVVhdFVrbWdYd2hSNTBrQVRnaFJJMUt5MC9oK3kyL0d6M1BXelRWcjA5clgvSVl5TWROd1krWHVlSE5WMTlQcGRSUnFpa3crZytHTnMxNnZvMUNqTTJzUFVGUmt1bnpFd2NhZVBpMjdzK1gwVHY0NXVKcjBuQXp5aXdwUUtwVDBDZWhtZHQxQlFYMFkxWDRvRFl1WHJKUzh6YjVhZkhvQ1lKaHhxTkZxS05RV21iWFJGT2R1MHVsMHhsazRwYW1WNm5MelF3bHhLeWdKZ09kZjlkc3M0V1Ryd0piUVhjU2x4UU9HbWFQQmZvRU1DT3hONzRCdU9ObzZvTlByMkJpeW5RVTdGNU9jbllxOWpUMnZqbnlPZFNlM3NDLzhNQzhzZklQYzRwbGlKUjdzTTRHQmdYMHFQVnUyeEtSZTl6Q3MxSXk2aUlTTHZMTnNObzYyRHN5ZC9KbEoyNDlXZmNYcG1EQWU3RE9Cb1cwR21CMVRrVE54NThqT3oySEpnUlYwYU53V1Z3ZnpwTzN4NllrQWVMdFc3WHNJY2JPeFVsbGhwYklpS3orYjB6RmgyTnZZRSt3WFpOWUdRS2xRbU9WclM4cEs0WHpDUlZ3ZFhHbnBiVHJUOWNldEM0eXozNGExSFlpaVZMR0JlN3VOSVNNdmkwR3QrNWdzTjcrY0hvOTNQY085d01xajY0M0J0MUVkaHZITTRNa29GVXBldXVNWlpxLzlqb1NNSkJJeURETjIrd2YyS2pmWTM3bHhPNmJkOFpUSnRzay9Qa2VSVnNOSEU5N0V6LzFLQmRjVlI5Ynl6OEZWZEduYWdhbkRuckI0VEhueUN2TUpUN3pJMmZnSXZKenJXd3pBeFdjYXhwaUdMbDVtKzRRUW9xNlJBSndRb2tiVXMzZkdXcVVtdjlTYlRpdVZHbTlYTC96ZGZQQnhhMGc3ZjlOOGNGcWRscVRNVkFBYU9KZWRwTGN1R3Q1MklNUGJHaDZDMTUvYXlweDFjM0cwZGVESFI3N0EzZEhWcEcyUnRvaW5mNXRPZEdvc2JSc0ZtWjFyZE1kaGJEbTlrOFRNSlA3YXZ4d3d2TDIyRkpTc1RGSjN2VjVQYkVvY0FONHU5Vmw1YkFQenRpNG9zLzNlaUVQYy9lVkRadHVIdE81M1E1TXlDMUVYMmFpdHlRSnlDbklzN3JkU1dmRm8vNGtjdW5DY3prM2EwZEUvMkRnTEk3K29nTFhITi9IUG9WWEVGZ2ZvMnZvRjh2S0lLWGk1MUNjMjlUTDd3ZytUVzVSUEl6Y2ZCclh1eTVvVG0wbk1UTUxWdmw2VmcyOEE5amIyeHBtd0FNbFpLUUFvRkVxVDdRQldTa013d05IR3dlSXhGVGtkYzdiNDcwQk5rSS81a2ppQU01Y055MkliZTVnL09BdHhLNHBNanVidFpiTnA1T0hMVDQ5OFVlbmpqa2FlNUl1MVA5Q2pSV2ZldVh1NnliNGhiZnB6NU5KSm5Hd2RHZDdPZE1uNm9OWjl6YzYxTCtJd0g2MzZpaWNIVE9MTzlrTVozWEU0R3EwR1cydGJSclFiYkd3M0lLZzNuczd1L0xUOVR5NGtYaUs0VVd1ZUhmeG91ZjIwc3JJeUcwdEt1RG00bU93clNSOWlvN1l1ODVqeWhGME9SMWQ4MzNoMXp1QVNvYkdHTWNhL2ZxTXFuMThJSVdxYUJPQ0VFRFZDcFZReHZzc29WQ29WL3U1K05QTHdwV0c5QnVVbTE3MlFHSWxXWjNnN1dycGdRWFdxS05kSVZhVmtwL0xqVmtPK2xTY0dQR2dXZkFOWXNuOEYwYW1HaXFtbFo2R1VhT1hkZ3E3Tk9uTHcvRkZESW5lRmt2dDZqTDNtUGtXbHhCcG4yelQxOU9keThXdzRHeXViU2lWcnp5bklNUzRORnVKVzUrSG9TbkpXQ21rNTZjWnRsOVBqU2MxT0o5QW5BS1ZDU2U4VzNlamQ0c3FNMUxETEVXd0oyY21XMEozRzM0cUhrenVUKzl6TDREYjlLTklXTVcvckFwWWRYbU04WmtEcjN0emI0MjY4NjlYbncxVmZzV0RYWXZxMTZsbW5sMVNWUFBnRytnUVk4MFJPdi9OWkFKeHNIY25JeXpSV2JBNXNhTWpMYVd0bFkyd2pNMmlGcUp6K2diMzRZKy9mL0svN21FcjlPMzN1OG5rS2lncjRZY3Q4bWpkb1JrdnZab3d0bytCTEc5OUF2bnJnL1J2ZDVSc2lOTTRRNUxkV1d4bUQvUGYxR01zZHdSbkd6OGNqUXdBSUtwWDdkM0tmZThuS3o2YVpWK1VxVFFzaFJFMlJBSndRb3NaTTZsMzVhb0lBSjZKT0E0WUhZRXVCSzB1ME9pMUxELzdIMERiOXE3UnNOU0VqaWE4MnpHTlkyd0gwQyt4VnBYNldaOEd1SmNZSDhBTVJSMmprN21PU2JQam9wVlA4dFg4WkFJLzNuMVJtOEs5OW96WWNQRzlZVHVydjRZZXY2N1ZYZUEySkNRWEEyYzZKQmk1WFpoWjJhZEtlTjhkVVhHWHh6MzMvOFB1dXBkZDhmU0Z1SnA1TzdvUmRqakF1endJNEVSM0tuSFZ6YWUvZmhrLys5NVpKOFlXOTRRZU55eTRCR3JoNE1xN0xTTzRJSG95MTJvcXd5eEhNV1QrWFMwbFJXS3V0NmRDNExRY2lqbkQyOG5rQStnWDJZc1hSOVlUR251WEw5WE41YmZTMENuT3gxUWF0VHN1NXkrRUF0R3QwWmVscDZkazRxNDZ1Tnk2di8yYmpUN3d6ZGdhdURpNFdaK3dJY2N2UjZjM1NOeFFWcDN2UTZjMzNhVFRtcVNCS0tCUUtYaHorRkcxOEEzbHAwZHQ0dWRSblF2ZTc4SGYzNWIrajYvaHIzektDR3JZMFZsT2YyR3NjaHk4ZTUxejhlVDVZT1ljZkhwNWRiakEvdHpDUG5NSmNQQjJyUGt1dE9vWEdHc2FZSUorV3hvQjlwOGJ0alB2RExrZHdJZEVRNUY5NjhEK0NmRnNhWDFvS0lVUmRKQUU0SVVTdFM4bE9JelR1TEtFeFp4bmJaYVJ4bWNMR1Uxc0I2T0FmWE9sejVSY1ZNSC9uWW43ZnRaUVBKOHlrZzc5NVRxTFNkSG9kcTQ5dDVOZWRpOGdyektkSGk2N1gva1VzZUdid0l6Unk5K1dmUXl2WkUzNlFQZUVIYWUzYmludTZqTWJCMXA1M2xzOUdvOVV5cUhWZkJnYjF0bmlPYy9Ibm1iOXJzZkh6eGFSSS90ejM3elVYbk5nVGZoaUFkbjdteTEyRkVLWWExS3NQUUdSS3RIRmJlazRtWUpnMUN2RDJ2NTl3K05JSjQzNkZRa0ZILzdiYzBYNHdQWnQzUWFWVWtaU1Z3c0xkZjdNaFpCdDZ2Wjc2enA3TXZHc2FDZW1KSElnNFFtcDJtdkg0YWNPZlpOb2ZNOWw1ZGovMU5zOW55cEJIYXVLclZzbkZwQ2pqVE5yMkZwYk9aK1psOGUvaDFZRGg3eVBzY2dSVEY4N2t2Zkd2NHUvdWE5SzJsWGNMVnI2NEVHV3B2RlpDMUhXV2NxZVdGcFVhYXpGOUEwQlkzTGt5OTVXbGpXOGdwMlBDQ0lrNVEwak1HVVoxSEFaQVhtRUJhVGtaWk9abkdkdXFsV3Bldm5NS3o4eC9oWVNNUkw3Yi9LdHg1aW5BWjJ1K28wUGpZSG9GZENVaEk0bDNscy9HUm0zRGx3KzhieXo4VU50MGVoMWh4WldkZ3kyTU1RRHpkLzRGR01hWXRKd01YdmxyRnROSFBrdWZnTzVtYlpkTlhZQWV2VlIxRjBMVUtnbkFDU0ZxbEVhcjRVSlNKR2N2bnljc0xwelRzV0hHSlpBQTQ3cU1BbUJUeUE0aVUySUJ3OUtzeWlySjA2VFQ2N0MxTHY4bThsSnlOSFBXenpQZTRMbllPK0h2NFZ2dU1WVmxhMlhEK0s2akdObGhLS3VQYmVEdmd5czVIUlBHNlpnd1k1djIvbTJZTnV4Smk4ZEhwOGJ4OXJMWkZHb0tzVlpiNGVIa1RseGFQSC9zWG9xTG5UT2pPZ3l0VW45U3NsT055elU2Tit0dzdWOU1pTnRFUzYvbUFNU214Wk9SbTRtTHZUTnAyWWJjbEs0TzlRQ1kzTzkramthRkVOQ2dDWDFhOWpCSlloNmJGcy95dzJ0WWYzS0xNZUg0b05aOWVYclF3empaT3BKYllBaGlsYzR4NSsvdXk2dWpudWZ0WmJOWmVXdzllWVY1UEQxNGNwMWFqbnI0d25IQVVLU2lwWGR6cy8zZmJQcUZ0SndNNnRrNzg5NzQxM2ovdnk5SXlFamtoWVZ2OE9hWWwweGVqaWdVQ25rb0ZqZVY3V2YyR0dlbGx4U0xLbUZyWlV1amE3aVh5TTNQSWJsVUlONlM1VWNORlpSYmVqV25sWVhmWFduKzdyNU02SG9YaS9ZdFkzL0VZWkl5azQyRmw3YWMyYzJtMHp0NFRUbVZEdjV0eVN2TUp5NHRucy9YL2NETTBkT3EzUGZxRUJZWFFYYStZVnhzNTJlZS8yM1ZzWTBjaXp3RndBZjN2TTZ5ZzZzNWZPa0VIL3czaDhmNlBjRDRycU5NMnN1U2R5RkVYU0FCT0NGRWpWaThmd1g3SWc1eklmR2lTWFhRRWg2T3JyVDJDOExSMW9HNHRIaCszR2JJbTliV0w5Qmt1VUZGVWt2bGFmS3drUEEzcS9naDkyejhlWjZaUDhPWVkyNWc2ejQ4TmZDaFN1Vld1UmFHUU54b3VqVHR5UFRGNzVDZW0ybmNGNVVTeTM5SDFqS2kvUkNUQit6bzFEaGVYVHlMMU93MGxFb1ZNMGUvZ0wrSEw4LzkvanBaK2RsOHUrbG5jZ3B5dWJmN21FcjNZOVhSaldoMUd0UXFsVW5PS2lHRVphV0xDeHk4Y0l3aGJmb1JuV29vWXVMbmFxajIxN3hCRS81KzltY2NiUjBBdzR1RzNlRUgySEJ5RzRjdUhFT3Yxd1BRd3FzcGovZWZaSkpNUExVNG1LZFdtVDRjZG12V2lhY0hQY3ozbTM5ajAra2RuSW85dzlTaFQ5S3hjZm16ZW12Sy9ndEhBR2p0MDlKWTJiSEVqOXYvTUZaY2ZHTEFnd1I0TmVQemllL3k2dUwzaUVtTjQ0MS9QdVRsTzZZd29JeFp2MExVWmFkand2aHM3WGZHenh0RHR0TXZxQmVkaSs5Vm1qZG9VcVhpQ3lYMmhoL2l0MTEvMGNESncrTCs2SlJZOXB3N0NNQTkzVWRYNnB6MzloaExVbVlLRC9hWmdLZXo0YnlSS1RIR3dnWXR2WnZqWXUvTXl5T2VZZWJmSDdJemJDOXRmVnN4dXVQd0t2Zi9SanR3M2pERzJGalptQVg1OTRZZjR2dk52d0tHb2xlZEdyY2oyQytJajFaK3paN3dBL3kwL1ErU01wTjRhdEJrazRxeFFnaFIyeVFBSjRTb0VRbVppY2FaWm1BSXVMWHpiMHR3b3lEYStRWGhYYzlRUGo0Nk5ZN1hscjVQWmw0VzFtcHJuaC82dU1YejJWbmJrVjlVUU41Vk9WUktjaTlacTYzd2NERE5BWmRmVk1EcFdFTkMzNno4YkdNL25oLzJCTjJhZGJveFg3UU1rU2t4ckR5NmpnMG50MUdrTlFUQStyWHF4Yjd3UTZSbXAvSHpqai81YS85eVhoczFsUzVOTzNBaTZqVHZyZmljclB4c0ZBb0YwMGRNb1h2enpnQzhPMjRHci8vOUFYbUYrZnkyY3hIbkV5NHdkZGlUeG9mLzBrcStwMHFsSmprcmxlVkhERW5mKzdmcWJkWitiL2doN3BvenFjTHZvaWtPV2dweE8vQndjcU41Z3laRUpGeGs5ZkZOREduVGo4amtHQUNUR2JQV2Ftc09YVGpHN3JNSDJCTnhpS3k4Szh2QldubzE1NTd1bytuZG9wdlp3K0RPYy9zQkxPWjF2S3ZqSGRSMzh1U1ROVjhUbjU3SWEwdmZvMmw5ZjhaMEdzSEFvTjRtczRjTE5ZVUFwT2RrRUpVU1k5eWVXSnk3VHFmVG1td0h5TmNVbEhzTVlMTGQzdG9lRHljM01uSXpDWXN6NUdZcXZUUk1vOVB3dzViNXJENjIwZGova254dm5vN3VmSHJmTzd5NjVEMGlrNlA1ZVBYWHBPYWtNODVDWW5pdFRrdCs4ZGl1VXRhOS9IZmk5aFdma2Npc0ZaOVNwTlhRbzBWbk92b0g4OTNtWDNsMytXYzhQK1F4QnJmcGQ4M243dG1pQ3oxYmRDbHovdzliZmtPbjA5TEl3NWRlcGRKbFdLc01qM05YNTVRRFEvWFJxNnVWbDh5QzkzVDJNRlphN3R5a1BXTTZEbWZGMGZYOHRQMFBnaHUxcHJHSEg3RnA4Y1lYbFNWTFhQTUtDc3pHRWoyR2x3eVhNeEpSbHZyTlp1WVdIMU9ZVitZeGlaa3B4bjBxcFJvZlY4UDk0SUhpR1laQkRRTk1ndndiVG0zajY0MC9vdFByYU9uVm5LY0hUd1lNRmFsZnYyc3FuNjc1bHUxbjlyTGk2SHBTY2pPWWNlZXpaaThKQUdOKzNycVlZMU1JY2V1U0FKd1Fva2IwYXRHVmxLeFVPalZwUndmL3RqUzZLZ2VRWHE5bi9jbXR6TjA2bi95aWd1SVpYOVBNMnBWbzRPeEJXazQ2RzBPMkU5d29DQnUxRGVtNW1meDd5SkJ6cUltSHY5bUQ3cXFqNjAwZWlnZTE3c3VVd1k5VTI3S3VxSlFZRGw4NHpzNndmWndwVGxZTzBNRy9MYzhNbmt3amQxOHk4akw1YSs4eVZoM2ZnSzNhbHNDR0FmeHpjQ1cvN2x5TVZxZEJvVkR3L0pESFRHYUtCUG0wNU4xeHIvTDJzdG5rRnVTeTgreCtUc1dFTVgza3M2Z1VLazVFaFZEUHZoNUpXY21jS2E1UzZPSGt4cHdOODhndktrQ2hVREMrcStWcWFFSUljeVBhRGVMcmpUOFRGbmVPbHhhOVRYSjJLa3FsaWdEdlpseE9qK2U3emI5eE1qcVVncUlDNHpGV0tqVzlXM1puWlBzaDFIZjJJQ00zaStTc0ZLeXRyRkVxbE1Tbko3THk2SG9PUkJobWVmUW80OEc3UjR2T2ZEbnhmYjdhK0JPaHNXZTVrQmhKWkVvTXNhbVhlZkszbDgzYUx6bXdnaVVIVnBodHp5bkk1ZkZmWHJSNGpVWDdsckZvM3pLejdUcTl6dVNZdnExNk1uUDBOQTZXbXRWWHNqUXNJU09KMld1L0pTVDZEQUI5V3ZYZ3lZRVBtcHpQemFFZXMrOTltK21MWnhHWkhNMlAyMzdIMmM2SlJ1Nit4S2ZINDJ6dmpGcXBZdGRWNkJtNkFBQWdBRWxFUVZUWkE4Ymx1bTZWTE1BalJIWExMY3pqN1dXenljak5vcUdyRjYrTWVCWUhHM3VPUjRhd0ovd2duNjc5am1WSDFqQzRkVC84UFh6eGNITEhSbTJOU3FsQ3FWQ2FCWHIwNk5IcGRPajFPblI2UFRxOWxpS3RCcTN1eW4vYjI5amo3KzdMN3ZBREhMbDBFb0JIK3Q1dmNxNEdMb1k4bGVjVExyRWhaQnZkbTNXeUdIREtLOHduSkRxVVAvZitBMEN2NHBkNkpSN3Vlejk3STQ2UW1KbkVrZ01ybUhIbmMweGRPTlBrdmduZ2VOU3BNc2VTZDViTnRyajl5S1dUWlI3enllcXZqWDkyZFhCaDhaU2ZTTXBNNW1KU0pIQWx5SjlYbU0vUE94WWFBL3orN2o3TUdqZkRKR2VkV3FsbStwM1BvVkFvMkJhNmgxMWgrN0JUMi9CUW4zczVGbmtLVjhkNjJLcXR1WlFVdzRsb1EwR3F5aGI1RWtLSUcwRUNjRUtJR3RHNVNYczZOMmx2Y2QreHlGUE0yL3E3OFdiTDNzYWU2U09lTmM3NHNtUndtLzZFWFk3Z1JOUnBKczJkWXJhL2YyQlBzMjFEZ3dldzdNaGFORm9OMDRZOVNhK0FHMXR3b2JRdk4vekl1aE9ialo4VkNnVWRHN2ZqM3U1akNDNVYvTURGenBtbkJqM01tTTRqU00xT1ovR0I1Zng5WUNWZ3FGTDYydWlwZExSUWhDTFlMNGc1RTkvanJYOC9KaUVqaWR6Q1BEd2QzWWxKdmN5ZmUvODFhZXRrNjBocm4xYjh0bU1SQUVOYTk2T0pwNy9aT1h1MjZDSlZVSVd3WUZEcmZpdzU4QjhKR1VtRXhCZ0NUSDFiZHNQRnpoa25XMGVTc2xJb0tDcEFxVkRTMWkrUS9vRzk2Tk95TzA2MmpnRHNPWGVRZDFkOFZ1YjUyelZxWFdZUkZvREdubzJZTS9FOTlvWWY0dERGWXp6YTkzNWkwaTdYZUxKMG0rS0grb1BGUzhPczFkWUVlRGRqM1lrdHhwY25BR003MzhuakF5WlpuRmxTejk2WjJmZSt6U3VMM3NiTnlaVytyWHF3UC93UUg2NzZ5cXh0QzYrbXVCWG4yUk9pdHAyT0NlTlNVaFJXS2pVelI3OWdmSGszODY0WFdMQnJDVXNQL3NmNWhFdWNUN2gwdzY3NWFMK0orTHY3NG1MclJHUFBScmc3dXRIanFudWpqbzJEOFhUMklDa3ptUy9XL2xDcDh6cmJPWEgzVmJOUDdheHRlWDdvWXh5TlBNVWpmZTh6YkxPeXBhaDRkbTFOS0Nsc3M2LzR4UVFZN25kQ1k4L3g4ZXF2ak5XbzJ6VnF6VnRqWHJZNDgxK2xWUEhLaUdmUjZIU2NpUW5qL3A3alVDcVZKc3VHUzloYTJkQkdDbElKSVdxUUJPQ0VFTFhPenRxTzZGVEQ4b05XRFFONFpjUVVmTjNNbDJPVk5xTGRJREp5TTlnWXN0MTRRd2FHMlJLRFcvZGxUT2NSWnNlNDJEbnoxdDB2VWQvSnM5cmZlSTVzUDRSMUp6YlQyTE1SdlZ0MFpVamIvbmdWdjZXMnhNdWxQbDR1OVduazdzUEI4OGV3VVZ2ejFwaVhqRGxiTEduczRjZjNEODNteTQwLzB0cW5KWDd1UGlnVVN1bzdlNkxWYWxHcFZQaDcrUEp3bjN0eGM2akhhNk9tOGQ1L24vUFlnQWVxNHlzTGNjdXl0YkxodmZHdjhjWGE3N21VSEUwNy96WThNOWhRbVZTcFVESnQrQk5FcGNUU3ZXa25YT3pOODBnRytnU2dVcXFOUzdrQWxFb1Z2dlc4NkJmVW13bGRSNk5TcWlyc1Ira2xhdjd1dnZ6M3doODM2QnRXemJpdW85SHE5T1FXNW1LbHNzTE5zUjc1UlFVNDJqb3daZkNqNVFZVHdSQ0UrL2pldDdDenRzVkdiVTBqRDErVUNpVTZ2UTR3UElRSGVnZnczTkRIYXVMckNGRXBYWnAyb0xWdksvcTE2a0h6QmsyTTIxVktGWS8wdTUrUkhZYXc4ZFIyVGthSGtwU1ZRbHBPT29VYWpjbnZ2cW9HQlBZQ29LMWZFTjgvOUluRlphWjIxclo4Tk9FTmZ0bXhrTEM0Y05KeU1peWVTNmxVNFdidlFqdi9OdHpYWTZ6RmU1SXVUVHZRcGVtVkFrMS9QR1VldEtvSlBacDNJall0am0xbmR0UFN1emxwT2Vua0Z1YWpWQ2daMzIwMEQvYTZ4K0lzdnhJcXBZcFhSejVIY2xhcThYdldzM2MyNXQ5VktsWDR1bm56UlA5Sk1nTk9DRkdqRlBxU05RUkNpRm8zZS9NOFB0azhENEFIZXQzRHBGNzMxSEtQYXM2R2tHMm9GV29HQnZXK1pSTG1KbWVsR2lzaFZrVktkaHBPdG83VlVyRXJPei9INGh0allmREhucjladU9kdkFHWU1mcExwZ3kxWHA3MlozYzdqVEYyZzFXblI2WFhsUGp6ZUxQS0xDb3l6OERhSDdLQkQ0N2E0TzFaOXpDdWgxV25SNm5SWXFkUzN6TDhEbGl3L3ZJYTVXeGNBOEZTdisvbGdsUGxTNHB2WjNEMkxtTG5LTU9OelRLY1JQRDNvNFZydTBZMlRtSmxFZldmUEtoOVg4djl0bmQ3d241TEhMNzFlang0OVZ6K09LUlFLbEFwbG5hcDhYQnRLanpFbm9rNWpZMlZOSys4VzEzdyt2VjZQUnFkQnFWQlc2cVhIemVwMnVKY1I0bVlsTStDRUVIWENzRFlEYXJzTE45eTFCTitnZXZPUlNQQk5pTnFsVXFwUWNXczgrSlZlQW5zOXllZExxSlNxVy9xaFdOejhyaVg0QnZMLzdXdFZlb3dwWFQzNldpa1VpbHZpNVljUTR1WWxaVitFRUVJSUlZUVFRZ2doaEtoR0VvQVRRZ2doaEJCQ0NDR0VFS0lhU1FCT0NDR0VFRUlJSVlRUVFvaHFKQUU0SVlRUVFnZ2hoQkJDQ0NHcWtSUmhFS0tPT3A5d2tZMm50dFYyTjRTNHJaeFB1RmpiWGFoUk1zNElVZlBDTGtmVWRoZHFURlJ5akl3eFF0U3cyKzFlUm9pYmlRVGdoS2lqRGwwNHhySElVN1hkRFNGdUt4cXRwcmE3VUtOa25CR2k1bW0wMnRydVFvMDVFWDJhMExpenRkME5JVzRydDl1OWpCQTNFd25BQ1ZHSDFMTnp4bHBsUmFHMkNJMU9pMFozKzl5a0MxR1hxSlZxNnRrNTEzWTNxb1dNTTBMVURXcWxHbmNIMTlydXhnM25ZdXRrSEdPME9pMWFHV09FcUJXMzhyMk1FRGNyQ2NBSlVZY01EK3BIUm40V2thbXh0ZDBWY1kyS1VGT2tNQXl0Vm5vTlZzaGJ5SnVSYnoxdjdnanFYOXZkcUJZeXp0emNaSXk1ZGZqVzgrYnVka05ydXhzM1hOL21YWGx4NEtNeXh0eWtaSXk1ZGR6Szl6SkMzS3dVZXIxZVg5dWRFRUpjb2RWcHlTc3FxTzF1aUd1MEpQd01TeUxPQVBDLzVvSDhyMFZnTGZkSVhBczdLeHRVU2xWdGQ2UGF5RGh6ODVJeDV0WnhLNDh6TXNiY3ZHU011WFhjeW1PTUVEY3JtUUVuUkIyalVxcHd0TEd2N1c2SWEyU3R0akw1cy94dktlb2lHV2R1WGpMR2lKdUJqREUzTHhsamhCQ2kraWhydXdOQ0NDR0VFRUlJSVlRUVF0ektKQUFuaEJCQ0NDR0VFRUlJSVVRMWtnQ2NFRUlJSVlRUVFnZ2hoQkRWU0FKd1FnZ2hoQkJDQ0NHRUVFSlVJd25BQ1NHRUVFSUlJWVFRUWdoUmpTUUFKNFFRUWdnaGhCQkNDQ0ZFTlpJQW5CQkNDQ0dFRUVJSUlZUVExVWdDY0VJSUlZUVFRZ2doaEJCQ1ZDTUp3QWtoaEJCQ0NDR0VFRUlJVVkwa0FDZUVFRUlJSVlRUVFnZ2hSRFdTQUp3UVFnZ2hoQkJDQ0NHRUVOVklBbkJDQ0NHRUVFSUlJWVFRUWxRakNjQUpJWVFRUWdnaGhCQkNDRkdOSkFBbmhCQkNDQ0dFRUVJSUlVUTFVdWoxZW4xdGQwSUlZWkNjbmNhbXM3dUpUb3VyN2E2SWEzUXlPWUhqeVFrQXRQZG9RTEJIZzFydWtiZ1czaTcxdVNPd1B4Nk9yclhkbFJ0T3hwbWIyNG5rQkU0VWp6SHRQQnJRVHNhWW05YXRPczZrNVdhdy9zeE9HV051VWpMRzNEcHUxVEZHaUp1WnVyWTdJSVM0WXZQWjNieTU1Z3ZTY2pOcXV5dmlCcmdjQSt0cXV4UGltampaT0dLbFZITnZwMUcxM1pVYlRzYVpXOGZsR0ZoZjI1MFExK3hXSFdkMlh6Z3NZOHd0UXNhWW05dXRPc1lJY1RPVEphaEMxQ0ZSYVhGeXd5cEVIWkJWa0UzVUxUcDdROFlaSWVxR1czV2NpYzFJa0RGR2lEcmdWaDFqaExpWnlRdzRJZXFvWUw4Z2dodTFydTF1Q0hGYk9SbDFtcFBSb2JYZGpSb2o0NHdRTmU5MkdtZGFlYmVnYzlQMnRkME5JVzRydDlNWUk4VE5SZ0p3UXRSUndZMWFNNm5YUGJYZERTRnVLMy9BYlhYVEt1T01FRFh2ZGhwbldqVnNJV09NRURYc2RocGpoTGpaeUJKVUlZUVFRZ2doaEJCQ0NDR3FrUVRnaEJCQ0NDR0VFRUlJSVlTb1JoS0FFMElJSVlRUVFnZ2hoQkNpR2trQVRnZ2hoQkJDQ0NHRUVFS0lhaVFCT0NHRUVFSUlJWVFRUWdnaHFwRlVRUlZDMUduNVJRWG85RHBVU2hVMmF1dmE3azZOS3RJV29WYXFVU2dVdGQwVklZUzRMaVZqdWEyVkRVcUZ2UDhWUWdnaHhPMUg3b0NFRUhYYWxBVXp1UHZMaDVpOStwc2F1MlpTWmpMM2Z2YzQ5MzczT0psNVdkVjJuZmRXZk03anY3N0lyblA3TGU3LysrQktKbjcvTlBPMi9WN2xjMnUwbXV2dFhwbnlDdk01R25tU0UxR25xKzBhUXR3STg3Yjl6c3QvdmMyKzhNTVc5K3YxZWhidlc4NmIvMzZNUmxmK2IrYjlsWFA0NytnNmRIcGR1ZTBXNzEvQjAvT25zMmpmdjFYcTY0NHplN2hyemlRbXpaMVNwZU1BZEhvZEdYbVpWVDZ1SmozMTI4dmMvZVZEbkwwY1VkdGRFVUlJSVlTb0ZSS0FFMExVcXRpMGVQNDV1SXFJaEl2bzlmcmE3ZzRBT1lWNXBPVmtrSmFUZ1ZwMWZST0ZOVG9OOFJtSnhHY2ttajI0eDZVbkVKVWNRM1planRseGVyMmVqYWUyazVLVFNxR21zRXJYVE1sTzQ1a0ZNL2hyLzdMcjZudFpFaklTZVczSis3ejE3OGZWY240aGJwUUxDWkdjaWo1RFNuYWF4ZjFoOGVITTM3MllnK2VQOHUybVg4czh6NkVMeDlnVnRvL3ZOLy9Hb24zbC82NlNzMUs0a0hpSnBLeVVLdlZWbzlPU1gxUkFYbEYrbFk3TEtjamw3V1d6ZWZIUHQwakpUalhibjFlWVQyNWgzblgvcDZMQW94QkNDQ0dFS0o4c1FSVkMxS3IvanF6anY2UHJVQ3BWL1A3VXQzZzZ1dGQybDhqTU5jeDZVNnRVMkZyWlhOZTVrck5TZVdqZXN3RDgrL3h2T05vNlZPcTRFMUdudVp5ZUFNQ29Ec09xZE0xMUo3Y1FtUnpOL0oyTGlVOVA1UG1oajZOU3FqZ1JkWnJwaTJkVjZod3R2SnJ5N1lPR0FOdUZ4RXVjdlh3ZWZ3OC9nbndDcXRRWEllcXlRTzhBSnZZWXg4SzkvN0R1eEdZYWUvb3hwdU1kSm0wS05JVjh0OWtRblBPdTE0QzdPNDJvamE2V0tUNGprWkRvTStRVzVqRjk4YnZNdnZkdDNCMWRqZnNuelp0QzFnMll5ZnZsQSs4VDJGQisvMElJSVlRUTEwb0NjRUtJV3BOZlZNQ20wenNBNkJYUXRVNEUzd0NpVTJNQWFPRHNXV3U1aXY0OXZCcUE0RVpCTlBid3E5S3hFM3VNSXpNM2kvK09ybVA5eWEyazUyYnkycWlweHYxS2hSSTNCeGVMeHhab05XWVA2d2N2SE9lM25Zc1kxV0dZQk9ERUxXZGlyL0dFeElaeFBES0VlVnQvcDBYOUpyVDJiV1hjLzhlZXBWeE9UOEJLcGViMTBkTndzTEcvNW1zVmFZczRlUDRZQU8wYXRhNTBRTDQ4emVvM1p0YTRHY3o4KzBOaVV1TjRkZWw3Zkhidk83allPNXUwczdPMlJYRU40MWx1UWE3WnR1MW45dkR0NXJKbkRGcVNuWjhOd090L2Y0aEtxYXIwY2U2T3JzeWIvRm1WcmlXRUVFSUlVUmRKQUU0SVVXdTJuTjVoZkxnYjAzRjR0VjNuci8zTFdMeHZlYVhibCtTQ2lrdFA0SzQ1azZwMHJZZjczbmZkTTJRaUVpNXk4UHhSQUZLeVVwbTU5SU1LajdHMXR1WE5NUzhCb0ZBb2VHYndaSlFLQmN1UHJHVi94R0ZtL3YwaDkzWWZBMEFERjAvbVAyRTVwOTZlY3dkNWQ0VTg3SXJiaDFLaDVPVTdwL0QwcjYvUXZFRVQ2dGZ6Tk80THV4ekJ2d2NOd2ZDbkJ6MU1nRmV6NjdwV2JrR2U4ZmYxOWFTUGFPbDlmZWNyRWV3WHhPdWpwekZyK2FkRUpjZncydC92TS90L2I1c0UrRDZhOEliRkdXemJRbmVUVTVCSDkrYWQ4SEJ5TTlzLy9wdEh6WUx5QmRyQ2E1NVZaeW1nVng2YjYwd0RJSVFRUWdoUlY4aGRqUkNpVmhScWl2aHIvd29BbXRiM3A0MXZZTFZkUzZQUmtGOVVVT1hqOUhwOWxZL1Qzb0RpQjR2Mlhza3hGWnNXVDJ4YWZJWEgyRnVZbGZQVW9JZkoweFN3L3NRVzJ2aTJ3dm8ycXlJclJGa0tOSVZFcDhTYWJIdCs2T00wZFBVaUl5ZVRqQnhEUVlQUDEzeUhUcStqalc4Z0xiMWJFSkZ3MGRqZXp0b09IMWV2R3UzM3hhUkk2anQ3V3B5RjE2TjVaNTRZK0JEenRzd25NVE9GcUpUWVNzMVlYYkI3Q1pmVEUvQnpiMmd4QUdmSm9LQSs5QW5vWG00YnZWN1Bza09yV2JSdkdRNjJEbWgxV25JTGN2RndkQ1U1TzQxdXpUcnl6T0JIY0xaekt2YzhVakZWQ0NHRUVMY0tDY0FKSVdyRm1oT2JTTXBNQnVCU2NreVpNODFLQW1CN3d3OVZlamFhZHowdjVrNysxUGo1N3M1M01xUnQvMG9kdXpmOEVQTzJMakIrOW5WcnlLeXhNMUNyS3Jka3lzbldzVkx0eW5JeU9wUTk0UWNBbU56M2ZocFc4Z0hmU21sNU9KODY5SEU2K1FmVHQxVVBpMVZMajF3NndiN3d3elJ2MElUaHdRT3Z2ZU5DMUxMTXZDd2UrWG1heWJiY2dqd0FmdHIrTy9OM0x3YWdrYnNQenc5NWpDa0xabFQ2M0NFeFo4emF0L1VMNUxQN0twZFQ4Vm9WYUFvNUVSbkNnUXRIT1hEK0tFbVp5Zno2K05kbExvTWQyMmtFT3EyV1BpMjcwOERGMDJLYkcwR3RWS08yTHZzV01qRXppVG5yNW5JMDhoUytiZzE1Yjl5cnZQNzNCK1FXNURKajVGUTJobXhqVThnT3dpNkg4K1NBaHhrWTFCdUZRbEZ0L1JWQ0NDR0VxQXNrQUNlRXFIRTVCYmtzMlg5bFNhaE9weVZmcHkzM0dKMWVWK25aYVBsWFZSRjB0SFdvVks2bHZNSjhWaDNiQUVDMzVwMjRtQmhGVEdvY3E0NnQ1K2xCa3l0MTdldWgwV21NeWQ0NytyYzFMaG5WNi9YWC9IQ3FWQ2pwMjZwSG1mdkQ0eSt5NnRnR2VnZDBrd0NjdUtucDlmb3lsMFhtRnhVWXg0K3MvR3hVS2pYMW5TMEhxSFI2SGNuRkZVeGRIZXBocGJLeTJNN1Z3ZFhpOXV1bDFXbFpjM3dqQjg0ZjVWaGtpRmtWWkd1MTVmNlVHTjkxVkxuN24vdjlOZkkxVjhiU3BDekRpNURQMTMyUFRhbWlNODhOZVl4Z3Y2QXE5VDJuSUpmRis1ZXo0c2hhQ2pWRkRBanF4WE5ESGpjSkdGcXAxYnc4WWdwdC9BS1p0MlVCczlkOHc5S0QvL0ZBci9IMGJ0Rk5BbkZDQ0NHRXVHVkpBRTRJVWVOKzNQWTdhVGtaQUR6ZS93Rzg2NVU5eSt2N3piK1FuSjFHcTRZQlRPZzZ1bExudDdPeHJYS2Y5SG85WDIyY1IxeGFQRllxTmM4TW1reDhlaUt2TG4yUEZVZlc0ZW5renZoS1h2OWEvWHR3TlplU29sQXFWVHhWSFBBcjBCVHl6citmMEtwaEFKTjYzMVBoY2l5TlRzT3FZeHNaMVdFbzZqSm14UWx4SzNLeGQyYjV0Q3V6VjFPeVVubnNseGNBZUhMUXd3eHZPd0F3QktWdHJXejQ0Nm52TEo0bk96K0hjVjhiZm45djMvMXloWlUvTHlSZVlzKzVnOGJQWnk5SEFCQWVmNEUvZGk4RlFLRlU4a0RQOFJhUDErdjFuSXUvd0tHTGh1SU11UVc1ZkwzeForTityM3IxYVY2L0NidlBHV2JHV3BjUkVLeXNxSlFZaXk4ekVqS1NURDVYSlZkYlNuWXFxNDl0Wk5YeFRXVGxaZUhxNE1KTGR6eE0vOEJlWlI0enZPMUFPdmtIOC9XbW56bDQvaWp2ci9nQ1B6Y2ZoZ2NQWkZEcnZyaVdVU2hHQ0NHRUVPSm1KVTluUW9nYWRTenlGT3RQYmdXZ2QwQzNDb05hdis1Y0JLVGg0ZWhLcjRDdTFkSW52VjdQTjV0K1psdm9IZ0FlN25NZlhpNzE4WEtwenlOOTcrZVhIWC95MC9hRjVHdUtlS0RudUdycFE5amxDQllVUDZ5UDZYUUgvaDYrQUt3NXNabWprYWM0R25tS00zSG5lSFhVVk9wZFZkMnd0Sy9XLzhqR2tPM3NEei9DbTJOZXZDRlZGb1c0V2RoYjJ4bi92S1hVa210cnBaWEp2aHZwWWxJVUMvZitZN1k5UFA0QzRmRVhBRVBRNytvQTNMSElVNnc5c1ltREY0NlJtcDFtc2kvSXB5WGRtM1dpZS9QTytIdjRFblk1L0VvQXJqaVg0NDZ3dldiWGRiSjE1SXY3M3kyM3Y0dW4vSVFldmZIejAvTmZJVDQ5a2ZmSHYyWlMvZFdtZ3B5UldwMldFOUduMlhocU96dkQ5cVBWYVZBcDFZenBkQWNQOXY1ZnBhckZlanA3OE42NFZ6a2FlWktmdGkza1F1SWxmdHIrQjcvdS9Jdk9UZHZSdldsSHVqVHJpS2RUM2FpUUxZUVFRZ2h4UFNRQUo0U29NZW01bVh5KzdnZkE4S0JjRThzNks1S1ZuODBucTcvaDBBWEQ3SlBoYlFlYUxPR2EwTzB1RWpPVFdYVnNBMy9zWGtKTWFpelBEWG1zVWcrWGxhWFg2L2hzelhkb2RScjhQZnlZM09jKzQ3NlNuRTYvN1BpVFk1R25tREwvRmQ2OCt4VmFlVGUzZUs0V1hrM1pHTEtkNDFHbm1MYndEZDRiUDZQY0dZWkMzS3Iybno5U0k5Zng5L0JqUXJlN2pKK1BYanBKUk1KRm10YjNwM09UOW9BaEFKZVltY1RPc1AzR2RyL3RYR1Q4czQyVkRWN09Ia1NteE9KazU4U2NpZStaWEVOVHFyaUxqWlVoTUphVmwwTlVjb3hKTzZjS0Nob0EyRm1iemhCV1lGanlhYTIycmxTUU1pa3JoYVg3LzJQWHVYM0dtY3hLcFlwaGJRZHdYNCt4ZU5kcllQRzRTYjN1SWJzZ2h3WXU5YzMyZGZRUDV2dUhQbUgvK1NQOGMzQVZJVEZuT0JCeGhBTVJodjhOSCtzM2tYdEsvUjBMSVlRUVF0eU1KQUFuaEtnUkdwMkc5Ly83M0ZoNDRiSCtFeXRkY2ErNjdBNC93QStiZmlXNTFPd1RyVjVMZmxFQnRxVnlJVTBaL0FncWhZSVZSOWV6TFhRM1lYSGhQRHYwTVRvM2JuZEQrcUZRS0hueGpxZjVkTzIzdkRyeU9iTWNUK083anFKcC9jWjh1T3BMa3JQVGVPV3ZkM2hseEJTTHVkMUdkeHlPZzQwRG42MzdudWpVV0o3L1l5WnYzLzF5dFZhWkZhS3VTYy9ONU5pbFV5YmJydjVkM3lqTkd6U2hlWU1teHM5NWhmbEVKRnlrVmNNV1BOcHZJZ0R6ZHk1bTB0d3BKc2U1T3RTalc3T085R2plbVE2Tmc5bDlkait6MTN4cjhSb2FyU0ZIcGxxbE1pNUREMjRVeUxSaFR3SndPVDJCSlFkV1ZOalgvS0lDZEhxZHliYVMyWENGbWtKeUMvTk05bG42KzNLeGN5WWtOb3kwbkF5Y2JCMFpGanlBM2VjT2NESTZsSlBSb1JYMllmbmh0UlcyZWFEbmVOTHpNdGtXdWhzSEd3ZnU3REMwd21PRUVFSUlJZW82Q2NBSklXckV5aVByT1JWOUJvQUJRYjI1czMzdFBWQ2RpVHZIL0oxTE9CNWxlRUJYS2RVTWFkMlhyV2Qyc3lsa0IyZmp6L1BHNkJlTnkwQVZDZ1ZQRDM2RWhtN2V6TjM2TzVmVEU1aTU5QU82TisvTXhKN2pDUEJxZHQxOUN2SUo0S2RIdnlnemIxdkh4bTJaTS9FOVp2NzlJUWtaaVh5d2NnNVJxWEVXbDhRT2F0MEhheXNyUGxyNU5abDVXZnk0OVErK212VEJkZmRSaUp2RjVwQWRhSFZYWm8yZHZSek93cjEvOCtMd3AramFyQ01BU1puSnhLVW5tQjJiVnlvSUZSNS9rVUpOa1ZrYnRWSmxzbHl6SXM0T2htWGpEVjI5aUV1TEIyRFcyQm0wOUs3YzJKRlhhQ2dzWTZPK0VoQnI1TzVMSTNmREdIVW03bHlsQW5EUC9mR2EyYXk1RW0vODg1SFp0bm1UUHpQYlpxMjI0dlZSVXprZGU1YitnYjJ3dGJKaGUraHVreGNaMTZ1aHF4ZVRlay9naVFFUGtwNlRVVzNMaDRVUVFnZ2hhcElFNElRUU5XSlk4RURXbk5pTWpaVzFjZFpHVGRMcXRPeU5PTVIvUjlZWkE0RUFqVHg4ZVdYRUZBSzhtakd5dzFEZVdmNHBVY2t4UFBmSGF6d3plRExEMjE2cERIcFh4enRvNVIzQTdEWGZFSk1heC82SXcreVBPRXh3b3lDR3R4MUVyNEN1MXpYRHBxS2lDWDV1RGZueWdmZDU4NStQaUVpNGlMYlVzclNyOVFub2p0VVlOYi9zWE1RNzQ2WlhXRmxRNmc2S1c0VmVyMmZqS1VPZVNROG5kNUt6VXRnYmNZanMvQnplWGZFWmI0MTVtYTdOT3JJamJDOC9iVjlZN3JtKzIveUx4ZTFPZGs3ODg1emxmWmIwYWRtTjdrMDc0bUJqejRSdkg2djhseWxXTWpQTjdqcG44UG5XODY1U2U2c3k4c0Q1dWZ2ZzUrNWp0djN4L2c4WWw5MWVpOWVYZmtoS1RxcnhzNDNhbWdZdWxxdlZDaUdFRUVMY2JDUUFKNFNvRVE0MjlydytlaG9PTnZiVnNneXNMSmZURS9qdnlEcTJoKzBsTFNmZHVOM0oxcEdKdmNhYlZBdHQ0ZFdVN3g3NmhGbkxQeVUwOWl4ejFzM0Z4YzZaSHMwN0c0OXI2ZDJNN3grZXpiK0hWckgwd0gva0ZlWnpNaXFVazFHaFdHK3dwbHZURHN3WTlUeFd4WlVLdlZ6cXMySDYwaHYyZmR3YzZ2SHBmZSt3UFhRM0k5b1BLYmR0OSthZDZkSzBBeXFscXN3Mm11SlpRaXBWMlcyRXVKbnNqemhDWkVvc2dkNHRzTEd5SlRrcmhRZDYzY09oQzhjNWN2RzRNUWpuNmxDUEZsNU56WTdYNnJSY1NJd0V3TS9OQjF0cjgvSEt3YnBxeFUwOEhRMUZCREp5TTYvaEcwRk9jVVZTMit1Y0NmYjIyRmV1Ni9pS2VEaTUwOWl6MFRVZkwrT1FFRUlJSVc1bEVvQVRRdFNZWnZVYkE0YUtuek1XejZyVU1mbEZCUURzRFQvRVhYTW1WZXFZdjUvNzFaaEhUYTFXcytIVU51TU1rbnIyenR6ZGVTU2pPZ3kxV0VpaG5yMHpuL3p2TFQ1ZCt4MUtCU2JCdHhJMmFtdnU3ekdPTzRJSHMrendhbFlmMjBodVlSNkZta0xhK2JjMUJ0OHFNdjNPS2VRWEZWUzVTSUs5dFYyRndiY1M1UVhmQUFvMGhRQ1Y3ck1RZGQxZis1WUJNTHpkSUdObFl5dWxGVytOZVlrMy92bVFVOUZuZUhmRlozei84R3krZmZCanMrT3o4M01ZOTdXaFFNeExJNTRtc0dGQXpYVytERkVwaG1XajdvNnV0ZHdUSVlRUVFnaHhyU1FBSjRTb2NYcTl6aGhZcXl4ZEZZNHBTU29PaHBrbjkzUWJ6Y0dJbzR6b01JUityWHBpVThheXFoSVhrNko0ZGVSelpzbktyK2JxNE1Lai9TWnlYNCt4N0Rpemw0akVpNHl5a0N4Y3E5TXkvcHRISzlYM3FtalhLSWgzN3A1ZTV2NUNUUkZLcGFMY3BhMzVCWWJjVW80MlZadlJJMFJkdER2OEFHZmpJM0MyYzJKQVVHOWpBQTRNQlFWbWpaM0JXOHMrWVZqYkFjYjhhWFhSbWJoelJDYkhZRzlqVDNKbU1odER0Z1BReE1Pdnl1ZlM2UXdGSEpRS1F6QitXK2h1RnUxZlZ1NHhkd1FQWW16bk82dDhyYy9XZnNlYzlYT3JmRnlKcXY2N0lJUVFRZ2h4TTVFQW5CQ2l4dm01K1RCcmJObUJvOUsrMmZnenlkbXBCUG0wNUgvZDdxclVNVllxMDZIdHZ1NWp1YitIZWJFQ2dJaUVpd0I0MTJ1QWc0MDltME4yOFBtNkgralNyQU92am55K3dwbGhPUVc1T05qWWMwZTdRV1cyMGFNbnQzZ0oyWTJVVjFEK3crcVJTeWVZdTNVKzQ3dU1abmp3QUl0dEVyS1NBS2huNzNMRCt5ZEVUY292S21EZWx0OEJHTjFobU1WQXU0T05QWi9mVjduWnQ3VXBQajNSTEpDbFZDaXJYQTFVcDljWlovL2FXQm4rUGpMenM4b3N4RkNpOUhMOXFpalNhaWdxSnplbEVFSUlJY1R0VEFKd1FvZ2E1MmpyUUhjTFN6c3RLVW1TN3VaUXI5TEhYSzJrQUVGbzdGbU9Sb2JRTzZBcmpZdG5ra3haTUFPQVdXT24wNzE1WnhRS0pTZ1VISWc0d2d0L3Zzbjc5N3htek45MHRhMmh1L2wyMDgrOGZ0Y0xkRzdjcmxKOStXRENUUHhMemJ4WmRYUURTdzZzb0V2VERrd2Q5b1JKMndmblRrR24xL0hSaERmeGMyOW9ka3hGUXVQT0VaK2V5Tnl0dnpHa1RUK0xiZUxURXdId2RtMVFxZjRMVVZlRnhKd2hNVE1KQnh0N3huWVpXZHZkdVM3Tkd6VEJ5YzRKQUxWU2laKzdEeE43aksvU3JMMFRVYWNwMGhhaDF4dG1CTnRiMjVyc0h4RFVtK2VIUG02eWJkRytmL243d01wcjd2ZExJNTZoZDBDM2F6NytpVjlmSWlreitacVBGMElJSVlTb3l5UUFKNFM0YmF3N3NZV05JZHZaRjM2UTd4NzZ4R0tiUWEzNzRHQmp4d2NyditSU1VoUXZMbnlMRHlmTXhNK3RvVWs3blY3SHVwT2J5U25JNVlNVlgvREZ4SGRwNHVsZllSL3EyVG5qNlhRbG9HZGZuSWZPUm0xdHNyMDBOd2NYaThkVUpEVG1MQUN0R2daWUxIeVJVNUJMZEVvc3dIVWxUaGVpTG1qdjN3WjNCemZHZGhsaE1iOWppZGxydmlVODRVTFpKOUpkV2NMKzhlcXZzUzVueVhySFJtMTRldkFqMTlUZjh2aTUrMWlzc3JyeTZBWkNZc01ZMEtvWFBWcVUvVUppL2FtdGZMM2haeWIxSG0vYzV1WmdtajlPclZCaGYxVlJCN1hpK200THJWVldadWVzQ29YVVl4WkNDQ0hFTFV3Q2NFS0kyMEtSdG9nOTRRY0JHQkRZdTl5MjNadDM1dDF4TTNqcjMwOUl6RXppeS9YeitQeCt3N0sxN1dmMm9ORnE2QlhRalRkR3Y4aXp2NzlHWW1ZU2IvenpNVjlQK3JET0pFblhhRFdjaXo4UFFJZEdiUUREUS8zME81L0ZydmdCK1hoa0NEcTlEbnNiZXhxNStRQVE0TjJNNlhjK2kzUHg3QnNoYmhacXBab25CMDZpVndVenNHc0VHeFlBQUNBQVNVUkJWQzZuSjFTNEJMTkV5UXpSc3ZpNGxsOUFSYXZUY2l3cWhPMm5kOU90UlNlQ2ZZTXFkZDJ5eEtUR3NlUE1IZzVmT01heXFmT04yMHVXZmVwMFdyN1o5RE9yajIwRUlLUTRDTy9oNUk1YVZmMjNmTG1GZWRkYzZSV29NTyttRUVJSUljVE5UQUp3UW9qYnd1R0xKOGdweUVXaFVOQXZxR2VGN1R2NHQyWFd1T25NMzdHWU4rNTYwYmo5V09RcDFwL2N5cTV6QjVnMWRqcHYzLzB5THk1NmkrU3NGTjVkOFRtZjNmZDJuYWdvR3BGNGtjTGlDcWZ0R3JVR0RNdDRCN1h1YTJ5ejd1UVdBSElMY3ZseXd6eWVHL29Zbms3dUptMkV1Sm4wQyt4VlladHB3NTRrdDdEc25JeDVSZm04dHVSOUFGNFkvaFQrSG1VdiszUzBkU3h6MzVHTEo3bi8reWRKTHc1SStYdjRYbmNBcm1SNVprbkF2RVJjV2p4Z21OVzYrdGhHbEFvbEUzdU9JeVVuRFRBc2FiMmFScTgxNW9lN3N1MzY4cmQ5dGVGSHZ0cnc0M1dkUXdoeGJWS3lVNW03WlQ1cHVSbE03bk1mclgxYkdmZHBkVnArM3I2UU03SG5HTksySDNlMk44MG51ZjdrVnRhZDNFb3JyNlk4UHZCQmsrSk5vYkhuK0czWElweHNuSGhtOEdROG5OeHV5RFdGRU9KMkpBRTRJY1J0WWNPcHJZQWhHRlZXVHJlcmRmUVBwc09rdHNZY2NuRGxBZGpicFQ1Z2VMQjlmc2hqZkxyMk84TGl6dkhOeHA5NThZNm5iM0R2cXk0MDlod0ExbXByV2pWc1liYi9WSFFvaHk0Y0F3dzU4dGFmM0VwU1pqSXo3M3JSYlBuZVBWMUhjWGZuRWFpVXl1cnZ1QkRWckx5QUdrQjJmbzVKMjhDR0FSV2VVNi9YRXhwN2xoMWgrOWdldGhlQWhBekQ3RGtiS3h2NkJuU25TOU1PNVo2anNXY2o3dXMrMXVKeThSTFJxWEhGL2JwU0RWV3YxN1AyK0dialozY0hOMTRkOVR6QmpZSjQvT2NYQUdqdDA5THNYTnRDZDdNdGRIZUYzNjBxckZScVZFclZOUjh2VlZDRnVIWUxkaTFoNTluOUFQeWZ2ZnVPYjdMYzN6aCtKVTMzb0p0ZHlxWnNVUVJCQkVGa3FvQUR0LzVjdUhBaEtpZ3VRTVhqUUhFY2pnTkZSVVZFbVlvSXlsQkFoZ2l5S1pSWlNsbHRhYnFTUEw4L0NvSFNsWTQwYmZtOGZmazZUWjc3dWU5dmFNMEpWKy94eXV5Sit1ckJNd2U1L0xaNXVXYXVtU2RKMnBLNFErMWkycWhlZUcxSjBxR1V3NXE0WUxJTXc5RFdnOXZWTURwV2ZkdjJkTjQ3WWQ2N3p0bkF2ajQrZW5yQThES1BDUURuS3dJNEFOWGUzcVA3dFdMSEdra3E4Vzlnenc3ZkpHbmZzVVJKVWt6RW1Sa29WN1R1cnZWNy85WENmNWRvd2NiZmRGbUxTM1JSdy9abHJMcHMxcHdLMTFyV2FaNXZSbDU2bHRWNXd1S0ZzVzExellYOU5HN1dXMXFic0NIMzRJbnJubEYwU0pTenZaZlpxMHgvcVFhcXM1bHI1MnZtNnJuNURnOW9WcXV4K3JhOVhEM2lMbldHMmlrWlo1Wm4yaDE1WjVzMWpvNVY0K2pZUXNmSnpNblN3Uk5Ka3FUWTZKZzh6NmRtcGttUzR1bzIwNWhyUmlnaUtFd2I5bTNXM21PNWV6eGVYRUQ0RitnYm9JaXpacktjTFN3d3ROQTZDaEllbE52UHc3M3ZMWEp2dXVJOCtmVUxPcEoyekxsTUhvRHJNczZhMFdyTnlaUmhHTTdQTU5ic3pEeHRNM1BPUE03S3lYWWUxaUlwMzZudGVmck55aWo4V2duR0JJRHpGUUVjZ0FxUm1aT2w5S3pDbDMwVjV2U2VRRG4ySEIwOWVieEU5d2I2QnNqUDIxY3ovcG9qU1lvTUNsT1hjLzV5NkdQeFViWXRXK25uZktnc1NITHFFUjFPVFpZa05hcVo5eS9LRC9lK1I3dVM5NmhmMnlzOEhyNVpzek8wWWQ5bVNWSzdCbm1YdkdYbVpPbjU3eWZvd1BGRDhySDQ2TUVyN2xhOThOb2FkOTFvdlRCemd2WWMyYWZIdmhpajhUZU1jdWxRQ2VCOGw1RnRkWVp2d1g1QjZ0bXltL3EydlZ5TkNnalQvTDNQQkV1YkQyeFh5d0ptcGhYbTk2MS9PRU83RnJXYm5PblR4MDlqQm8zUS9IOFc2djZlZHpvRDkyOVd6SlFrTllwdWtPZVFGWlBNTXB2TXVyUlpwM0ticlR2cDlsZkxwWjgzYm5xcFhQb0J6a2UzZExsT3U1TDNLaVVqVFEvMHZEUFBMeEN2YUgyWi90enhsN1ltN2xDZjFqM3lMRXR2RUZsUFF6b08xRS8vL0tybXRadW96MW16M3lUcHdWNTM2YjFmUDFXSWY1QnV2L1NHY2hrVEFNNVhCSEFBS3NUOGYzN1Y1TVdmbC9yK1ZmSHJkUE1IdzBwMHo3Q2VkK2pxQy9vby9uQ0NKR25BQlZmbTJkZEVrdXFFMVZKQzhsN05XRDFidFVOcktqd28vOHdQd3pCME9QV0lQbC8rclNRcE5DQkVUYUx6ZnBEMDgvYlZwTnRlZGM0VU81bVpybU9uOWw5eW5QV2I1YVNVWlBsWXpzeElPejBqSmlNN1EzdVBGcnd4ZkdMS1lablBXdjU1K3A1TVcxYWVlOElEd3hUa0Y2aDFlelk0TjJWdlY3K1Y4L3J4OUJTTm5mV21OdTNmS2trYU9lQmg1M0tRZGpHdDlNcjF6K3JaNzE3UjBmUmplbUxhQzNwcDhGTnFHNU4vejZyVFFhclp4SkpVb0dmY3BkcXdaNHY2dHIxY1hadDF5dlBmOTdsOExONktqWXBSUXZKZWZiNzhXNTNNVEZmVFdvMkt2TWVhbmFITkI3WnAzdnFGa3FSYW9kRnFVVHZ2c3ZMRzBiRWEzdnRlNStOMWV6Wm9iY0lHU2RJMUYvYkwwL2JxRG4xMGRZYytMcjgrbXoxSDBwblp3SGFIWFFlT0o3cDhmM2tJRGFqQndUQkFNV0tqWXZUSlBSTUx2QmJnNDYvWGhvNHA5TjVobDkrdVlaZmZYdUMxSG5GZDFhT1EvVFhMTWlZQW5JOEk0QUJVYXhZdmk5Ni9ZNEsySnU1VTdkRG9mTmV2YXQ5SGt4WitwRjJIOStqeHI1NXpxYytidWx4YjRJbUNaeS9UWExSNXFUNzRkVXErTmkvLytFYUJmYTVOMktCN1AzbWl3R3N2em55OXdPZTNIdHllNTU3aHZlL1Z3QXQ2YTlXT3RaSnk5NTVxZm1xbXpJWjltelZoN2lRZFNUc3FTYnEvMTUyNnJIbm5QUDIxck50Y3J3eDlWcU8vSFM5cmxsV2p2eHVuRC8vdkRSMDRkbEIyaDBQQmZrR3lPZXo2Wm1YdXpKcUlvSUtYcndIbms5cWh0VFRoUnRmL2tubHIxK3MwN3NlM2xHM0wxdGVuL2x0eWxaZlpva2V1dkRmZjB2aXpIVTVOMXF1ejM1RWsxUXV2b3l0Y1BGUmxTK0oybVdSU2dJKy8vTHg5WlRLYnRYTEhXbVdjV2tZV2ZtcFo2c25NOUVMZnE5emwzaDYzNnJxTHI2N1FNUUVBQU1vYkFSeUFDdEczYlU5MU95ZndjYmV6RHhNNGU4blcyUWEwdjBKZVpyUG0vL09yRWxNT0srZlV5YUhuOHZmeFUrM1FXaHJZL2tyMWF0V3QyTEc5elpZaU4xTjNCNHVYbHd6RDBPcmQ2eVZKY2JXYnlXdzI2NTFmL3VmY3BOM2J5NktSL1I4cTlMVEl1TnJOOU1vTnoyclU5SEc2cGtNLzFRK3ZveC9XekhQT3ZqbGJ4OFpGYnlvUElMOXV6VHByM0hXak5IUDFYTzArc2xlWk9WbDU5bDg2bDlsa1ZuaFFtSnJVak5WMUhhOVcwMXFOaXV4Lzh1S3BTczFJazhsazBtTjk3c3MzNjdjdzAxZk0wcDg3VnhkNHJWNTRIVVVHbnpxOHhxUUtmMi96S3VBWEhnQUFBRlVObjJnQVZJZ0FIMzhGVk1LTnRVMG1rL3ExNjZWKzdYcVZhNy85Mi9kVy8vYTl5N1ZQVnhpR29RZDcvWisrKzJ1MjJzUzBsTmxrZHY2NU40aW9xeWNIUEt4bXRSb1gyVWRjbldaNi80N1hWVGVzbGlRcDlxd1RGNlhjZmE2Nk5PMm9XN3RjNTU0WEFWUnpIUnRkVU95cHFLVjFSN2VoV3Bld1FVTTdEVktiK3ZtWGtCZW1SWjJtV3Jscm5Sd091L001czlsTFRhSmo5V2lmKzV4THptdjRoMmpXNDErVWU5MEFBQURWSFFFY0FGUWpKcE5KbDdXNFJKZTF1RVNaT1ZtU3BMc3V1MWsxUTZMVXQyMnZJdmVhT3R2cDhFMlNydTdRVjFkMzZDdWJ3eWJETVBLZHFncFVWaVZaR25wYWtGK2dGancxM1EzVlZJeVlpSHA2OTdaWFZQK3NrNXBkTWJUeklBM3RQRWdPd3lHYjNTNjd3eTV2aThYbEdYUUFBQUFvR3ArcUFLQ2FPcjFNek12c3Bhczc5QzF6Zi94RkhLZ2FTaHErbmMxc01zdkhZcFpFMEE0QUFGQ2VPTUlPQUFBQUFBQUFjQ01DT0FBQUFBQUFBTUNOQ09BQUFBQUFBQUFBTjJKREg2Q1Npay9hclY4Mi91YnBNb0R6U256U2JrK1hVS0Y0bndFcTN2bjBQclAzeUg3ZVk0QUtkajY5eHdCVkRRRWNVRW10M3ZXMy90NnowZE5sQU9jVm05M202UklxRk84elFNVTduOTVuL3RtM1Nac1Bidk4wR2NCNTVYeDZqd0dxR2dJNG9CSUo5UStSajVlM3N1MDVzam5zc2puc25pNEpPQzlaekJhRitvZDR1Z3kzNEgwR3FCeXE2L3RNRGI5ZzUzdU0zV0dYbmZjWXdDT3E2M3NNVUpVUndBR1ZTTitXM1pXU21hWTl4dzU0dWhTVWt0WGtKNnNwUUpJVVlGZ1ZZR1I2dUNLVVJyM1EydXJYc29lbnkzQUwzbWVxTnQ1anFvL3ErajV6V1pPTDlVVFB1M21QcWNKT21HdklKaTlKVXFnalJSWVJvbFpGMWZVOUJxaktUSVpoR0o0dUFzQVpkb2RkR1RsWm5pNERwZlR0amkzNmR1Y1dTZExRSm5FYTJqVE93eFdoTlB5OWZlVmw5dkowR1c3RCswelZ4WHRNOVZHZDMyZDRqNm5hUnZ5eFNMdFRVeVJKYjNidHBZWWhOVHhjRVVxak9yL0hBRlVWTStDQVNzYkw3S1VnM3dCUGw0RlM4ckY0NS9tYTd5VXFJOTVucWk3ZVkxQVY4QjVUdFpsTlp1ZlhBVDUrZkM4Qm9KeVlpMjhDQUFBQUFBQUFvTFFJNEFBQUFBQUFBQUEzSW9BREFBQUFBQUFBM0lnQURnQUFBQUFBQUhBakFqZ0FBQUFBQUFEQWpRamdBQUFBQUFBQUFEY2lnQU1BQUFBQUFBRGNpQUFPQUFBQUFBQUFjQ01DT0FBQUFBQUFBTUNOQ09BQUFBQUFBQUFBTnlLQUF3QUFBQUFBQU55SUFBNEFBQUFBQUFCd0l3STRBQUFBQUFBQXdJMEk0QUFBQUFBQUFBQTNJb0FEQUFBQUFBQUEzSWdBRGdBQUFBQUFBSEFqQWpnQUFBQUFBQURBalFqZ0FBQUFBQUFBQURjaWdBTUFBQUFBQUFEY2lBQU9BQUFBQUFBQWNDTUNPQUFBQUFBQUFNQ05DT0FBQUFBQUFBQUFOeUtBQXdBQUFBQUFBTnlJQUE0QUFBQUFBQUJ3SXdJNEFBQUFBQUFBd0kwSTRBQUFBQUFBQUFBM0lvQURBQUFBQUFBQTNNamk2UUlBb0xyNjUwaVN0SFdEcDhzQVVJMnNTVG9vdzVCa2t0WWRUdlIwT1FDcW9XT1pHWjR1QVFDcUpRSTRBSENURFVlU3RPRklrcWZMQUZDTkdKSmtra3lTTmgxTDFxWmp5UjZ1Q0FBQUFLNWdDU29BbEtNby93QUZXTHc5WFFhQWFzems2UUlBbkJkcUJnVEt6OEo4RFFBb0w3eWpBa0E1Nmx5cm5zd21rNUtzNlo0dUJVQTFOR3ZYTnFWbVowbVNmTDBzdXFGcFN3OVhCS0E2OGpLWjFiaEdtS0w5QXoxZENnQlVHd1J3QUZDT1FuMzlkR1ZNWTArWEFhQ2FXbkpnanpPQUM3QllkRnVMdGg2dUNBQUFBSzVnQ1NvQUFBQUFBQURnUmdSd0FBQUFBQUFBZ0JzUndBRUFBQUFBQUFCdVJBQUhBQUFBQUFBQXVCRUJIQUFBQUFBQUFPQkdCSEFBQUFBQUFBQ0FHeEhBQVFBQUFBQUFBRzVFQUFjQUFBQUFBQUM0a2Nrd0RNUFRSUUFBQU9DTS9XbHBHdmJiSE5uTytaam1NQXlaVG4xdHlKRFpsUGQzcVNhVFdaTXY3NjhHd1RVcXFGSUFBQUM0d3VMcEFnQUFBSkJYdmVCZ1dVeGV5bkhrNUhuZWxPZHJrODc5UGFyRkpNSTNBQUNBU29nbHFBQUFBSlhRVlkyYmxmaWVLeHMwZGtNbEFBQUFLQ3NDT0FBQWdFcm9sdVp0bEhlQ1cwRzdocHoxbk1QUTNYSHQzVndWQUFBQVNvTUFEZ0FBb0JMeTk3S29UbkN3ODdGaDVPNzc1bndzSTA5QUZ4RVlxQ0FmbjRvc0VRQUFBQzRpZ0FNQUFLaWtoalJ1Y1Naa014WFE0TXlKRExxc1RvTUtxZ29BQUFBbFJRQUhBQUJRU2JVSWpaVFpmQ3BsTTVSM0ZlclpqMDFTKzZpYUZWc2NBQUFBWEVZQUJ3QUFVRW5WRFF4V3FLK3ZERWttazBreW5WcDZLa015NVQ1blNBcXcrS2g1V0tTbnl3VUFBRUFoQ09BQUFBQXFxU0FmSHpVTkRUL3poSEhPdjZlZWF4QmNRK0crZmhWZklBQUFBRnhDQUFjQUFGQ0o5WTFwV3VEMmI2ZVpUTkxBMk1ZVlZnOEFBQUJLamdBT0FBQ2dFcnUwVG4zNWVsa2tuVjZHbXZ1dnlaUWJ5NWxsVXU4R1RUeFpJZ0FBQUlwQkFBY0FBRkRKWFZLcjdsbVA4cDdHY0ZITjJoVmVEd0FBQUVxR0FBNEFBS0NTZTZCZFJ6a0tlTjVoR0JwNTRhVVZYZzhBQUFCS2hnQU9BQUNna2d2ejhWT3d0NDhreVhUcUgwa0t0RmhVdzhmSGs2VUJBQURBQlFSd0FBQUFWVUNQK2czUFduaWF1d2oxNHByMVBGVU9BQUFBU29BQURnQUFvQXJvV1Q4bXoybW9Ka1BxV0x1T3grb0JBQUNBNndqZ0FBQUFxb0M2Z1NFSzhQWjJIc0hnN2VXbFpxRVJuaTRMQUFBQUxpQ0FBd0FBcUFMQ2ZmelZOQ1JNTWlTVEROVVBEbFpzY0tpbnl3SUFBSUFMQ09BQUFBQ3FpQzUxR2tneVpNaWtTMnMzOEhRNUFBQUFjQkVCSEFBQVFCVXh1SEZ6V1V4bW1RenAxaFp0UEYwT0FBQUFYR1F5RE1Nb3Zoa0FBQ2pLY1d1S2xzV3Yxc0hVdzU0dUJkWGNraE1PMlEySGVvWlpQRjBLcWpsZkwyOTFpbTJ2dUpwTlpES1ppcjhCQUFBVWlnQU9BSUJ5TUdQOVQzcDJ6aHM2a243YzA2V2dtdk1MckNXN3phcWNyRlJQbDRKcXptSzJhRkRiM25wajhHZ0Yrd1o2dWh3QUFLbzBscUFDQUZBT2RoM1pTL2lHQ3BHWmZvandEUlhDNXJCcFozS0Mwck90bmk0RkFJQXFqN1VMQUFDVXMwYlJEZFE0T3RiVFpRQkFxYVJtcE9udlBmOHEyNWJ0NlZJQUFLZzJDT0FBQUNoblhacGVyTnU2WHUvcE1nQ2dWTFlseG12SG9WMDZSZ0FIQUVDNVlRa3FBQUFBQUFBQTRFWUVjQUFBQUFBQUFJQWJFY0FCQUFBQUFBQUFia1FBQndBQUFBQUFBTGdSQVJ3QUFBQUFBQURnUmdSd0FBQUFBQUFBZ0JzUndBRUFBQUFBQUFCdVpQRjBBUUFBb0hLek9XeXltTXYya1dGYllyelNzOU1WNGhlc0pqVWJGdHMrMjVhamZ3OXNrU1RWRDYrcnFPQ0lNbzFmMURnMmgwMG1tZVR2NCtlV01TcVRqT3hNWmR1eVZTTWd4Tk9sQUFBQW5GY0k0QUFBT0EvOHRubTVQdjc5Q3pXSXJLOVhibmpPcFhzeXNqUDEyYkt2dFdIZlpyMTl5emo1ZWZ1V2F1eDlSdy9vOGEvR3lPNnc2YWtCRDdzVXdNMWFPMThmTC9sS1BoWnZmWHJ2dTZVYTF4VWZMcDZpK2V0L1ZiQi9zR1lNLzhSdDQ1eHIrTlJSU2s0N29zZjZERlBuSmhkVnlKZ3pWOC9WMXl0L1VOdjZMVFZtMElnS0dkUGR2bHMxUzdGUk1XcmZvTFc4dmJ5TGJEdjV0Nm5hbTd4UHdRRkJHdG4vWVhtWnZVbzk3czhiRnN0bXQ2dDlnOWFxRjE2N3lMYnI5L3lyeWI5TlZZaGZzQ2JjT0tiVVl3SUFnS3FOQUE0QWdQTkFaazZXanB3OHJwQ0FHaTdmc3lOcGwyYXQrMW1HWWVqZFh6N1NVd01lTHRYWUh5NytYSGFIVFhGMW02bG55MjdGdGsvSlNOWFhLMytRSkEyOG9FK1paci9aSFhaOXMrb0h0YXJUUWkzck5wZVBwZWlRcHFJY1NqbXMxSXkwQ2gweitlUXhwV2FrYWZuMlZkcXdiN1BhMW05WjVqNlBuanl1eDc1MExkQjExY1JieHlraUtLellkaW5XVkgyeWRKb013OUJEVjl5bHF6djBMYlR0dW9TTm1ybDZyaVFwMkM5SUo2eXBMbzFSbUMvL25LSGsxQ1BxMjY2WEh1OHpyTWkyNlZsVzdUcWNvTEJBMS8vYkF3QUExUThCSEFBQUtGRGIraTAxcE9OQWZmL1hIQzNhdEZUdEdyUlNuOWFYbDZpUDJlc1dhTzN1OVpJa2g5MmhWK2E4VTJqYldqV2lkSGYzV3pUdGp4bEt6N0pLa3ZZazc5WDQyUk9MSEtOZnU1N3EwS0J0Z2RmKzNMbGFVNWRObHlTTnZ2b3hkVy9ScFVUMXU0UE5ZVk42Vm9hazNEQ29vdHphNVRvdDNyUlVKNnlwbXJMMGE3MTl5OWd5OStrd0hEcWNtbHdPMWVYdDB4V3JkcTJUWVJneW1VenEydXppUXR2WkhYYjlkL0ZuenNkcG1TYzFhZUZIZW5Id1U2V3FiMmZTYmlXbkhwRWtYZUZDb0F3QUFDQVJ3QUVBZ0NMY2VlbU5Xck5ydmZZYzJhZTlSL2FYNk43dGgrTDEwZTlUblkrM0hkcXBiWWQyRnRxK1VYU3NMbXJZWHJQWEwzUSt0elpoUTdIanRLdmZTaDBhRkh4dDN0KzVmVVVFaGhjWjBsU2t4T05Kc2p0c2txU2FOYUpMM2MrWTcxL1R5Y3owRXQxak1wa2tTWnNQYk5NalUwZkx5OHYxWlpoM2RydFI3V0phRlhwOVpQK0hYRnBlWEpDZFNidjFuL252bCtpZVZUdlhTcEphMVd1aGlLRHdRdHZOWEQxWGU0N3NrNC9GV3lNSEROZUV1ZTlveFk0MVdyeDV1WHEydkxURXRhNk1YeWRKaWc2SlV1dDZjWHBpMnZQYW5ieTMwUFoyaDEyU2REdzlSWVBmdWJQWS9qKzRZNEpxaDlZc2NWMEFBS0J5STRBREFPQTh0aTB4WGwrdi9MN0lObDVtTDBVR2hldkE4VVM5K01QcmhiYTdwa00vWGRDZ2pTUnAvN0ZFUFRmakZXWGJjdFFqcm9zZTdUTk11dzRuYVB6c2lXcGR0N2tlNjN1L013dzY3V2phTVkzNCtuazVISGExaTJtbEY0Zmt6bEQ2NE5kUHRXVHJDajEzemVOcVU4Q3l5Y0tXbGU0OXVsOS83OWtvU1JyUTRZb3lIeVJSbUkzN051dTVHYSs2M041aEdNNnY3Lzc0MFJLTjFiRmhlejEzYXYrMkxRZDNLSzBNeTFpTENrTUxrbExNV0xWQ294VWJGVk9xV2s1bWxTeEl6TXpKMHRxRWZ5UkpQVnAwTGJUZFAzczM2ZE5sMzBpUzdyaDBxQzVyM2xuN2p1M1gxR1hUTmVtWGp4UVRVYmZFb2VFZjIxZEtrcTVvMVUwbWswa1oyWm15bnBxeFdSeFgycDM5OHdFQUFLb1BBamdBQU01ang5T1BhOFdPTlM2MVBiTGpXSkhYTDJuYVVaS1VrTHhYejg1NFZTbldOTFdxMTBJaitqMGtINHUzYW9mV2t0bGsxdEp0S3hVWkVxbGhsOS91dk5mbXNPbjFlZThweFpxbUFOOEFQZG4vUVFYNCtFdVNXdFZ0b1lYL0x0RzRXVy9yK1VFajFMSFJCUzdWTy9XUDd5UkpGaTh2OVcvYjI2VjdTc05oR01yTXlTclZ2U1c5TDh1ZTQvejY2UUVQSzl1V1UyQTdtOE9tTEZ1MkFuMENYT3JYN3JETDdHV1d5VEFWMnFaNTdTWWxxdFdkbG0xYnFZenNUSGw3V2RRanJ1Qmx4Y21wUnpSKzlsdHlPT3lLcTl0TVF6b09sQ1FON1RSSUszZXMxZlpEOFhwdXhpdDYrNWF4cWgxYXk2VnhkeWJ0MXE3RGUyUTJtZFd2WFM5SjB0dTNqQzF5MmV4ZjhldjA2cHgzRkJvUW9pbjNUU3AyREgvdjZuOGFMd0FBNXlNQ09BQUFxcUczZi9xdmZ0NjRPTi96dXc0bnFNL3JOemdmajd0dWxJYjF2Q052SThQUUY4dW55NXFUcWNpZ01GMTc4ZFV1amRtaVZsTWxuamlreDZjOUwydVdWYzFxTmRhTGcwYzZaNmhGQklYcHBTRlBhY1MwNTdWMDZ3cGRmL0hWQ2c4TWxTUlp6QlpkM2FHdjNsdjRzWjRaT0Z6UklWSE9mdnUxNjZVTVc1WW1ML3BNaXpZdmRTbUFpeitjb0dWYlYwaVNiSGE3N3Z4ZndRZElaTnR6bDRLbVphVHBtcmR2YytsMVN0SW45N3lqeU9EY1pZOHQ2alRWNThQZWMrbStJMmxITmZMcmw1eUJqWS9GUitPdkg2M29rRWlYN3ZlMW5EbUp0ckEvaHoxSDltdkN2SGNWSGhpbXNkYytrMittWVVHbXJmaGU2eEkyYUVTL0I2dkU4c2NGcDM2Mk96ZnRXT0ErZXNmVFV6VG0rd2xLc2FZcE1qaENZNjRaSWJQSkxDbjNaKzM1SVUvcXNTK2UwNUcwb3hvMWZieGVHenBHdFZ4WUR2enpodHh4T3pYcDRQd1pMZTUwNE5PbnM1cE1KbWVvREFBQXpqOEVjQUFBbk1kcTFvaktGK1Q4dU80bldYTXlKVWtqQmp5VTc0QURoK0ZRZXBhMTBBTUUrclR1b1oySGQrdWxJVThyeFpxcUtjdSt6bk85VGxodDFRbXRxUy8rbUo3djNndGoyMnRsL0ZxdGpGK2I3MXBNZUYzNWVmdnJrNlhUZFBkbE54ZjV1ajVaTWkzUFkxZG1tcFZrTnBxaE04c0VmUzArTG9VM2tqUmw2VFE1REllaVE2TFVNRHBHcTNhdTFTZS9mNm5YYjNwUnZoWWZsOGN2eXJKdEt4U2ZsS0I0SmVqNzFYTjEzY1ZYRmRuK2hEVlYzNjJhTFd0MmhwNzY1bVZOdWZjZFdid3E3MGZFeEJPSHRISGZGa2xTNTBZZDhsMVBUanVxWjc0ZHEvM0hEc3JmeDA5anIzMDYzNG1uVVVFUkduL2RLRDArN1hrbG5ralN3MU5IYWZSVmo2bERiSnRDeDgyeVpldTNMY3NsU1ZkZDBDZlBOWWZoS1BUbkorZlVyRVhETUdUTnppaTBmOEk1QUFDcXQ4cjc2UW9BQUpUYVE3M3YxckJlWjJhMmZiYjBHODFhOTVOaW8yTHluSDU1N25LM3BKUmtmYlkwTnpDN3BrTy9BazhYbmI5K2tUNWQrcFZ1dVBnYVhYdnhRT2NNbjlQdTczV25jdXc1OHZieTF1N2tQWnEvL3RkOGZldzZuRkNxMTdYMzJBRkZCb1VWR2NBdDJyVE1lZkpxNzFiZG5VdGpDekovL1VLdFNmaEhBZDUrZW5KQXdiUGtDaExpSCt4NjBXZU45ZnVXUHlWSmQxMTJrOW8zYUtQN0Q0N1Exc1NkZW5YT1JJMjVab1M4eks0ZmlsQ1lHeThackZYeDY3VDlVTHltTEp1bUMyTGJxSEYwYktIdHYvempPMmN3Tkt6WDdaVTZmSk9rT1djZDBuRnVyZnVPSGRUbzZlTjFPRFZadnQ2K2VuN3drMnBVeUd1UGpZclIrT3RHNmZudkp5Z3RJMDNQZmpkZWQzYTdVZGRlUExEQS9RSVgvYnZFZWVoRjYzcHhlYTV0UHJCTkk2YTlVR1RkSjZ5cEdqenhqa0t2TDNncWZ5QU5BQUNxajhyOUNRc0FBSlNLajhWYlBqb1RqRzNZdDFtU1pEYVpDNTFwWTNmWTljWlA3eXNqTzFNeDRYVjFWL2Y4SVZkS1JxbytXL2ExMHJPc1dyNWpsVzdvZkUyQmZaMGJ5cDBiL0pYRzNxTUg5T2dYbzR0c2M4S2FxZzhYZnlaSmlncUoxRU85NzVhL1QrRjdhcTFKeUEzcXZDemViajBsZGRHbXBacTA4Qk5KVXFjbUY2cEhYRmVaVENhTkdUUkNUMy83c2xic1dLT1hmbnhEbzY5NnJOZ2xqY1d4bUMxNmF1QndQZmpaU0dYYmN2U2ZlZTlyMHUydjVQdWVTTGxMZGVlZENyVDZ0dXVsUzV0Mkt2VzRXYmJzSW1kNEZYZXZLOUl5VCtxbnZ4Y1dlRzNCdjcvcHcxK25LQ003VXdHK0FScDc3ZFA1Z3JKenRhemJYRy9mT2s1alpyeXF4Qk5KK25UcE5QM3k3Kys2cDhldHVxVEpSYzUyTm9kTjM2eWE1VktOa2VmTXRpdUszWERvZUhxS3krMEJBRURWUlFBSEFFQTFkeXo5aEhZbjd5bTIzUmZMdjlPR3Zadmw2KzJyWndjOVVXQVE5TjR2SHlzdDg2VE1Kck1ldmZJKzU3NWF4U2txK0hPVlh6RkxOQjJHUTIvKzlJSHpaTkRoeFlSdkZjRmhPRFIxMlhSOXZYS21KS2xSZEt5ZUdmaUljMSsyMXZYaU5MTC93NW93ZDVKVzdWeXJFZE9lMStpckgxZmRNTmNPQlNoTS9mQTZHdHA1aUw1WS9xMGNEcHRPcEtjbzZweDk1Z3pEMEtRRkg4bGhPRlEzdkxidXY3encyVm11R0QxOWZKbnVkOFdzZFF1Y3k2TlBTOCt5NnUwRms1MTcvb1VGaG1yc3RjK29hYTFHTHZWWlA3eU9KdDQ2WHEvUGZWZHJFelpvLzdHRGVuSG02M3IxaGpIT0phbUxOaTlUVXNyaFl2c0s4QTNRVnc5T2R2bjFKQ1R2MWJBcFQ3cmNIZ0FBVkYwRWNBQUFWSE5MdDYwb3RzM0tuV3VjSWRIdzN2Y29OckordmpiejF5L1UwbTBySlVrM2RoN3Njc0FoU2J1VDk1VG9rSU9DT0F5anlPdWZML3RXZjhXdmt5UjFqK3VxVG8wdkxOTjRaYlU3ZVk4bS9qeFpXeE4zT3Arem1MMlVsbkV5VHhqWkk2NnJKT2svODkvVHpxVGRldml6cDNSbjk1czBzUDJWTGkxSnRXWm5LQ003TTkvelY3YStURWRQSHRVTkYxOGpzOWxMUjA4ZXozTjl5YllWMnBLNFF5YVRTY011djEzVzdJeENaN0Q1ZWZzcTBOZTFFMVhkeFpxZG9WbHI1K2Q3M2pBTTU1TG1OdlhqTk9xcXh4UVJGS1lOK3piTE1BekZSdFpYallDUWZQY2RQWGxjKzQ4ZGxNWHNwVmIxV3VpVkc1N1R6eHNXYS9KdlU5V25kUTluK0paano5RTNLMzV3NzRzREFBRFZIZ0VjQUFEVjNLSi9sK1o1L04ycVdlcmM1Q0xWajZpYmUzM1RVazFja0R0ckp6SW9YSWtuRHVtL2l6NVRlcFpWNlZrWnNtWmJsWjVsZGM2aWExbTN1Vzd0ZWwySmFnajJDMUwzRmwzSzlEclNNdE9jZTZpZGE4ZWhYZnBtWlc1SUVoTmVWNDllZVcrWnhpcUx3Nm5KK3VyUDcvWEx2MHZrY05nbFNaYzI2NlJ0aCtLMS9WQzhIdno4S1QzUjk0RThTMTU3eEhWVlJGQ1l4czU2VXluV05IM3c2eFQ5OU05aTNkTDFXbDNhdEZPUko1bE9Yem5MR1o0V3BLQTkrTTVtR0lhZS8zNUNrVzBHWGRoUEQvVDZ2M3pQKzNoNTY2TFlkcEtreTF1TExBQUFJQUJKUkVGVWUzdmVYbUJ3NjRxRUkvdjAwZUtwemo0TDh2WEtINVNha2FaQTN3QjVlMWwwd3BvcVNRcnlDOVJMZzUvUzRzM0xkV3ZYNjV5aDVlanA0NVJqdCtuNVFVOFd1THg0VGNKNnZUWC9Rd1g3QjJ2RzhOemx3WDNiOWxUSFJ1MVZ3LzlNWVBmZFg3TjE4UGdoMVFxTjFxRVRSYytDeTh6TzFPTmZqWEg1ZFdmWlhELzRBd0FBVkcwRWNBQUFWR01KUi9acCs2RjQrWHI3S2lzblN3bEg5dW5qSlYvcDIxV3o5T0tRa1dvWTFVRHYvZnFwc20yNUp6VWVPWGxNWC8zNWZhSDlSUWFGYWZRMWp6bERqaTBIdHl2QU4wQU5JdW9WV1Vka2NJUWU3bjEzMlY1TDh0NUNBN2ltdFJxcFIxd1gvUlgvdDU0Zi9LUkhabXR0VGR5aEg5ZitwR1hiVnNobXp3M2VndjJEOVVEUE85V3JWVGVkc0tacTNLdzN0WEhmRnIzODR4c2ExS0d2N3JuOE51ZmViRzNxdDlTSGQ3NmhpUXNtNjYvNGRkcWR2RWZqZm54TDljTHJxRi9iWHVyWnFwdkNBME9McktHcys4Y1Z4dHRTY0NoV0l5QkU0Mjk0dHN6OXgwYldMN0tmeEJPSDlNUHF1WktrbXpvUDFyeC9mblVHY0pKVVA2S3U3dWcydE14MVNGSkVVTGp6NjZTVVpIMTlhdmJiWGQxdTBpdHozaW55WG9maDBPWUQyOHFsRGdBQVVMMFF3QUVBVUkzTitHdTJKT25peGgyMGJPc0sxUSt2bzlpb0dDM1o4b2RHVFIrdk1kYzhvU0VYOXRlWGY4NVFSR0M0Nm9UWFZHUnd1Q0tDd2hVUkdLWXNlN2ErV0Q1RGRvZE5mdDYrZXVuYVp4UVZGQ0VwOTBDR2NUKytxZFRNazNxdzExM3ExNjVYb1hVY1R6K2hyMWJNS05OclNVbFBLL0w2STFmZXArMkg0cDB6K3lxQ05UdERzOWN0MEtMTlM3WDN5SDduODJhemx3YTI2NjNidTkyZ1lMOGdTVkpvUUloZUd6cEdIeTc2VEhQLy9rVS9ydnRaWmkrTGhsMSt1L08raUtBd2piMzJHUzNaK3FjKy92MHJIVTVOMXY1akIvWFI3MS9vNHlWZnFubnRwbnBxd01NRjdoRlhPN1NtUHJ0dmt2dGZ0QWQ4L1B0WHlySGJGQlVTcVdzdTdLOTUveFE5cTYrOC9ManVKMlhic3RXMTZjVnFXYTlGc2UwRGZQejF2N3ZmY3JuL2ZVY1BhdFQwc2gxT0FnQUFxZ1lDT0FBQXFxbmt0S05hdlBrUDFRZ0kxZ1V4cmJSczZ3cDVtYjMwOUlDSFpaS2gzN2Y4cVlrLy8wOGYvTi9yNnR1K2x6TllPMjNQa2YwYTllMDQyUjAyK1ZpODljS1FrV3BTczZHazNHV0xiLzcwb1k2Y1BDNnp5YXhhb2RGRjFuSTgvWVNtTHB2dXR0Y3FTWUcrQWJxZ1FlNitYZGROdWxzNUxweXNtVzIzU1pMU010SmMzcVB1aFNFajFhRkJXMG01TTg3KzNQNlhNM3p6OXJMb3lqYVhhMmluUWFwWkl5cmZ2UmF6UmNONzM2TTZvYlcwWU1NaTNkcWw0S1c4M1Z0MDBTVk5PbXJCeHQvMDNWK3psWlJ5V0laaEtDb2tvc3dITkpTSE8vODNYSGFIdzZXMjQ2NGJwUWFSdVRNazl4elpyK2Rtdk9yeU9KL2Q5NjY4ekY3eTk4NDlUT1ArWG5mSXA1RFplSVVwYXZsdWNUbzBhS1A1NnhkcVdFOFhENmd3bVJRVkhGRjh1MVBTTTlOTFdSa0FBS2hxQ09BQUFLaW1wcTM0WG5hSFRWZTJ1VnhtMDVuTi9MM01YbnBxd0hBRit3VnJRUHNyRkZyQUJ2WC83TjJrc2JQZVVscEdtcnk5TEhwaDhKblFTWkttTHY5V3EzYXVsU1RkZHVuMXp1Q3JNTEZSTVhyN2xyTE45Tmw3OUlBZS9XSzBTMjB6c3pPVWN5cGNjMVZtam12N2NkbFBMUytWY2s5M3ZhL25iWHA5M3Z2cTM3YVgrclR0cWJEQUdrWGV2LzlZb3ZxMHVWeFhYZENueURESngrS3RxeTY0VXYzYjlkS2EzZXYxMjVZLzlFQ3ZPL08xY3hpNVFaalo3TnFKdE9VaEtTWFpPVzV4Y3V3NWViNCtuSnJzOGppR2NnL2U2TlAyY21Ya1pPclNwcDFjdnZkMFFHaHg0U0NMd2x6WXNKMGV1ZkkrMWF3UnBlUzBveTdkVTloQkZnWEpkQ0VrQmdBQTFRTUJIQUFBMWRDdXd3bjYrWi9GTXBsTUd0RHVDcTNmc3luUGRTK3pWNkY3c3MxY00wOGYvZjZsSEE2N2d2d0M5ZUxna1dwVHY2WHorbStibDJ2YWl0eE4venMydWtBM2RSNVNiRDFta3puUHlaK2w0V2Z4Y2JudEM0Tkh5dTZ3Rjl0dXp2cUZXclByYndYNCtPdnBnY05kNnJ0cHJjWjVIcmV1RjZmUDc1dFU0RXlyQThjUEtTTTdRNkVCTlJRWkhLNzR3d2thTlgyc2d2eUM5UEtRWjFRdnZIYVJZMW16TXhUZzQ2OU9qUzhzOUZUWEhFZHUwR2d4Vi96SHVpZjZQYURtNS94NVNMbkJVbkZoNlR1M3ZWTGc5M1JYOGw1Tm1QdHVudWRhMTR0VFRESDdESjR0MjViakRBaDl5N0F2bnRsa1ZxOVczVnh1YjgyeWF2QkVGMmZMQVFDQTh3b0JIQUFBMWRDWGYzd3ZoK0hRWlMyNnFIWm9yWHdCWEVHT3BaL1FwQVVmNmMrZHF5Vkp0VUtqOWZLMXorUTVZT0d2K0hWNjQ2ZjNKVWt4a2ZYMDlNRGhMaTN4MjUyOHgrVWxub1Z4R0liTGJUczJ1c0NsZHF0MnJaTWtlWGxaMUxuSlJhV3FTOHBkNXBpZVpkWFVaZCtvUzdOT2FsMnZoYnpNWG5yNzV3KzFjZDhXRGVrNFVNTXV2MTBtU1dhVGx3NGNTOVNqWDQ3V0M0TkdxbTFNeXdMNzNIRm9sOGJOZmtzOTQ3b1ZlY0JBMXFtWmV5VmRtbGtlYXRXSVZteFVUTDduWFprRkZoTlJ0OEJRTmlNbk05OXpKcE5KTlFxWXFWbVk0K2tubkYvWDhBOTIrYjZ5TXBsTUpkcUQwR2EzNmVEeFEyNnNDQUFBVkJZRWNBQUFWRU9Ob21PMFl1ZHEzZHExNEQzR3pyVjQ4M0o5OE91blNzczhLVW5xMU9SQ1BkWC9ZUVg1QlRyYnJOdXpRV05udlNtYjNhNmFOYUwxNnZYUE9ROFlLSTYvdDUvYU5XaFY4aGR5bG96c1RLM2Y4MitaK25DblAzZXMxby9yZnRhYzliL3FtNGNtSzZTQTRLZFJkS3pldlBsbGpabytWa2tweVhwMnhuaU51dW94ZFduYU1WL2JGVHRYNjlDSnc1cTI0bnZWRHF1cEsxdjNLSERjMUZQZnN5RGZ3QUt2bjQ4T25qZ1Rha1dGUkZiWXVQNCsvdnJvTHRjUFlVaEkzcXRoVTU1MFkwVUFBS0N5SUlBREFLQWE2dFdxbTlLek0vTE1YaXZJMXNTZCt0OXZVN1ZwLzFaSmtvL0ZSLzkzMlUwYWZHSC9QRFBibG0xZnFRbHozbFdPM2Fid29EQzlkc056aWd3T0w3WU9meDkvTmEzVlNQWENhK3VaZ1kvS01BeDk4T3NVR1RKMFI3ZWh4UVo0T3c3dDB1SXR5eFVWRks3T1RTN1NLM01tS2pTZzZEM1dQT1gzclg5S2tpNXEyTGJBOE8yMHVtRzE5T2JOTDJ2azF5OHE4VVNTM3BqL3ZxYmM5NjVxK0lkb1o5SnVyVXZZb0o0dHUrbTJyamRvWjlKdXJZcGZwNGsvLzA4MVE2TFVMaVovaUptY21yczNXVWdKWm9oVmQ5c1M0eVZKa2NFUkN2UU44SEExQUFBQUJIQUFBRlJMdFVOcjZlN0xiaTZ5emQ5N051cVpiODhjakJCWHQ1bEc5SHRROWNQcjVHbjN3OXI1bXJ6NGN4bW5sb0MyaTJsWjRBbWZCV2tjSGF2M2JuL04rVGc5eTZyWmYvOHNTYnI5MGh1S3ZYL3YwZjJhdVhxdUdrWEhha2pIZ1huNnFreFNNOUwwZDhKR1NWTFBsc1h2R1JZVkhLSC8zUGlDWHZ6aFAzcm9pcnRWd3o4M1BOdHpaTDgrV2ZLVnZsNHhVejg4OXJtZUh2aUlIdjNpV2UwN2RrQmpaNzJsU2JlOW90cWhOZlAwZGZCNG9pU3BWb2hyMzVQendlbnZSWXZhVFNwMDNNenNURDM1OVFzdXQ4L0s0UkFHQUFET0Z3UndBQUJVVXhhdm92OXYvb0lHYlhSRHAydTA4TjhsdXF2N3plcmRxbnVlV1crWk9WbWF1R0N5ZnR1OFhKSVU0T012YTNhR2Z0djhoMUl6MHZYczFZL2xtMTJVbG5sU3c2ZU9LblRNczAvT0hQN0ZLSmxVOVA1eG1hZjJBOXQ3ZEovdS9GL0JoeVMwcU5ORXp3eDh0TWgrM08zWFRVdGxkOWprNytQbjhsNXlVU0dSZXUvMjEvTDhtU2VuSHBHVXUvK2VKQVg2QnVqNXdTTTBmT29vcFdXazZhVWYzdERidDR5VnY0K2ZKT25nOFVOS3pVaVRKRFdJckYrZUw2bktPbnJ5dURic3k5M3o4S0tHN1N0MGJJZmgwTVo5V3lwMFRBQUFVRFVRd0FFQWNCNjd1L3N0dXZtU2E1MkJ6bW5iRXVQMTV2ejN0T2ZvQVVsUys1ZzJHbjNObzVxeGVxNm1yL3hSYTNldjE2TmZQS3VYcm4xYWRjTnFPZTl6R0k0OEcrQ2ZLOGVlZXpLcDJXVFdpZlNVWXVzN2ZaS3AzVkY0djZrWjZjWDI0MDQyaDAwejE4eVRKRjNScXJ2OFNuRHE1cmtIV093L2RsQlM3Z0VGcDhWRTFOTkR2ZS9XbS9NLzBPN2tQWnEyY3FaemR1T2ZPMVk3MjdXcDM2TFVyNkU2bWJYMkp6a01oN3pNWlR0WW96UUN2UDMwNFYxdnVOeCsvL0ZFUFR0OXZCc3JBZ0FBbFFVQkhBQUE1N216dzdmTW5DeDk5ZWNNemZocmpuTzIycENPQTNWUDkxdmtaZmJTM1pmZHJGRC9FUDN2dDZuYWQreUFIdjN5V2IwMGVLUmExY3NOZjJyNGgyalc0MThVT0k0MU8wUDNUeG1wcEpUREd0SnhnTzd0VWZ5cHFJczJMZFhyODk1VHc2Z0crdkRPMXd0dFozUFlsR0pOSzhuTGxpUmw1K1RrZm1FWU9ucnllSW51OWJYNEtNZ3ZVTDl2L3NNNWMrMnFEbjN5dHZITy9iTzFabG1MN2M4d0RQMTdJSGN2dnNiUkRmTmN1N0oxRDIzWXMwbGVGb3R1N1pKN3NJYmRZZGU4ZnhaS2twclZhcXhvRHl4QlRjK3lLc1dhbXUvNXpGTW5zeGJGTUF6WkhMWjh6enNjamdKYXV5WTU3YWh6aVhPMzVoY3JMTENDOXdzMG0xV3JSclRMelRPejg1LzRDZ0FBcWljQ09BQUFJSWZoME1KL2wranpwZC9xYVBveFNWSmtVSmdlNy8rZ0xvcHRsNmZ0dFIwSEtzUS9XRy85OUtIU010TDB6UFN4ZXJML1ErcmVva3VoL1NlZlBLcFhaNytqcEpURDh2WDIxYUFMKzVkci9RbkorL1RRNTArWCt2NjB6Sk82K1lOaEpicm5rcVlYNmNYQlQybEw0ZzZaVENhMWoybWQ3OUNMdXFHMXRFYlMwbTByMWJueFJZcU5xcDl2MXBza3BXV2MxTnoxdnlqeFJKSWs2YUtHN2ZLMWViemYvZkl5ZXprZnoxMy9pdzRlenozdGM4QUZ2VXRVZTNsNTZZZi9sUHJlSWUvY1dZNlY1QVo2RXhmOFR4blptVEtiekxxeDgrQnk3UjhBQUtBc0NPQUFBRGlQNWRoenRHanpNczFZTlVmN2p1VXVOeldaVE9yVDVuTGQwK1BXUWs4cDdkMjZ1L3g4ZlBYcTdIZVZiY3ZSSzdNblNvYWg3bkZkblczc0RydmlEeWZvbDQyL2E5Ry9TMlROeVExR251ejNvS0tDSXlyazlWV0U0YjN2MGRCTzE4aGF3R3ltL3UydjBKejF2OGlhWmRXTFB4UStnKzlzWFp0MlVxUG8ySHpQbngyKzdVemFyVStYVEpNazFRK3ZxeXRhWFZiSzZzc213TWRmWG9Yc05aaVdVZlNNeElqQWNKbE1ScjduYzBvNW0zSEswcSsxWnRmZmtxVCs3WHVwWVZTREV2ZFJFanVUZHVjTGZhMVpWdlY1dmZqRFJRcHkrcjRXdFp2b25kdGVLWE45QUFDZ2NpR0FBd0RnUFBiSDlyLzA5ay8vZFQ1dVVhZVpIdXoxZjJwZXUzR3g5M1pyMWxrK2c3MDFidFpiaW8yTTBVV05MbkJlMjNKd3UwWlBIeTlyZG9ienVjaWdjRDNSL3dGZEdKdC9kbGRaeFViVzE1Y1BmRmp1L1JiRngrTHQvTHF3NVoreGtmVTFZZWdZZmZYSDk5cDdiSCtoUzFFdFhoWkZCa2VvVy9OTGRNUEZWeGM3OXRHVHg1U1preVd6eWF3bitqMGdpOWt6SCtsZUhQS1Uyc1cweXZlOE5UdERneWZlVWVTOUg5Lzd0Z0o4L1BNOXYrWGdkajMyNVhNbHFtUEQzczM2ZHRXUGtxUjY0WFYwVC9maWx6ZVhsY2xra3Rsa0x2ZCt6V2NGclFBQW9Qb2dnQU1BNER6V0k2NnJ0aHpjcm0ySDRuWExKZGVxNDFraG1pczZOYjVRcjF6L3JCcEUxczl6SW1wY25XWnFYVDlPZjhXdlU3TmFqZFc3ZFhkZDJlYnlFaDFRVUJJV0wwdWxuVlhYdG41THRiMnhaYm4yMmFueGhicWx5N1VLOGc5V3k3ck55clh2cXFodFRFczkwZThCVFYzMnJWNGE4blMrUTBVSzR1L3RyK2lRS0FYN0I1WnF6TWJSc2ZwcDVEZWx1aGNBQUp4L1RJWmg1Si83RHdBQVN1VDFYeWRyd3ErVEpVbTNkcjFldDNXOTNzTVZ1YzVoT053eWt5YzFJMDEyaDZQaU44SS9UeGlHVWVCK2N1ZXpiRnRPbnBtSktKMXRpZkY2Y2VZRUhVcy9vZloxNC9UVm5STlZLN2ppRC9rQUFLQTZZUVljQUFEbk9YZUViNUlVNGgvc2xuNlJpL0F0UDhJM0FBQlFXYm5uRXpjQUFBQUFBQUFBU1FSd0FBQUFBQUFBZ0ZzUndBRUFBQUFBQUFCdVJBQUhBQUFBQUFBQXVCRUJIQUFBQUFBQUFPQkduSUlLQUVBNVc3TnJ2VTVtcG51NkRBQW9sUlBwS2JKbVozaTZEQUFBcWhVQ09BQUF5dG5XeEIzYW1yakQwMlVBQUFBQXFDUllnZ29BUURtSUNhdWpVUDhRVDVjQkFPWEd5K3lsQmhIMUZPRHQ3K2xTQUFDbzhwZ0JCd0JBT2JpaSthVnl5TkQrNDRtZUxnWFZXSTVoVXJyREpFa0tOQnZ5TmhrZXJnalZtWiszcjdvMTdxaGczMEJQbHdJQVFKVm5NZ3lEVDI0QUFBQlZ3SVlqU1JxL2VwbXlIWGE5MUttSDJrYlc5SFJKQUFBQWNBRkxVQUVBQUFBQUFBQTNJb0FEQUFBQUFBQUEzSWdBRGdBQUFBQUFBSEFqQWpnQUFBQUFBQURBalFqZ0FBQUFBQUFBQURjaWdBTUFBQUFBQUFEY2lBQU9BQUFBQUFBQWNDTUNPQUFBQUFBQUFNQ05DT0FBQUFBQUFBQUFOeUtBQXdBQUFBQUFBTnlJQUE0QUFBQUFBQUJ3SXdJNEFBQUFBQUFBd0kwSTRBQUFBQUFBQUFBM0lvQURBQUFBQUFBQTNJZ0FEZ0FBQUFBQUFIQWpBamdBQUFBQUFBREFqUWpnQUFBQUFBQUFBRGNpZ0FNQUFBQUFBQURjeUdRWWh1SHBJZ0FBQUpCWGZNb3gvUkMvTmM5enh6SXp0ZUZJa2h5R29mWlJ0UlR1NTVmbit0V05tcXRaYUVSRmxna0FBQUFYV0R4ZEFBQUFBUElMOXZIVEwzdDNGWHA5emVHRCtaNjdyL1dGN2l3SkFBQUFwY1FTVkFBQWdFb28yajlBYlNKcVNwS0tXckJ3K2xyTHNDaUYrUGhXU0cwQUFBQW9HUUk0QUFDQVNtcEF3eWJPcnczbEQrSE9mcTUzZzBZVlVoTUFBQUJLamdBT0FBQ2drbW9kSHEwYVByNHltVXlGdGpHWlRLcmg0NnRXNFZFVldCa0FBQUJLZ2dBT0FBQ2drZ3J4OFZYcnlPamNCMGJlR1c5RzdoT1NwTmFSMFlydzgvZEFoUUFBQUhBRkFSd0FBRUFsNVd1eHFGbG9oTHhNSnFtZ1NYQW15Y3RrVXJQUUNBVjYrMVI0ZlFBQUFIQU5BUndBQUVBbFpaTFVLanhLTlh6OWNtZTduYjBOM0tuSC9oWnZ0UXFQa3JtSVphb0FBQUR3TEFJNEFBQ0FTcXhKalhDRit2cmxwbkdtczNJNGs4bTUvMXVUR3VHZUxSSUFBQUJGSW9BREFBQ294QUs4YzJlNG1VNG5jT2RvRzFsVEFkN2VGVjhZQUFBQVhFWUFCd0FBVU1sZEdkUDQxRmVuNXIrZHRSeTFUNE1tSHFvS0FBQUFyaUtBQXdBQXFPU2FoMFdvZGtEUW1WbHdKc2xra21vRkJLbGxlS1NueXdNQUFFQXhDT0FBQUFDcWdMNnhwMmU2blpuKzFxdCtRNC9WQXdBQUFOY1J3QUVBQUZRQmw5VnRJSCtMeGZuWTMySlJsOXIxUFZnUkFBQUFYRVVBQndBQVVBV2NQdTNVZE9xZkpqWENGZUh2NytteUFBQUE0QUlDT0FBQWdDckEzK0t0dVBDbzNGM2dUQ2JGaFVjcHhOdlgwMlVCQUFEQUJaYmltd0FBQU1EVHZFd21OYTRScGdCdmI5a2REalVQaTVERnpPOVNBUUFBcWdJQ09BQUFnQ3FpYVdpNFFueDhsV216cTJGSXFLZkxBUUFBZ0lzSTRBQUFBS3FJZWtFaGFsSWpYQmsybStvRmhYaTZIQUFBQUxpSUFBNEFBS0FLdWF4dUE5a01oNmZMQUFBQVFBbVlETU13UEYwRUFBQ1Z3WEZyaW43ZDlvZDJIOTNuNlZJQW9FcXJIMVpIdlp0ZnFzaWdNRStYQWdCQXBjQU1PQUFBVGxtK2E0M0d6SHRMeVNlUGVib1VBS2pTd2dKcXlDVHB4Z3V2OG5RcEFBQlVDaHlkQlFEQUtRZFNrZ2pmQUtBY0hMZW1hTy94ZzU0dUF3Q0FTb01aY0FBQUZLQkY3YWE2cUZGN1Q1Y0JBRlhLaHIyYnRHSGZaaytYQVFCQXBVTUFCd0JBQVZyVWFhcmJ1bDd2NlRJQW9FcjVRaUtBQXdDZ0FDeEJCUUFBQUFBQUFOeUlBQTRBQUFBQUFBQndJd0k0QUFBQUFBQUF3STBJNEFBQUFBQUFBQUEzSW9BREFBQUFBQUFBM0lnQURnQUFBQUFBQUhBakFqZ0FBQUFBQUFEQWpRamdBQUFBQUFBQUFEY2lnQU1BQUFBQUFBRGNpQUFPQUFBQUFBQUFjQ01DT0FBQUFBQUFBTUNOQ09BQUFBQUFBQUFBTnlLQUF3QUFBQUFBQU56STR1a0NBQUJBZnRtMkhOa2NOcGxra3IrUG42ZkxjYnVNN0V4bDI3SlZJeURFMDZVQWxWWjZsbFdaT1ptS0NBcDNxWDNpaVVOeUdGSm9RSWdDZlFQY1hCMEFBQ2dLTStBQUFLaUVQbHc4UllNbjNxSGJKajlVb2VNT256cEtONzUvcjFidVhGTmhZODVjUFZlM1QzNUk3Lzd5VVlXTjZXN2ZyWnFsMWJ2K1ZvNDlwOWkyazMrYnFtZW5qOWRyYzkrUjNXRXYwN2cvYjFpc3VYOHYxUDVqaWNXMlhiL25YejN3MlZONitwdXhaUnF6S0laaGFObjJsWHA0NmpQYWxoanZsakVTVHh6U055dC8xTTZrM1RJTUk5OTFtOE9tYllueDJwWVlyK1BwS2FVYXcyRTR0R24vMXJLV1dtWUxOaXpXelIvY3IvcytIZUhTbitlOW56eWh1ejU2UkFzMi9sWUIxUUVBZ0tJd0F3NEFBQSt3Tyt6Nlp0VVBhbFduaFZyV2JTNGZpN2VuUzVJa0hVbzVyTlNNdEFvZE0vbmtNYVZtcEduNTlsWGFzRyt6MnRadldlWStqNTQ4cnNlK2ZLNGNxanRqNHEzakZCRVVWbXk3Rkd1cVBsazZUWVpoNktFcjd0TFZIZm9XMm5aZHdrYk5YRDFYa2hUc0Y2UVQxbFNYeGlqTWwzL09VSExxRWZWdDEwdVA5eGxXWk52MExLdDJIVTVRV0dDTlVvOVhIR3QyaGo3NGRZcU9uVHl1ZDM2WnJFbTN2U292czFlNWp2SEx4aVdhdHVKN1RWazZUYzhQZWxKZG0xMmM1M3A2cGxXUGZERktralNzNXgwYWN0R0FFdldmbVpPbENYUGUxWXI0TlhwbTRDUHFFZGMxejNXN3c2NHNXM2JaWG9Ra3M4a3NQMi9mSXRzczMvR1hwTnovVHV1RjF5N3ptQUFBb09JUXdBRUE0QUYvN2x5dHFjdW1TNUpHWC8yWXVyZm80dUdLY21jS3BXZGxTTW9OZ3lyS3JWMnUwK0pOUzNYQ21xb3BTNy9XMjdlVWZVYVd3M0RvY0dweU9WU1h0MDlYck5xMVRvWmh5R1F5NVF1RHptWjMyUFhmeFo4NUg2ZGxudFNraFIvcHhjRlBsYXErblVtN2xaeDZSSkowUmN0dXBlcWp2QVg2QnVqZUhyZHB3dHgzRlorVW9EbnJmOUdnRHYzS3JYL0RNTFJvOHpKSlVrUmd1RG8xNlZCdWZaOTJNak5kT3c4bnlEQU1UWmozbm53c1B1clN0S1B6K3VwZGYrdUZtYStYZVp6SW9EQjk5ZURrUXE4ZlN6K2h6UWUyU1pLNk5ydVlKYVVBQUZReEJIQUFBSGpBdkw4WFNzb05EWW9LYVNwUzR2RWsyUjAyU1ZMTkd0R2w3bWZNOTYvcFpHWjZpZTR4bVV5U3BNMEh0dW1ScWFQbDVlWDZMS2s3dTkyb2RqR3RDcjArc3Y5RGFsS3pZWW5xT1cxbjBtNzlaLzc3SmJwbjFjNjFrcVJXOVZvVXVWZlh6TlZ6dGVmSVB2bFl2RFZ5d0hCTm1QdU9WdXhZbzhXYmw2dG55MHRMWE92SytIV1NwT2lRS0xXdUY2Y25wajJ2M2NsN0MyMS9lcm5yOGZRVURYN256bUw3LytDT0Nhb2RXbFBKcVVka2R6R01sS1NXZFp1cFFVUmQ3VHQrU0VrcHlUcVVjdGpsZXlVcE9pUlNabFBCdTZiOHUzK0xrazcxMTc5OUwxbk01Zi9STmpJNFhLL2U4SnhHVEJ1akU5WlV2VEw3YmIxMDdkTzZNTFpkdVk5VmxEKzNyM1l1c2IyeWRZOEtIUnNBQUpRZEFSd0FBQlZzNzlIOStudlBSa25TZ0E1WHVDVTBrS1NOK3picnVSbXZ1dHplY2RiK1dYZC8vR2lKeHVyWXNMMmVHelJDa3JUbDRBNmxsV0VaNjdaRE8wdlVQcVdZc1dxRlJpczJLcVpVdFp6TUtsbVFtSm1UcGJVSi8waVNlclRvV21pN2YvWnUwcWZMdnBFazNYSHBVRjNXdkxQMkhkdXZxY3VtYTlJdkh5a21vbTZKUThNL3RxK1VKRjNScXB0TUpwTXlzak5semJLNmRLOHI3VTcvZkR6dytkT2wvdjdPWEQzWHVlVFdWZDgvTWtWQmZvRUZYcHYzejYrU0pJdVhsL3ExNjFXcW1rNDdldks0WHY3aFA3cnY4dHZWcWw2TFBOZnFoZGZXK091ZjFjaHBMOGlhazZtWGYzaERydzBkbzdnNnpkUXVwclUrdXZ1dFF2dGR0bjJscGk2YkxyUEpyTWwzdlZGb3UrTGVCMzQ1dFk5Yi9mQzZhaC9UdWdTdkRBQUFWQVlFY0FBQVZMQ3BmM3duS1RjMDZOKzJ0OXZHY1JpR01uT3lTblZ2U2UvTE91dXdnYWNIUEt4c1c4R0hEOWdjTm1YWnNoWG80OXJ5T2J2RExyT1hXU2JEVkdpYjVyV2JsS2hXZDFxMmJhVXlzalBsN1dWUmo3aUNseFVucHg3UitObHZ5ZUd3SzY1dU13M3BPRkNTTkxUVElLM2NzVmJiRDhYcnVSbXY2TzFieHFwMmFDMlh4dDJadEZ1N0R1K1IyV1IyQmxGdjN6SzJ5R1d6ZjhXdjA2dHozbEZvUUlpbTNEZXAyREg4dmYyYy81dFR6SjVuMlhhYkhBNjd6R1l2K1hoWlhMNVdrTk96STg5MUtPV3dsbXhkSVVtNm9sVjNsMDhHTFlqTmJ0UDQyVzlyYStKT1BmbjFpeHAzL2FoOE05eWExR3lvcHdZK29oZC9lRjJaT1ZuNi9xODVlbTdRQ1BuNytDa21vbDZoZlljSG5OblRyNmgyUmRtWnROc1pURi9WNGNwQy8wd0FBRURsUlFBSEFFQUZpaitjb0dXblFnT2IzYTQ3Ly9kd2dlMnk3YmxMUWRNeTBuVE4yN2U1M1A4bjk3eWp5T0RjSUtKRm5hYjZmTmg3THQxM0pPMm9Sbjc5a2pPdzhiSDRhUHoxb3hVZEV1blMvYjZXTTV2SGQyeDBRWUZ0OWh6WnJ3bnozbFY0WUpqR1h2dU1TeUhDdEJYZmExM0NCbzNvOTZCcWg5WjBxUlpQV3JCeHNTU3BjOU9PQmU2amR6dzlSV08rbjZBVWE1b2lneU0wNXBvUnp1V1ZGck5Genc5NVVvOTk4WnlPcEIzVnFPbmo5ZHJRTWFybHduTGduemZranR1cFNRZEZoMFJKVXJFYitudDc1Ujc4WVRLWkZPRGo3L0pyL09MKzRwZmt2amIzWGYyMmVibDZ4VjJxSndma1BjbDMvT3lKV3JyMVQvVnRlN2tldmZJK2w4YzkxNHkvNXVRR2VTYXpidWcwcU5UOVNOSUhpNlk0VHpsdFZhKzUydFV2ZUVuekpVMHYwaDNkaGlyeGVKSWU3WE9tOWtXYmxtbjlubzBhMGYvQkVvKzlOdUVmTGQyMlVuZDF1MGsxQWtJS2JEUHZuOXdsNno0V2IxM1JxcnZMczF0elRyMlBmTExrUzMxK2FzWmxZZXFGMTlIN2Qwd29ZZlVBQU1CVkJIQUFBRlNnVDVaTXkvUFlsWmxtSlptTlp1ak1NbEpmaTQ5TDRZMGtUVms2VFE3RG9laVFLRFdNanRHcW5XdjF5ZTlmNnZXYlhwU3Z4Y2ZsOFl1eWJOc0t4U2NsS0Y0SituNzFYRjEzOFZWRnRqOWhUZFYzcTJiTG1wMmhwNzU1V1ZQdWZVY1dGMlpNZVVyaWlVUGF1RytMSktsem8veUhBU1NuSGRVejM0N1YvbU1INWUvanA3SFhQcDN2eE5Pb29BaU52MjZVSHAvMnZCSlBKT25ocWFNMCtxckgxQ0cyVGFIalp0bXk5ZHVXNVpLa3F5N29rK2VhdzNBVSt2T1RjMnJXb21FWXNtWm5GTnEvSytIYzNxUDdTejI3UzhyOVhudDdXVncrV09DRU5WVUxUaTNKN0I1M2llcUd1VFpUc0NCZnJaaWhlZXR6QTY3b2tDZzlkODJJSW4vT2JyN2syanlQZHh6YXBkZm41YzRnYkIwVHB6NnRMM2Q1Ykp2RHBzbUxQdE9lb3dlMGNkOW1mWHozMi9uMnUwdlBzdXIzVGJuZlgxOXZQd1g2QnBSNGRxdk5icGZOYmkreVRXbG55d0lBQU5kVTNrK3hBQUJVTTRzMkxkUGEzZXNsU2IxYmRkY2xaNTJrZUs3NTZ4ZHFUY0kvQ3ZEMjA1TURDcDRsVjVBUS8rQVMxelYvL1VMOXZ1VlBTZEpkbDkyazlnM2E2UDZESTdRMWNhZGVuVE5SWTY0WklTK3o2NGNpRk9iR1N3WnJWZnc2YlQ4VXJ5bkxwdW1DMkRacUhCMWJhUHN2Ly9qT0dRd042M1Y3cFE3ZkpHbk9xUkJIVXI1YTl4MDdxTkhUeCt0d2FySjh2WDMxL09BbjFhaVExeDRiRmFQeDE0M1M4OTlQVUZwR21wNzlicnp1N0hhanJyMTRZSUg3aEMzNmQ0bnowSXZXOWVMeVhOdDhZSnRHVEh1aHlMcFBXRk0xZU9JZGhWNWY4TlQwSXU5ZnVuV0ZYcGt6VVRkMUhxTGJMNzJoeE1zamR5ZnYwUXN6WDFld1g1REdYVGRhWVlFMWlyM244K1hmS1B2VU10aG10VXEvQkhuKytvWE8wNGdEZlFQMDBwQ1JDaTFrRmxwaG10WnFwRjZ0THRPaVRVdjEzMFdmcTBOc1cwVUZSYmgwNzl6MUM3VStVZVdxQUFBWnJrbEVRVlRuNkFGSjBrMmRoeFI0Mk1RUGErZkxtcE9aNTdrbU5SdHE0cTNqaXUzL3lhOWZrTTF1MStBTCs2dDdJVXVpVC9NcHA2QWRBQUFVckhKL2tnVUFvSm80WVUzVmg0cy9reVJGaFVUcW9kNTN5OS9IcjlEMmF4Snlnem92aTdkYlQwbGR0R21wSmkzOFJKTFVxY21GNmhIWFZTYVRTV01HamREVDM3NnNGVHZXNktVZjM5RG9xeDRyZGtsamNTeG1pNTRhT0Z3UGZqWlMyYlljL1dmZSs1cDAreXZPcFpCbml6K2M0SnlWMUxkZEwxM2F0Rk9weDgyeVpSYzV3NnU0ZTEyUmxubFNQLzI5c01CckMvNzlUUi8rT2tVWjJaa0s4QTNRMkd1ZnpoZVVuYXRsM2VaNis5WnhHalBqVlNXZVNOS25TNmZwbDM5LzF6MDlidFVsVFM1eXRyTTViUHBtMVN5WGFvdzhaN1pkVWV5R1E4ZlRVNHB0dDJuL1Z2MW4vbnN5REVOL0oyelEwTTZEU3Z4elluYzRsSm1UcWFTVVpEMHhiWXhldTJHTWF0YUlLclQ5cnNNSit2bWZ4U1Vhb3lCei8xNm9TUXMva2lUNSsvaHAvUFdqQ3cxRmkzTlBqMXUxY3VjYXBXZFpOZW1Yai9YeWtLZUx2ZWRZK2dsOXVUeDNQOGoyRFZxcmQrdnUrZHFrWjFuMXc1cDUrWjRQOUExUVhKMW14WTVoVW00WUdsMGp5cVgyQUFEQWZRamdBQUJ3TTRmaDBKcy9mZUE4T1hKNE1lRmJSZFUwZGRsMGZiMXlwaVNwVVhTc25objRpSFAyVXV0NmNmci85dTR6UE1wcWZmdndOVE5KU0NHUVFrSUlDUW1FTGgwRUJFTXZnaUJGTnlBMmJDQmJVVkZBQVdtQ0RSdHUyeC8xM1ZLa3VoVlFwQ2hGUkVUcFJaclNRaUNFaENTUTN1ZjlFQmdKbVV3bVpRamxkMzZhUExPZTlhd0p5WEdRNjdqWHVzZjJma1p2cmZ4UWZ4emRxUmNYVHRhRWUwYVhhcXVmSkFYN0JHcHcyNEdhLytzUzVlWm02MExLUmZsZGRjNmMyV3pXaDJzL1Y2NDVWOVY5cXVtcHpvVlhaOWxqd3RMWFNuVy9QVmJzV2x1Z1Npa2xJMVh2cjUxdE9mUFAyOE5MMCs5OVdYVUNhdGsxWjdCUG9HWTkrSnBtcnZ5UGRwN2NwOVB4VVpyNjdVeTlNV2lTWlV2cStvT2JkZTVpVEpGenVWZHcxNEovejdiNzg1eU1QYVVSWDQ2eE9TWXk3b3ltTEh0Ym1kbFpxdVVmb2huL21sQ2lrTFoyMVpwNmU4ZzB2YngwdXFJU292WENna2w2Yy9Ba0JmdFd0enIrMHcxemJEYVhzTWUzMjFkcTlzWjVrdkxPVlpzeVlLelZnR3IyeG5sYXRhZGdzRHJtN3FjVlhyZXQ1V3NmRHk4OWVPY2d6VjQvUjM4YzNhbmYvdDZ1ZGpZcVhDWHB3N1dmS3lrOVdTNU96aHJWL1Vtclk1YnRYR1dwYmdRQUFEYzJBamdBQUJ4czd1WWwyblpzbHlTcFk0UDJhaFBXc2x6WGN5STJRclBXek5iaHMwY3QxNXlNSmlXbEplYzc3NnRUZy9hU3BMZFhmYVNqNTA3b21UbmpOS3pqL2VyVHJJZGRXMUpUTTlPVWxwbGU0SHFQUmgwVWx4eW5RYTM3eVdnMEtTNDVJZC83bTQ1czFhR3pmOHRnTUdoRTU0ZVZtcGxXYUFXYnEzTUZ1ODhOYzVUVXpEU3QyTG1xd0hXejJhempNU2NsU1kyREcyaDgzK2ZsVzlGYit5SVB5bXcySzdSS3NOVkQ5K09TRTNRNlBrcE9ScE51QzZxdjF3ZTlvalg3Tm1qMnhubnEyYWlUSlh6THlzblM0cTNMSFB2aENuRXk5cFJlWGpwRFNXbEpxdUZUWFc4TW1xU0tyaDRsbmkra1NwRGV1WCthWGxyeXFtSVR6MnZzNG1sNmE4aGtoVngxcnR6NkE1dTE3OVRCRWovSGJEYnJrM1ZmYXNXdTFaTHlnc2xwQThhcFNZMkdWc2RuWldkWlBSc3R4OHA1YXZjMDY2SHZkNjFSVkVLMFBsbi9wWnFITkM0MGFGOS9ZTE4rTzdwZGtqUXMvSDRGK1ZRck1DWXVPVjdmYlB0ZVVsN0ZXMHBHcW4wZkVnQUFYSmNJNEFBQWNLQy9vNDlyOGU5NUlVa05uK3A2cm9mMVNwZHJJU1l4Vmd0KyswWS8vcmxKdWJsNUFjS2RkZHZvU1BReC9SVjlUUCtlTzA0djNEVXkzNWJYVGczYXk3ZWl0NmF2ZUZjWFU1UDB5Ym92dFhydkJqM1EvbDdkV2FlTnpmTytsdjYrd2xKaFo4MnFQZXRzcnRkc05tdnlON2E3TXZadjJVc2p1ejVhNExxTHlWbXRRcHRLa3A3czhyQkNxd1Ribktjd0o4OUg2dk1OOHl4eldyUG85MlZLVEV1U1J3VjNPWnVjZENFMVVaSlUwZFZEMHdhTTA0YUR2K3JCOXZkWlFzc0pTMmNvS3lkYmsvdVBzYnE5ZU1mSlBYcHYxYWZ5ZFBQVS8wYmxiUSsrcTBrWDNWNnJtU3E3L1JQWWZiM3RPMFVsUkN2QXkxL1JGMnhYd2FWbnBtdjBna2wyZis2TTdNSVA1RDk4OXFoZStmcDFKYVVuNTRWdmd5Y1YrOXcwYTZwN0Iyam00TWthczNDcTRsTGk5ZExpYVpvNVpJcWx1VU5zY3B3K1hwZjMvUWowRGxCVVFuU3huN0Z3NnplV2lqSnZEeSs5OXE4Sk5zOGhITnJ1WHQzVDRwL0dGczkvOVVxaFFaaVR5VW1QZFJ5cUdjdmZVNkJYVldWa1p4WWF3RzA3dmxOUzNsYmpBYTE2V3gwemUrTjhwV2FteWMzRlZRTnY3NnY1dnk2eDZ6TUNBSURyRXdFY0FBQU9WQ2VnbGpvMWFLZHR4M1pyOG9BeDVWS3RkZmpzMzFxK2M3VTJIOWxxNllUbzZlYXBrVjJHcWV0dDRicVFtcWdaSzk3Vi9zaERlblg1TytyZjRpNDkwZmtoeTlsc2pZTWI2dE5oNzJqVzJ0bmFkbXlYVHNSR2FNYnk5eFRrRTZoZVRicXF5MjNoOHZId3NybUcwcDRmVnhobkordWhXR1gzU25wdDBNUlN6eDlhSmRqbVBHY3ZSR3ZaOXBXU3BQdmJEdEFQZTlkWkFqaEpDdmF0cmtmQ0I1ZDZIWkxrVzlISDh2cmN4Vmd0dWxUOTlsajQvWHI5K3c5czNwdHJ6dFhCTTBkS3ZZYllwRGlOWHpKZHFabHBxdVVmb2pjR2xVMzRkbG1nZDREZUhQS0t4aTZhcW9TVWk1cXg0bjE5T215bWpBYWozdjNoRTZWa3BNcGdNR2gwejZjMGR2SFVZczkvT1h5cjVSK3F5ZjFmVkRXdnFqYkgrM2g0NWZ2Wk5oWlIrUmxldDYxZTZ2T3NPalZvWjdXaHdtVXY5M2xPWWY0MTFhNU9hNnZqZHAzY3IwMkh0a2lTQnJmdEx5KzNvaHRUQUFDQTZ4c0JIQUFBRHZac2orSDZLL3BZb1dkYU9VSnFacHErMjdWVzZ3LytvbFBuVDF1dUc0MG05V25hWFErSEQ1S25hMFZKa3BkN0piMDVlSkkrWFQ5SEszZi9xT1c3MXNob2N0S0l6ZzliN3ZPdDZLM3A5NzZzVFlkLzB4Yy9MMUJNWXF4T3gwZnA4NS9uNjR0Tlg2bGV0VG9hZC9jelZzK0lxK1pWVlhPR2YrajREMTBPdnZoNWdiSnlzdVZYcVlyNnRleXRIL2JhcnVvcks4dDNyVlptZHFiYTEybXRoa0gxaXh6djd1S216eDUveis3NUkrT2lOSDdwOUFMWC9UeDlOYnJYU0szYTg1TW05aHR0K1JtNjJwT2RIdFRRT3daYURaeWY3emxjVDNWNXBOQlF0b1p2a040WTlJcm0vTHBFbzdvOUxwUFJwTlY3MTJ0M3hINUpVci9tUGRVd3lMNkdBcG5aV1ZxMkkvLzI0SzYzZGRDelBaNTBXQ2pjcGVHZFJZNHhHQXdhMUtaZm9lOXZPNVpYSVZmZHA1b0d0dXFqRFFjMld4MTM5c0k1alpvL29kQjVzbkt5SlVsek55L1d3cTNXcTFFNzFHdXJaOHV4TWhjQWdGc0ZBUndBQUE3bVVjRmR6VVB5enUyNjc4UEhsV1ZIWjgzTVMzODRKNlVscWQvN0Q5bjFuQ2tEeDZwRlNCTkplUlZudi8yMXpSSytPWnVjMUtOeFp3MXUwOTlxaDBrbm81TkdkWDlDZ1Y0QldydHZ2UjVzZDUvVlozU3MzMDUzMUw1ZGEvZHYxTmZidnRPNWl6RXltODN5cStSYjZnWU5aV0hZWjZPVWsydmZBZjB6N2h1dmtDcDUyeHNqenAvV0svOTd3KzduekJuK0g1bU1Kcms1NTIweGZLcnJJM0lwcEJxdk1MYTI3eGFsUlVoanJkcnprMFowc2JOQmhjRWdQMDlmdStkUHNYSHdmNGQ2YmRXaFhsc2xwaVZweU1kbEY5d0VlbGZUZTBOZmxaUlhvWFpsSjlFQUwzOUpVcWhmRFQzYThRRzc1dHQzNnFBKytQRXpuWTZQc2x6cjI3eW5udW4rZUptdGVYZkVmbVZmK2wwdFRNVDVTRW1TV1dadFA3Njd5RGtEdmF2cHJxWmR0V0xYR28zcDliUXFPTGtVT2piWGJMWTBkN0VsUFN2RDZsbDJra3JjSVJnQUFCUVBBUndBQU5kUWVtYWFwU3JGN25zSytjUDVhbGNlREc4MEdEVzh5ME9hK2NQSDZ0MmtxM28yNlNKdkQ5dmIyRTdIbjFYUHhwM1Z0M2xQbTJHU2k1T3oramJ2b2Q1TnUyckhpVDNhZUdpTFJuWWRWbURjNVU2VlJtUGhXL0hLMnJtTHNYWjN5TXpLeWNyM09pWXgxdTdubUdXV0pQVnMwbGxwV2VtNnMwNGJ1Kys5SEJBNjJkSElvakF0YXpiVnN6MkdxMnBsUDhVbXhkbDFUM0dDbG5RN1FtS3oyYXlFbEl0Mnoxa1Vqd3FGTjNGb0h0Slk5UVByNm9WZVQ4blZ1WUt5Y3d2L0hZcEpqTlc4elV2MTA0Rk5CZDRMTE9PUStMWHZadGtWZ0VsNTN5OTdRdDRIMjkybmgrNGNwSW45UjZ0aGRmc3EvU1JwUkpkSFZOZk9EcnVTOVBHNi8rcDRUSVRkNHdFQVFPa1F3QUVBY0ExTkdUQldPYmtGT3loZTdmczlQMm5IOGQxeWQzSFRTMzFHMlRWM25ZQ3dmRjgzQ21xZ3VjTS90RnBwZFNZaFdtbVphZkp5cjZ3cW5qNDZGbk5TNDVkT1YwWFhpbnAxNE10V3V6SmVLVFV6VGU0dWJtb1QxckxRcnE1WmwwSVNKK08xLysvR0M3MUdxdDVWM3c4cEwxaDZ6c2FXUFVuNjRLSFg1V3FsNnVoNDdDbTl0ZkkvK2E0MUNtcGdhUkpnajh6c0xFdEFXS0VVV3lDTkJxTzYzaFp1OS9qVWpGUU5tR1ZudFp5ZFBOMHFhdTZJanl4ZnI5MjNVUXUzZmlOSm1ualBhTld0VnZEN2Y3VzErelpZdGthMnIxT3dJY1dWWHYvWEJKdG5LTVlseDJ2UjFtVmF2VytkNWF4RGp3cnVEbTFnNEZIQnJjamY1K3ljYkdWZUNqVGQ3VGdEMHZuU3oxNXhRbDFKQ3ZVTFZxT2dCbmFQTCsvdXdRQUEzR29JNEFBQXVJWnVyOVhjcm5GL0hOOGxTVEtabk5TMmRxc1NQODlnTUNnbEkxWHpOaTlXdTdwdDFDaW92a3hHazk1Zjg2bjJSeDdTd052N2FFVG5oMldRWkRTWWRDYitySjc3YW9LbTlCK3JKalVhV3AzejcramptdkhkZStyU0lOeG1nNEdNUzVWN3hkMmFXUllDS3ZzcjFLOUdnZXYyVklIVjhLMHVkeGUzQXRmVHN0SUxYRE1ZREtwY2pDWUVDU2tYTEs4cnUzbmFmVjlwR1F5R1lwMUJtSjJUWFdTWFVhUEJxSURLL3BhdkgyeC9uM2FlMktzajBVZjF4YVlGK3VqaE4xVEp4bWZjY1BCWExiclVJYmh0N1ZZYTFtR0l6ZWZaQ294aWsrUDB4T2ZQVzZwRkRRYURlalRxcE1jNlBpQ0Q1TEFBYnU3d2o0b2NzM3J2ZXMxYU8xdEdnMUhMbnB2amtIVUFBSURySHdFY0FBQTN1ZC8rM3E3bHU5Ym8rejNydFBqcDJWWkRrVnIrb1hwMzZLc2F2M1M2emwyTTFjVC92YWJ4Zlo5WHV6cTNGeGk3OWVoMlJWK0kwY0t0MzZpYWQxWDFhTlRKNm5NVDA1TWxTUlZ0YkMyODFVUmQrQ2ZVOHF0VTVabzkxODNGVFo4L1puOFRocE94cHpUaXl6SEZlb2JKYU5MRWZxTTFhdjdMT25jeFJwUCs5NGJlSER4WmJpNnVCY1ordTNPVlpxL1BDNk9hMVdpczhYMmZzOWsxdENoK0ZYM1Z1MWwzZmJ0OXBkclhhYU9INy95WEpZQzllRVZYV250OC9OTi8xVHkwc1ZyV2JHcnovRFVBQUlEaXVIYUhzZ0FBZ0hMeDgrSGZKRW10YWpheFdaRlUzVHRBN3c1OVZkVzhxaW96TzB2dnJQcFlGOVB5d291ajUwNW82UjhyZEQ0cFhnKzFINlEyWVMwa1NiUFdmS2E5cHc1WW5TODJNZTlzc2tyRnFCQzcyUjA1ZTB5U1ZNWFQ5NmJjQWxpMXNwOG05eDhqRnljWEhUNTdWQzh2ZVZVWHJnakEwck15OVBZUEgxdkN0MWFoVFRYdDNuRmwwcEgwMGZENzlmRWpiMm55Z0JldFZqL2F3MncyYStXZUh6VnQyZHY2Y08zbnBWNFRBQURBWlZUQUFRQndFMHRNUzlMdWsvc2xTVjBhRm4xbW1KK25yOTRlTWtWVGw3MnRwN3M5cnNwdWVlRlp4UG5UK24rYkZtalIxbSsxN1BtNWVxblBzM3B1L2tSRnhwL1I5Qlh2NmNPSFhsYzFyNnI1NW9wS09DdEpDcWhVc092cXJlcnl2MFg5YXJXdjZYUFRNOU0xWnRFVXU4ZG5aQlhkaEtFd2pZSWFhT3JBc1pyNjdVd2RQbnRVbythTjE5amVUMHNHYWRhYS85T1pTMXRiZXpmcnBxZTdQVlptWndTNk9EbXJkdFdhcFpvak1UM0pja2FmcjZlUFhmY2NPdnVYVWpQUzFESzBhYW1lRFFBQWJtNEVjQUFBM01UV0hmaEZPYm5aY25OeHRmc3NPYjlLVmZUUncyL21hOTRRbTNoZWtoVGdsWGZtbDBjRmQwMGU4S0pHelJ1dnBMUWtUVnYyanQ1L1lMcGx1MkZVUXJRU0wzV0hES2tTWEpZZjZZWVZsNXlnZlpGNTFZS3RhamE3cHMvT05lZHFmK1NoYS9hOGxxRk5OWFBJRkUxYjlvNWlFbU0xZHZGVXkzdnV6cTU2cXZ1ajZ0bW84elZiajcydTNDSmN0Ykx0NE5oc05tdnBIeXMwNTljbGVyTGpBd1J3QUFEQUpnSTRBQUJ1VXRtNTJmcDJ4dytTcEc2M2RTeldOcityTzZlZWpvK1NsTmVnNExJYXZrRjZ1dnZqZW5mVkp6b1JHNkdGdjMrcnh6c01sWlIzN3R4bGpZUHJsL2d6M0V4VzdGeXRYSE91VE1iU05kWW9DWGRuVjMzNjJEdDJqeitkY0ZZVGw3NVdxbWZtNXVZcXpDOUVPNjVvUENGSnQ5ZHVxU2JGNk5aWnBzeG1tMjlIeGtWWlhnZjdCQlo2ZjN6cVJVMVlPa083SXZJcUdyUHQ2R3dNQUFCdWJRUndBQUE0VUhadXRpNm1KaFg3dnN5c3JMd1haclBpa2hPS2RXOEZKeGRWZFBYUXp3ZTNXQ3JYK3Jib21YK01jMTZsV21wR2FwSHptYzFtL1hubXNDUXB6RC8vRnI4ZWpUcHBYOFFCbVp5YzlHQzcreVJKT2JrNSttSHZUNUtrdWdGaDhpK0hMYWdwR2FsV0Q5Ky8zQ1hURnJQWnJPemM3QUxYYzNOelM3eWUyS1E0ZmJkN2pTUXB2RjVyZVh0VUx2RmNKV0xNMzdHMEtPbVpCVHUrMnVOWXpFbHQvWHU3ZmpuOG15TGl6bGl1aDFVTjFZWGtSTVdseEd2VG9TM2FkR2lMV29RMDFoMTFXcXRWemFZSzlBNG8wZlBzNFY3QlRVYURVYm5tWEoyNWNOYm0yTzNIOHJvUEd3eUdBdWZJcFdTa0t1bFNZNUhQTnN5VjJXeVdpNU96SHUwd1ZBTmE5bmJNNG92aCtMa0ltUXdtdThlblpCVGRFUmdBQUpRZEFqZ0FBQnpvWkd5a25wNzdVb252VDBwUDF0QlBSaFRybmp2cXROTFVBZU4wNk96Zk1oZ01hbGFqa1VKOGcvS05xZTRWb0IyU2Zqbnl1OXFHdFZLb1gzQ0JxamRKU2twTDFzbzlQK3JzaFhPU3BGWTFDMjZ6RzkzcktabU0vL3podjNMUGo0cTZkTTdYM2MyN0YydnRaV1hhc3JkTGZPL0FENGFWNFVyeUFyMVphejlUV21hNmpBYWpoclFkVUtiemw2ZVl4Rmp0UFhWUSt5TVBhbmZFbjRwSmpNMzNmc3VhelhUZjdYM1ZJclN4TXJPenRIcmZPaTM5ZllYT0o4ZHJWOFIrU3dWWmdKZS82Z1NFS2N3L1JMWDhRaFRvRlNCZlR4KzV1N2lWZW8zT0ptZFY4L0xYbVlSb3JkbTNRZDRlUHFvWFVFc20wejgvczVsWm1kcHhZcTkrT2ZLN0pLbEJZRjE1dWxiTU44L0dnMXNzcjgxbXMycFVDZEtFdnMrcHBsOUlxZGRZRmo3L2VYNTVMd0VBQU5oQUFBY0F3RTFxVlBjbk5MaE5QNlZhcVdicTNheWJ2dC96bzFJelVqVjEyVXk3NW10ZnA0MXErWWNXdUg1bCtIYjAzQW45ZDlOQ1NWS3dUM1YxdTYxRENWZGZPdTR1YmpLWnJQODNKeW5OZGtXaXI0ZVBESWFDV3hXelNsak4rT1V2aTdUaitHNUpVdTltWFIwZTJCdzlkNkpBNkp1YWthcWVNd2VWYUw3TDk5V3ZWbHRqN241RzYvN2NwS014SjNYczNIRWxwRndzTUQ3WXA3cTZOZ3BYMTRiaCthb2ZYWnljMWE5Rkw5M2RyTHQybnRpcmRRYzI2L2VqTzVTWm5hbm9DekdLdmhDanpZZTM1cHZMM2NWTmt3YThxQlloVFVxMDlzdUczREZRNzY3NlJOazVPWnIvNnhLYlk0MUdreDROdjcvQTlXM0hkMXBlMzlXNGkwWjJlN1JNdXJlV0ZWOFBIN2s0TzlzOVBpNDVYcG5aV1E1Y0VRQUF1QklCSEFBQURoUmFKVmhmamZ6MG1qN1R4ZW1mUDhJTDIvNFpXaVZZYncyZXBBVmJ2dEdwK05PRmJrVjFNam1waXFldnd1dmRvVUd0N3lueTJYSEo4VXJQeXBEUllOUUx2VWFXV1lmTDRwbzZjSnlhMXJpdHdQWFV6RFFObVBXSXpYdS9lUEo5cTVWWGg2TCswdk5mdlZLc2RldzdkVkJML2xndVNRcnlDZFFUSFI4cTF2MGxZVEFZWkRRWXkzeGVvOUVrSHc4dnJUKzQyYksxV1pKTVJpYzFDcXFuMXJWYXFIVlljOVc0cXRyeWFrNUdKN1VKYTZrMllTMlZrcEdxZlpFSHRTZGl2M1pIL0ttSTg1SDV4cmFxMWJ6VTRadVV0MVhhemNWVkszYXVWbFQ4T2FWa3B1UjczMkF3cUpKYkpkWHlyNkZCcmZ1cllmVzZCZVlZMWZOSkhaMDdVY002RGxHUFJwMUt2YWF5TnFiUHY0djF2UnF6YU1vMWJjd0JBTUN0amdBT0FBQUhjakk1eWMvVHQ3eVhZVldUNElacU1xUmhtYzdaSnF5bEhtaDNyeXE2ZVZvTk1XNDFUV28wMUF1OVJtcmU1aVdhTnZBbFM1ZFlXOXljM2VSZnlVK2ViaDRsZW1hWWY2aFdqMTFjb252dE1hYlh2N1gwaitWcUdOUkFqYXJYVS8zQU9pV3VCUE9vNEs0N2FyZlNIWmVhVXFSa3BDcmlmS1JPeHA1U1JOeHBEVzEzYjVtdE83eHVXNFhYYlZ2aSsvMHErdXEvd3orNHJxcmVBQURBamNOZ05oZlJEZ29BZ0Z2RS8yMVpxSW5mNTNXSzdOK3l0MFoyTGR1endHNFZaclBaNm5seXQ3TE03S3g4bFlsQWNXVGxaQ2tqSzFNR2cwRWVGZHpMZXprMnpkL3l0YjdhOHJVazZhVnVJelN1Vy9IT3NBUUE0R1pGQlJ3QUFDaFRoRzhGRWI2aE5KeE56bkkyOFRNRUFNQ05yT3dQQ0FFQUFBQUFBQUJnUVFBSEFBQUFBQUFBT0JBQkhBQUFBQUFBQU9CQUJIQUFBQUFBQUFDQUF4SEFBUUFBQUFBQUFBNUVBQWNBQUFBQUFBQTRFQUVjQUFBQUFBQUE0RUFFY0FBQUFBQUFBSUFERWNBQkFBQUFBQUFBRGtRQUJ3QUFBQUFBQURnUUFSd0FBQUFBQUFEZ1FBUndBQUFBQUFBQWdBTVJ3QUVBQUFBQUFBQU81RlRlQ3dBQTRIcDA2dnhwL2JoL1kza3ZBd0J1S01mT25TanZKUUFBY0YwaWdBTUF3SXE5a1FkME1PcEllUzhEQUc0bzJUblo1YjBFQUFDdVN3UndBQUJjVXRuVlUyN09ya3JMU2xkT2JvNXljblBLZTBrQWNFTnlNVG5MeTYxU2VTOERBSURyaHNGc05wdkxleEVBQUZ3UHpsdzhwNjkzLzZDanNSSGx2UlFBdUtIVjlBM1dvT1ozSzlpN1dua3ZCUUNBNndJQkhBQUFWOGpKelZGYVZrWjVMd01BYm1odXpoVmtNcHJLZXhrQUFGdzNDT0FBQUFBQUFBQUFCektXOXdJQUFBQUFBQUNBbXhrQkhBQUFBQUFBQU9CQUJIQUFBQUFBQUFDQUF4SEFBUUFBQUFBQUFBNUVBQWNBQUFBQUFBQTRFQUVjQUFBQUFBQUE0RUFFY0FBQUFBQUFBSUFERWNBQkFBQUFBQUFBRGtRQUJ3QUFBQUFBQURnUUFSd0FBQUFBQUFEZ1FBUndBQUFBQUFBQWdBTVJ3QUVBQUFBQUFBQU9SQUFIQUFBQUFBQUFPQkFCSEFBQUFBQUFBT0JBQkhBQUFBQUFBQUNBQXhIQUFRQUFBQUFBQUE1RUFBY0FBQUFBQUFBNEVBRWNBQUFBQUFBQTRFQUVjQUFBQUFBQUFJQURFY0FCQUFBQUFBQUFEa1FBQndBQUFBQUFBRGdRQVJ3QUFBQUFBQURnUUFSd0FBQUFBQUFBZ0FNUndBRUFBQUFBQUFBT1JBQUhBQUFBQUFBQU9CQUJIQUFBQUFBQUFPQkFCSEFBQUFBQUFBQ0FBeEhBQVFBQUFBQUFBQTVFQUFjQUFBQUFBQUE0RUFFY0FBQUFBQUFBNEVBRWNBQUFBQUFBQUlBREVjQUJBQUFBQUFBQURrUUFCd0FBQUFBQUFEalEvd2VBSCt2VHlCMmFoZ0FBQUFCSlJVNUVya0pnZ2c9PSIsCgkiVGhlbWUiIDogIiIsCgkiVHlwZSIgOiAiZmxvdyIsCgkiVmVyc2lvbiIgOiAiMTQ1Igp9Cg=="/>
    </extobj>
  </extobjs>
</s:customData>
</file>

<file path=customXml/itemProps64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哈哈哈哈哈</cp:lastModifiedBy>
  <cp:revision>155</cp:revision>
  <dcterms:created xsi:type="dcterms:W3CDTF">2019-06-19T02:08:00Z</dcterms:created>
  <dcterms:modified xsi:type="dcterms:W3CDTF">2024-10-09T08:24:35Z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045E7E7A4D494950A542971B93C2CD3F_11</vt:lpwstr>
  </property>
</Properties>
</file>