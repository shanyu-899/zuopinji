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2D9"/>
    <a:srgbClr val="C8E5B3"/>
    <a:srgbClr val="ACD78E"/>
    <a:srgbClr val="588E32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0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3.xml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2352675" y="1617345"/>
            <a:ext cx="1197610" cy="98425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4"/>
          </a:lnRef>
          <a:fillRef idx="2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chemeClr val="accent4">
                    <a:lumMod val="75000"/>
                  </a:schemeClr>
                </a:solidFill>
              </a:ln>
            </a:endParaRPr>
          </a:p>
        </p:txBody>
      </p:sp>
      <p:sp>
        <p:nvSpPr>
          <p:cNvPr id="9" name="椭圆 8"/>
          <p:cNvSpPr/>
          <p:nvPr/>
        </p:nvSpPr>
        <p:spPr>
          <a:xfrm>
            <a:off x="4486910" y="1617345"/>
            <a:ext cx="1197610" cy="98425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398895" y="1617345"/>
            <a:ext cx="1197610" cy="98425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8310880" y="1617345"/>
            <a:ext cx="1197610" cy="9842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607310" y="1925320"/>
            <a:ext cx="71945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 b="1">
                <a:ln>
                  <a:solidFill>
                    <a:schemeClr val="bg1"/>
                  </a:solidFill>
                </a:ln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VEP</a:t>
            </a:r>
            <a:endParaRPr lang="en-US" altLang="zh-CN" sz="2000" b="1">
              <a:ln>
                <a:solidFill>
                  <a:schemeClr val="bg1"/>
                </a:solidFill>
              </a:ln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26305" y="1925320"/>
            <a:ext cx="719455" cy="3987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 b="1">
                <a:ln>
                  <a:solidFill>
                    <a:schemeClr val="bg1"/>
                  </a:solidFill>
                </a:ln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EPV</a:t>
            </a:r>
            <a:endParaRPr lang="en-US" altLang="zh-CN" sz="2000" b="1">
              <a:ln>
                <a:solidFill>
                  <a:schemeClr val="bg1"/>
                </a:solidFill>
              </a:ln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2000" b="1">
              <a:ln>
                <a:solidFill>
                  <a:schemeClr val="bg1"/>
                </a:solidFill>
              </a:ln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29400" y="1925320"/>
            <a:ext cx="719455" cy="3987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 b="1">
                <a:ln>
                  <a:solidFill>
                    <a:schemeClr val="bg1"/>
                  </a:solidFill>
                </a:ln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ERV</a:t>
            </a:r>
            <a:endParaRPr lang="en-US" altLang="zh-CN" sz="2000" b="1">
              <a:ln>
                <a:solidFill>
                  <a:schemeClr val="bg1"/>
                </a:solidFill>
              </a:ln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57260" y="1925320"/>
            <a:ext cx="719455" cy="3987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 b="1">
                <a:ln>
                  <a:solidFill>
                    <a:schemeClr val="bg1"/>
                  </a:solidFill>
                </a:ln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ECV</a:t>
            </a:r>
            <a:endParaRPr lang="en-US" altLang="zh-CN" sz="2000" b="1">
              <a:ln>
                <a:solidFill>
                  <a:schemeClr val="bg1"/>
                </a:solidFill>
              </a:ln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7" name="图片 16" descr="等于号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5535" y="1736090"/>
            <a:ext cx="746760" cy="746760"/>
          </a:xfrm>
          <a:prstGeom prst="rect">
            <a:avLst/>
          </a:prstGeom>
        </p:spPr>
      </p:pic>
      <p:pic>
        <p:nvPicPr>
          <p:cNvPr id="18" name="图片 17" descr="加号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9765" y="1814830"/>
            <a:ext cx="610870" cy="610870"/>
          </a:xfrm>
          <a:prstGeom prst="rect">
            <a:avLst/>
          </a:prstGeom>
        </p:spPr>
      </p:pic>
      <p:pic>
        <p:nvPicPr>
          <p:cNvPr id="19" name="图片 18" descr="加号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8575" y="1814830"/>
            <a:ext cx="610870" cy="610870"/>
          </a:xfrm>
          <a:prstGeom prst="rect">
            <a:avLst/>
          </a:prstGeom>
        </p:spPr>
      </p:pic>
      <p:sp>
        <p:nvSpPr>
          <p:cNvPr id="20" name="椭圆 19"/>
          <p:cNvSpPr/>
          <p:nvPr/>
        </p:nvSpPr>
        <p:spPr>
          <a:xfrm>
            <a:off x="2716530" y="3178175"/>
            <a:ext cx="258445" cy="251460"/>
          </a:xfrm>
          <a:prstGeom prst="ellipse">
            <a:avLst/>
          </a:prstGeom>
          <a:solidFill>
            <a:srgbClr val="588E3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2716530" y="3683635"/>
            <a:ext cx="258445" cy="251460"/>
          </a:xfrm>
          <a:prstGeom prst="ellipse">
            <a:avLst/>
          </a:prstGeom>
          <a:solidFill>
            <a:srgbClr val="ACD78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2712085" y="4189095"/>
            <a:ext cx="258445" cy="251460"/>
          </a:xfrm>
          <a:prstGeom prst="ellipse">
            <a:avLst/>
          </a:prstGeom>
          <a:solidFill>
            <a:srgbClr val="C8E5B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2712085" y="4694555"/>
            <a:ext cx="258445" cy="251460"/>
          </a:xfrm>
          <a:prstGeom prst="ellipse">
            <a:avLst/>
          </a:prstGeom>
          <a:solidFill>
            <a:srgbClr val="E3F2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966720" y="3645535"/>
            <a:ext cx="2913380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EPV是生态系统物质产品价值</a:t>
            </a:r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964180" y="4156710"/>
            <a:ext cx="2913380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ERV是生态系统调节服务价值</a:t>
            </a:r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967355" y="4660265"/>
            <a:ext cx="2913380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ECV是生态系统文化服务价值</a:t>
            </a:r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64180" y="3145790"/>
            <a:ext cx="3387090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VEP</a:t>
            </a:r>
            <a:r>
              <a:rPr lang="zh-CN" altLang="en-US" sz="1600">
                <a:latin typeface="Arial" panose="020B0604020202020204" pitchFamily="34" charset="0"/>
                <a:ea typeface="微软雅黑" panose="020B0503020204020204" charset="-122"/>
              </a:rPr>
              <a:t>是特定地域单元生态产品价值</a:t>
            </a:r>
            <a:endParaRPr lang="zh-CN" altLang="en-US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3&quot;:[20419701],&quot;65&quot;:[20205081],&quot;71&quot;:[76235680024]}"/>
</p:tagLst>
</file>

<file path=ppt/tags/tag64.xml><?xml version="1.0" encoding="utf-8"?>
<p:tagLst xmlns:p="http://schemas.openxmlformats.org/presentationml/2006/main">
  <p:tag name="resource_record_key" val="{&quot;13&quot;:[20419701],&quot;65&quot;:[20205081],&quot;71&quot;:[76235680024]}"/>
  <p:tag name="commondata" val="eyJoZGlkIjoiM2FiZDIzMjBhYjY3YjcwYmIxYWI1NjM4YzVmYjEyMD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WPS 演示</Application>
  <PresentationFormat>宽屏</PresentationFormat>
  <Paragraphs>17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哈哈哈哈哈</cp:lastModifiedBy>
  <cp:revision>156</cp:revision>
  <dcterms:created xsi:type="dcterms:W3CDTF">2019-06-19T02:08:00Z</dcterms:created>
  <dcterms:modified xsi:type="dcterms:W3CDTF">2024-10-09T06:19:02Z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439F1CF058D2468C9A8318C4E48F36A3_11</vt:lpwstr>
  </property>
</Properties>
</file>